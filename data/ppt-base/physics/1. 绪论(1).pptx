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  <p:sldMasterId id="2147483685" r:id="rId5"/>
    <p:sldMasterId id="2147483697" r:id="rId6"/>
    <p:sldMasterId id="2147483709" r:id="rId7"/>
    <p:sldMasterId id="2147483721" r:id="rId8"/>
    <p:sldMasterId id="2147483733" r:id="rId9"/>
    <p:sldMasterId id="2147483745" r:id="rId10"/>
  </p:sldMasterIdLst>
  <p:notesMasterIdLst>
    <p:notesMasterId r:id="rId33"/>
  </p:notesMasterIdLst>
  <p:sldIdLst>
    <p:sldId id="332" r:id="rId11"/>
    <p:sldId id="334" r:id="rId12"/>
    <p:sldId id="256" r:id="rId13"/>
    <p:sldId id="335" r:id="rId14"/>
    <p:sldId id="295" r:id="rId15"/>
    <p:sldId id="279" r:id="rId16"/>
    <p:sldId id="296" r:id="rId17"/>
    <p:sldId id="336" r:id="rId18"/>
    <p:sldId id="298" r:id="rId19"/>
    <p:sldId id="445" r:id="rId20"/>
    <p:sldId id="446" r:id="rId21"/>
    <p:sldId id="448" r:id="rId22"/>
    <p:sldId id="449" r:id="rId23"/>
    <p:sldId id="437" r:id="rId24"/>
    <p:sldId id="484" r:id="rId25"/>
    <p:sldId id="439" r:id="rId26"/>
    <p:sldId id="376" r:id="rId27"/>
    <p:sldId id="377" r:id="rId28"/>
    <p:sldId id="305" r:id="rId29"/>
    <p:sldId id="306" r:id="rId30"/>
    <p:sldId id="435" r:id="rId31"/>
    <p:sldId id="443" r:id="rId32"/>
    <p:sldId id="450" r:id="rId34"/>
    <p:sldId id="451" r:id="rId35"/>
    <p:sldId id="461" r:id="rId36"/>
    <p:sldId id="452" r:id="rId37"/>
    <p:sldId id="485" r:id="rId38"/>
    <p:sldId id="454" r:id="rId39"/>
    <p:sldId id="462" r:id="rId40"/>
    <p:sldId id="455" r:id="rId41"/>
    <p:sldId id="456" r:id="rId42"/>
    <p:sldId id="457" r:id="rId43"/>
    <p:sldId id="458" r:id="rId44"/>
    <p:sldId id="459" r:id="rId45"/>
    <p:sldId id="460" r:id="rId46"/>
    <p:sldId id="327" r:id="rId47"/>
    <p:sldId id="429" r:id="rId48"/>
    <p:sldId id="328" r:id="rId49"/>
    <p:sldId id="329" r:id="rId50"/>
    <p:sldId id="330" r:id="rId51"/>
    <p:sldId id="430" r:id="rId52"/>
    <p:sldId id="431" r:id="rId5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C0000"/>
    <a:srgbClr val="006600"/>
    <a:srgbClr val="9966FF"/>
    <a:srgbClr val="00FFCC"/>
    <a:srgbClr val="FF0000"/>
    <a:srgbClr val="99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279" autoAdjust="0"/>
  </p:normalViewPr>
  <p:slideViewPr>
    <p:cSldViewPr showGuides="1">
      <p:cViewPr varScale="1">
        <p:scale>
          <a:sx n="56" d="100"/>
          <a:sy n="56" d="100"/>
        </p:scale>
        <p:origin x="40" y="216"/>
      </p:cViewPr>
      <p:guideLst>
        <p:guide orient="horz" pos="2258"/>
        <p:guide pos="2874"/>
      </p:guideLst>
    </p:cSldViewPr>
  </p:slideViewPr>
  <p:outlineViewPr>
    <p:cViewPr>
      <p:scale>
        <a:sx n="33" d="100"/>
        <a:sy n="33" d="100"/>
      </p:scale>
      <p:origin x="0" y="-713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8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F77D4-EC06-4042-882B-830AB9466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35B46-70FD-4EA1-A6A8-26B23CDF079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35B46-70FD-4EA1-A6A8-26B23CDF07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5"/>
          <p:cNvSpPr/>
          <p:nvPr/>
        </p:nvSpPr>
        <p:spPr>
          <a:xfrm>
            <a:off x="228600" y="228600"/>
            <a:ext cx="8696325" cy="6035675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243" name="Group 9"/>
          <p:cNvGrpSpPr>
            <a:grpSpLocks noChangeAspect="1"/>
          </p:cNvGrpSpPr>
          <p:nvPr/>
        </p:nvGrpSpPr>
        <p:grpSpPr>
          <a:xfrm>
            <a:off x="211138" y="5354638"/>
            <a:ext cx="8723312" cy="1330325"/>
            <a:chOff x="-3905250" y="4294188"/>
            <a:chExt cx="13011150" cy="1892300"/>
          </a:xfrm>
        </p:grpSpPr>
        <p:sp>
          <p:nvSpPr>
            <p:cNvPr id="1024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253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29E5D7C-416A-436D-9F7D-129A0E590B2F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3"/>
          <p:cNvSpPr/>
          <p:nvPr/>
        </p:nvSpPr>
        <p:spPr>
          <a:xfrm>
            <a:off x="228600" y="228600"/>
            <a:ext cx="8696325" cy="473710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7" name="Freeform 14"/>
          <p:cNvSpPr/>
          <p:nvPr/>
        </p:nvSpPr>
        <p:spPr>
          <a:xfrm>
            <a:off x="6046788" y="4203700"/>
            <a:ext cx="2876550" cy="714375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</a:cxnLst>
            <a:rect l="0" t="0" r="0" b="0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6" y="388"/>
                </a:lnTo>
                <a:lnTo>
                  <a:pt x="2706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19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8" name="Freeform 18"/>
          <p:cNvSpPr/>
          <p:nvPr/>
        </p:nvSpPr>
        <p:spPr>
          <a:xfrm>
            <a:off x="2619375" y="4075113"/>
            <a:ext cx="5545138" cy="850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39999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9" name="Freeform 22"/>
          <p:cNvSpPr/>
          <p:nvPr/>
        </p:nvSpPr>
        <p:spPr>
          <a:xfrm>
            <a:off x="2828925" y="4087813"/>
            <a:ext cx="5467350" cy="7747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0" name="Freeform 26"/>
          <p:cNvSpPr/>
          <p:nvPr/>
        </p:nvSpPr>
        <p:spPr>
          <a:xfrm>
            <a:off x="5610225" y="4073525"/>
            <a:ext cx="3306763" cy="6524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0" t="0" r="0" b="0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 useBgFill="1">
        <p:nvSpPr>
          <p:cNvPr id="11271" name="Freeform 10"/>
          <p:cNvSpPr/>
          <p:nvPr/>
        </p:nvSpPr>
        <p:spPr>
          <a:xfrm>
            <a:off x="211138" y="4059238"/>
            <a:ext cx="8723312" cy="1328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510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11048C5-B7E8-43CB-8FC6-598712734102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1"/>
          <p:cNvSpPr/>
          <p:nvPr/>
        </p:nvSpPr>
        <p:spPr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291" name="Group 5"/>
          <p:cNvGrpSpPr>
            <a:grpSpLocks noChangeAspect="1"/>
          </p:cNvGrpSpPr>
          <p:nvPr/>
        </p:nvGrpSpPr>
        <p:grpSpPr>
          <a:xfrm>
            <a:off x="211138" y="714375"/>
            <a:ext cx="8723312" cy="1330325"/>
            <a:chOff x="-3905251" y="4294188"/>
            <a:chExt cx="13027839" cy="1892300"/>
          </a:xfrm>
        </p:grpSpPr>
        <p:sp>
          <p:nvSpPr>
            <p:cNvPr id="12297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9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2301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Date Placeholder 1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75DD36-73FF-454F-8292-21A1A3C8F17E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19393" y="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4"/>
          <p:cNvSpPr/>
          <p:nvPr/>
        </p:nvSpPr>
        <p:spPr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315" name="Group 23"/>
          <p:cNvGrpSpPr>
            <a:grpSpLocks noChangeAspect="1"/>
          </p:cNvGrpSpPr>
          <p:nvPr/>
        </p:nvGrpSpPr>
        <p:grpSpPr>
          <a:xfrm>
            <a:off x="211138" y="714375"/>
            <a:ext cx="8723312" cy="1331913"/>
            <a:chOff x="-3905250" y="4294188"/>
            <a:chExt cx="13011150" cy="1892300"/>
          </a:xfrm>
        </p:grpSpPr>
        <p:sp>
          <p:nvSpPr>
            <p:cNvPr id="13321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3325" name="Freeform 28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5" name="Date Placeholder 4"/>
          <p:cNvSpPr>
            <a:spLocks noGrp="1"/>
          </p:cNvSpPr>
          <p:nvPr>
            <p:ph type="dt" sz="half" idx="1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2211A6-CDE1-4F75-9693-8258AFF73D1C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4"/>
          <p:cNvSpPr/>
          <p:nvPr/>
        </p:nvSpPr>
        <p:spPr>
          <a:xfrm>
            <a:off x="228600" y="228600"/>
            <a:ext cx="8696325" cy="6035675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39" name="Group 8"/>
          <p:cNvGrpSpPr>
            <a:grpSpLocks noChangeAspect="1"/>
          </p:cNvGrpSpPr>
          <p:nvPr/>
        </p:nvGrpSpPr>
        <p:grpSpPr>
          <a:xfrm>
            <a:off x="211138" y="5354638"/>
            <a:ext cx="8723312" cy="1330325"/>
            <a:chOff x="-3905250" y="4294188"/>
            <a:chExt cx="13011150" cy="1892300"/>
          </a:xfrm>
        </p:grpSpPr>
        <p:sp>
          <p:nvSpPr>
            <p:cNvPr id="14345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4349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Date Placeholder 4"/>
          <p:cNvSpPr>
            <a:spLocks noGrp="1"/>
          </p:cNvSpPr>
          <p:nvPr>
            <p:ph type="dt" sz="half" idx="1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0BBA8F-047A-43CE-9088-A773A73A25BC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20"/>
          <p:cNvSpPr/>
          <p:nvPr/>
        </p:nvSpPr>
        <p:spPr bwMode="hidden">
          <a:xfrm>
            <a:off x="228600" y="228600"/>
            <a:ext cx="8696325" cy="1427163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5363" name="Group 14"/>
          <p:cNvGrpSpPr>
            <a:grpSpLocks noChangeAspect="1"/>
          </p:cNvGrpSpPr>
          <p:nvPr/>
        </p:nvGrpSpPr>
        <p:grpSpPr>
          <a:xfrm>
            <a:off x="211138" y="714375"/>
            <a:ext cx="8723312" cy="1331913"/>
            <a:chOff x="-3905250" y="4294188"/>
            <a:chExt cx="13011150" cy="1892300"/>
          </a:xfrm>
        </p:grpSpPr>
        <p:sp>
          <p:nvSpPr>
            <p:cNvPr id="1536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5373" name="Freeform 19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2D8C91-BF2B-40DF-AAD4-A477B1B12BC6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219075" y="228600"/>
            <a:ext cx="1133528" cy="984303"/>
          </a:xfrm>
          <a:prstGeom prst="flowChartConnector">
            <a:avLst/>
          </a:prstGeom>
        </p:spPr>
      </p:pic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jpe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image" Target="../media/image13.png"/><Relationship Id="rId20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9" Type="http://schemas.openxmlformats.org/officeDocument/2006/relationships/image" Target="../media/image11.png"/><Relationship Id="rId18" Type="http://schemas.openxmlformats.org/officeDocument/2006/relationships/image" Target="../media/image10.png"/><Relationship Id="rId17" Type="http://schemas.openxmlformats.org/officeDocument/2006/relationships/image" Target="../media/image9.png"/><Relationship Id="rId16" Type="http://schemas.openxmlformats.org/officeDocument/2006/relationships/image" Target="../media/image8.png"/><Relationship Id="rId15" Type="http://schemas.openxmlformats.org/officeDocument/2006/relationships/image" Target="../media/image7.png"/><Relationship Id="rId14" Type="http://schemas.openxmlformats.org/officeDocument/2006/relationships/image" Target="../media/image6.png"/><Relationship Id="rId13" Type="http://schemas.openxmlformats.org/officeDocument/2006/relationships/image" Target="../media/image5.png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14.jpe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5" Type="http://schemas.openxmlformats.org/officeDocument/2006/relationships/theme" Target="../theme/theme4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5" Type="http://schemas.openxmlformats.org/officeDocument/2006/relationships/theme" Target="../theme/theme5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5" Type="http://schemas.openxmlformats.org/officeDocument/2006/relationships/theme" Target="../theme/theme6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5" Type="http://schemas.openxmlformats.org/officeDocument/2006/relationships/theme" Target="../theme/theme7.xml"/><Relationship Id="rId14" Type="http://schemas.openxmlformats.org/officeDocument/2006/relationships/image" Target="../media/image1.jpeg"/><Relationship Id="rId13" Type="http://schemas.openxmlformats.org/officeDocument/2006/relationships/image" Target="../media/image3.pn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3" Type="http://schemas.openxmlformats.org/officeDocument/2006/relationships/theme" Target="../theme/theme8.xml"/><Relationship Id="rId22" Type="http://schemas.openxmlformats.org/officeDocument/2006/relationships/image" Target="../media/image1.jpeg"/><Relationship Id="rId21" Type="http://schemas.openxmlformats.org/officeDocument/2006/relationships/image" Target="../media/image13.png"/><Relationship Id="rId20" Type="http://schemas.openxmlformats.org/officeDocument/2006/relationships/image" Target="../media/image12.png"/><Relationship Id="rId2" Type="http://schemas.openxmlformats.org/officeDocument/2006/relationships/slideLayout" Target="../slideLayouts/slideLayout80.xml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jpeg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1.xml"/><Relationship Id="rId14" Type="http://schemas.openxmlformats.org/officeDocument/2006/relationships/theme" Target="../theme/theme9.xml"/><Relationship Id="rId13" Type="http://schemas.openxmlformats.org/officeDocument/2006/relationships/image" Target="../media/image1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7806" y="-16695"/>
            <a:ext cx="1133528" cy="984303"/>
          </a:xfrm>
          <a:prstGeom prst="flowChartConnector">
            <a:avLst/>
          </a:prstGeom>
        </p:spPr>
      </p:pic>
      <p:pic>
        <p:nvPicPr>
          <p:cNvPr id="1026" name="图片 52238" descr="图片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55638" y="692150"/>
            <a:ext cx="8488362" cy="6165850"/>
          </a:xfrm>
          <a:prstGeom prst="flowChartConnector">
            <a:avLst/>
          </a:prstGeom>
          <a:noFill/>
          <a:ln w="9525">
            <a:noFill/>
          </a:ln>
        </p:spPr>
      </p:pic>
      <p:sp>
        <p:nvSpPr>
          <p:cNvPr id="1027" name="Rectangle 7"/>
          <p:cNvSpPr/>
          <p:nvPr/>
        </p:nvSpPr>
        <p:spPr>
          <a:xfrm>
            <a:off x="1105722" y="719456"/>
            <a:ext cx="7787452" cy="45719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8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31" name="Picture 13" descr="Copia de bullets_largeballs_blue_0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3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4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5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1441" descr="1"/>
          <p:cNvPicPr>
            <a:picLocks noChangeAspect="1"/>
          </p:cNvPicPr>
          <p:nvPr/>
        </p:nvPicPr>
        <p:blipFill>
          <a:blip r:embed="rId12"/>
          <a:srcRect b="38461"/>
          <a:stretch>
            <a:fillRect/>
          </a:stretch>
        </p:blipFill>
        <p:spPr>
          <a:xfrm>
            <a:off x="0" y="6324600"/>
            <a:ext cx="9144000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矩形 61442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2" name="文本占位符 61443"/>
          <p:cNvSpPr>
            <a:spLocks noGrp="1"/>
          </p:cNvSpPr>
          <p:nvPr>
            <p:ph type="body"/>
          </p:nvPr>
        </p:nvSpPr>
        <p:spPr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3" name="日期占位符 614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373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noProof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页脚占位符 614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37325"/>
            <a:ext cx="2895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 noProof="1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614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373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056" name="图片 61447" descr="artplus_nature_naturalcity42_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1463" y="5935663"/>
            <a:ext cx="1235075" cy="833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图片 61448" descr="artplus_nature_naturalcity42_b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1950" y="5916613"/>
            <a:ext cx="828675" cy="15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61449" descr="artplus_nature_naturalcity42_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61338" y="5608638"/>
            <a:ext cx="430212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61450" descr="artplus_nature_naturalcity42_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02600" y="5849938"/>
            <a:ext cx="173038" cy="161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图片 61451" descr="artplus_nature_naturalcity42_i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9313" y="5969000"/>
            <a:ext cx="461962" cy="244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61452" descr="artplus_nature_naturalcity42_c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2975" y="5943600"/>
            <a:ext cx="309563" cy="241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2" name="图片 61453" descr="artplus_nature_naturalcity42_f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26388" y="6334125"/>
            <a:ext cx="1370012" cy="523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3" name="标题 6145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2064" name="图片 61455" descr="a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25013" y="328613"/>
            <a:ext cx="942975" cy="1082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61456" descr="b_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989012" y="1371600"/>
            <a:ext cx="825500" cy="35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6" name="动作按钮: 后退或前一项 61462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7" name="动作按钮: 前进或下一项 61463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68" name="动作按钮: 第一张 61464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3813" y="15875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4" descr="http://www.mailxmail.com/cursos/imagenes/11941_18_2.jpg"/>
          <p:cNvPicPr>
            <a:picLocks noChangeAspect="1"/>
          </p:cNvPicPr>
          <p:nvPr/>
        </p:nvPicPr>
        <p:blipFill>
          <a:blip r:embed="rId12">
            <a:lum bright="57999" contrast="-70000"/>
          </a:blip>
          <a:stretch>
            <a:fillRect/>
          </a:stretch>
        </p:blipFill>
        <p:spPr>
          <a:xfrm>
            <a:off x="1341438" y="1593850"/>
            <a:ext cx="7802562" cy="5264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7"/>
          <p:cNvSpPr/>
          <p:nvPr/>
        </p:nvSpPr>
        <p:spPr>
          <a:xfrm flipV="1">
            <a:off x="920834" y="855982"/>
            <a:ext cx="7802563" cy="45719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6" name="Oval 8"/>
          <p:cNvSpPr/>
          <p:nvPr/>
        </p:nvSpPr>
        <p:spPr>
          <a:xfrm>
            <a:off x="8743950" y="6492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7" name="Line 11"/>
          <p:cNvSpPr/>
          <p:nvPr/>
        </p:nvSpPr>
        <p:spPr>
          <a:xfrm>
            <a:off x="8697913" y="7953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" name="Line 14"/>
          <p:cNvSpPr/>
          <p:nvPr/>
        </p:nvSpPr>
        <p:spPr>
          <a:xfrm rot="-5400000">
            <a:off x="8696325" y="7953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079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2525" y="6858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0" name="Rectangle 18"/>
          <p:cNvSpPr/>
          <p:nvPr/>
        </p:nvSpPr>
        <p:spPr>
          <a:xfrm>
            <a:off x="0" y="0"/>
            <a:ext cx="13319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2" name="动作按钮: 后退或前一项 63498">
            <a:hlinkClick r:id="" action="ppaction://hlinkshowjump?jump=previousslide"/>
          </p:cNvPr>
          <p:cNvSpPr/>
          <p:nvPr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3" name="动作按钮: 前进或下一项 63499">
            <a:hlinkClick r:id="" action="ppaction://hlinkshowjump?jump=nextslide"/>
          </p:cNvPr>
          <p:cNvSpPr/>
          <p:nvPr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4" name="动作按钮: 第一张 63500"/>
          <p:cNvSpPr/>
          <p:nvPr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10430" y="-8783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0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2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4103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6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7806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4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5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6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5127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8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0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1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8966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8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9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0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6151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2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3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4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5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9627" y="17436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692150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Rectangle 7"/>
          <p:cNvSpPr/>
          <p:nvPr/>
        </p:nvSpPr>
        <p:spPr>
          <a:xfrm>
            <a:off x="684213" y="692150"/>
            <a:ext cx="8208962" cy="73025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454545"/>
              </a:gs>
              <a:gs pos="100000">
                <a:srgbClr val="96969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2" name="Oval 8"/>
          <p:cNvSpPr/>
          <p:nvPr/>
        </p:nvSpPr>
        <p:spPr>
          <a:xfrm>
            <a:off x="8866188" y="509588"/>
            <a:ext cx="269875" cy="288925"/>
          </a:xfrm>
          <a:prstGeom prst="ellipse">
            <a:avLst/>
          </a:prstGeom>
          <a:solidFill>
            <a:srgbClr val="00FFCC"/>
          </a:soli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3" name="Line 11"/>
          <p:cNvSpPr/>
          <p:nvPr/>
        </p:nvSpPr>
        <p:spPr>
          <a:xfrm>
            <a:off x="8820150" y="655638"/>
            <a:ext cx="360363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4" name="Line 14"/>
          <p:cNvSpPr/>
          <p:nvPr/>
        </p:nvSpPr>
        <p:spPr>
          <a:xfrm rot="-5400000">
            <a:off x="8818563" y="655638"/>
            <a:ext cx="360362" cy="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175" name="Picture 13" descr="Copia de bullets_largeballs_blue_0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4763" y="546100"/>
            <a:ext cx="212725" cy="217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6" name="Rectangle 18"/>
          <p:cNvSpPr/>
          <p:nvPr/>
        </p:nvSpPr>
        <p:spPr>
          <a:xfrm>
            <a:off x="0" y="0"/>
            <a:ext cx="684213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0080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7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8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9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7937" y="0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62465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195" name="组合 62466"/>
          <p:cNvGrpSpPr/>
          <p:nvPr/>
        </p:nvGrpSpPr>
        <p:grpSpPr>
          <a:xfrm>
            <a:off x="152400" y="381000"/>
            <a:ext cx="6838950" cy="3365500"/>
            <a:chOff x="0" y="0"/>
            <a:chExt cx="4308" cy="2120"/>
          </a:xfrm>
        </p:grpSpPr>
        <p:sp>
          <p:nvSpPr>
            <p:cNvPr id="8213" name="任意多边形 62467"/>
            <p:cNvSpPr/>
            <p:nvPr/>
          </p:nvSpPr>
          <p:spPr>
            <a:xfrm>
              <a:off x="79" y="94"/>
              <a:ext cx="1267" cy="1938"/>
            </a:xfrm>
            <a:custGeom>
              <a:avLst/>
              <a:gdLst/>
              <a:ahLst/>
              <a:cxnLst>
                <a:cxn ang="0">
                  <a:pos x="16" y="34"/>
                </a:cxn>
                <a:cxn ang="0">
                  <a:pos x="43" y="28"/>
                </a:cxn>
                <a:cxn ang="0">
                  <a:pos x="57" y="32"/>
                </a:cxn>
                <a:cxn ang="0">
                  <a:pos x="55" y="59"/>
                </a:cxn>
                <a:cxn ang="0">
                  <a:pos x="36" y="77"/>
                </a:cxn>
                <a:cxn ang="0">
                  <a:pos x="28" y="95"/>
                </a:cxn>
                <a:cxn ang="0">
                  <a:pos x="37" y="128"/>
                </a:cxn>
                <a:cxn ang="0">
                  <a:pos x="42" y="127"/>
                </a:cxn>
                <a:cxn ang="0">
                  <a:pos x="43" y="120"/>
                </a:cxn>
                <a:cxn ang="0">
                  <a:pos x="64" y="154"/>
                </a:cxn>
                <a:cxn ang="0">
                  <a:pos x="86" y="159"/>
                </a:cxn>
                <a:cxn ang="0">
                  <a:pos x="105" y="179"/>
                </a:cxn>
                <a:cxn ang="0">
                  <a:pos x="113" y="189"/>
                </a:cxn>
                <a:cxn ang="0">
                  <a:pos x="102" y="214"/>
                </a:cxn>
                <a:cxn ang="0">
                  <a:pos x="121" y="236"/>
                </a:cxn>
                <a:cxn ang="0">
                  <a:pos x="136" y="268"/>
                </a:cxn>
                <a:cxn ang="0">
                  <a:pos x="145" y="307"/>
                </a:cxn>
                <a:cxn ang="0">
                  <a:pos x="157" y="337"/>
                </a:cxn>
                <a:cxn ang="0">
                  <a:pos x="168" y="335"/>
                </a:cxn>
                <a:cxn ang="0">
                  <a:pos x="165" y="318"/>
                </a:cxn>
                <a:cxn ang="0">
                  <a:pos x="170" y="306"/>
                </a:cxn>
                <a:cxn ang="0">
                  <a:pos x="180" y="296"/>
                </a:cxn>
                <a:cxn ang="0">
                  <a:pos x="191" y="276"/>
                </a:cxn>
                <a:cxn ang="0">
                  <a:pos x="207" y="259"/>
                </a:cxn>
                <a:cxn ang="0">
                  <a:pos x="214" y="232"/>
                </a:cxn>
                <a:cxn ang="0">
                  <a:pos x="204" y="204"/>
                </a:cxn>
                <a:cxn ang="0">
                  <a:pos x="181" y="187"/>
                </a:cxn>
                <a:cxn ang="0">
                  <a:pos x="146" y="170"/>
                </a:cxn>
                <a:cxn ang="0">
                  <a:pos x="128" y="167"/>
                </a:cxn>
                <a:cxn ang="0">
                  <a:pos x="119" y="169"/>
                </a:cxn>
                <a:cxn ang="0">
                  <a:pos x="105" y="174"/>
                </a:cxn>
                <a:cxn ang="0">
                  <a:pos x="100" y="156"/>
                </a:cxn>
                <a:cxn ang="0">
                  <a:pos x="97" y="141"/>
                </a:cxn>
                <a:cxn ang="0">
                  <a:pos x="83" y="147"/>
                </a:cxn>
                <a:cxn ang="0">
                  <a:pos x="75" y="127"/>
                </a:cxn>
                <a:cxn ang="0">
                  <a:pos x="97" y="121"/>
                </a:cxn>
                <a:cxn ang="0">
                  <a:pos x="111" y="120"/>
                </a:cxn>
                <a:cxn ang="0">
                  <a:pos x="118" y="119"/>
                </a:cxn>
                <a:cxn ang="0">
                  <a:pos x="139" y="100"/>
                </a:cxn>
                <a:cxn ang="0">
                  <a:pos x="157" y="90"/>
                </a:cxn>
                <a:cxn ang="0">
                  <a:pos x="168" y="85"/>
                </a:cxn>
                <a:cxn ang="0">
                  <a:pos x="177" y="71"/>
                </a:cxn>
                <a:cxn ang="0">
                  <a:pos x="170" y="68"/>
                </a:cxn>
                <a:cxn ang="0">
                  <a:pos x="201" y="61"/>
                </a:cxn>
                <a:cxn ang="0">
                  <a:pos x="186" y="46"/>
                </a:cxn>
                <a:cxn ang="0">
                  <a:pos x="175" y="34"/>
                </a:cxn>
                <a:cxn ang="0">
                  <a:pos x="162" y="48"/>
                </a:cxn>
                <a:cxn ang="0">
                  <a:pos x="146" y="59"/>
                </a:cxn>
                <a:cxn ang="0">
                  <a:pos x="135" y="40"/>
                </a:cxn>
                <a:cxn ang="0">
                  <a:pos x="159" y="32"/>
                </a:cxn>
                <a:cxn ang="0">
                  <a:pos x="167" y="25"/>
                </a:cxn>
                <a:cxn ang="0">
                  <a:pos x="175" y="23"/>
                </a:cxn>
                <a:cxn ang="0">
                  <a:pos x="170" y="19"/>
                </a:cxn>
                <a:cxn ang="0">
                  <a:pos x="166" y="16"/>
                </a:cxn>
                <a:cxn ang="0">
                  <a:pos x="159" y="13"/>
                </a:cxn>
                <a:cxn ang="0">
                  <a:pos x="146" y="18"/>
                </a:cxn>
                <a:cxn ang="0">
                  <a:pos x="125" y="16"/>
                </a:cxn>
                <a:cxn ang="0">
                  <a:pos x="73" y="0"/>
                </a:cxn>
                <a:cxn ang="0">
                  <a:pos x="46" y="4"/>
                </a:cxn>
                <a:cxn ang="0">
                  <a:pos x="38" y="13"/>
                </a:cxn>
                <a:cxn ang="0">
                  <a:pos x="16" y="23"/>
                </a:cxn>
                <a:cxn ang="0">
                  <a:pos x="16" y="28"/>
                </a:cxn>
                <a:cxn ang="0">
                  <a:pos x="1" y="33"/>
                </a:cxn>
              </a:cxnLst>
              <a:rect l="0" t="0" r="0" b="0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任意多边形 62468"/>
            <p:cNvSpPr/>
            <p:nvPr/>
          </p:nvSpPr>
          <p:spPr>
            <a:xfrm>
              <a:off x="39" y="279"/>
              <a:ext cx="34" cy="28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3"/>
                </a:cxn>
                <a:cxn ang="0">
                  <a:pos x="3" y="4"/>
                </a:cxn>
                <a:cxn ang="0">
                  <a:pos x="5" y="3"/>
                </a:cxn>
                <a:cxn ang="0">
                  <a:pos x="4" y="0"/>
                </a:cxn>
                <a:cxn ang="0">
                  <a:pos x="2" y="1"/>
                </a:cxn>
              </a:cxnLst>
              <a:rect l="0" t="0" r="0" b="0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任意多边形 62469"/>
            <p:cNvSpPr/>
            <p:nvPr/>
          </p:nvSpPr>
          <p:spPr>
            <a:xfrm>
              <a:off x="346" y="402"/>
              <a:ext cx="39" cy="3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6" y="2"/>
                </a:cxn>
                <a:cxn ang="0">
                  <a:pos x="4" y="1"/>
                </a:cxn>
                <a:cxn ang="0">
                  <a:pos x="2" y="0"/>
                </a:cxn>
              </a:cxnLst>
              <a:rect l="0" t="0" r="0" b="0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任意多边形 62470"/>
            <p:cNvSpPr/>
            <p:nvPr/>
          </p:nvSpPr>
          <p:spPr>
            <a:xfrm>
              <a:off x="1128" y="458"/>
              <a:ext cx="98" cy="7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0" y="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3" y="8"/>
                </a:cxn>
                <a:cxn ang="0">
                  <a:pos x="7" y="11"/>
                </a:cxn>
                <a:cxn ang="0">
                  <a:pos x="10" y="13"/>
                </a:cxn>
                <a:cxn ang="0">
                  <a:pos x="11" y="13"/>
                </a:cxn>
                <a:cxn ang="0">
                  <a:pos x="12" y="12"/>
                </a:cxn>
                <a:cxn ang="0">
                  <a:pos x="13" y="14"/>
                </a:cxn>
                <a:cxn ang="0">
                  <a:pos x="16" y="12"/>
                </a:cxn>
                <a:cxn ang="0">
                  <a:pos x="17" y="11"/>
                </a:cxn>
                <a:cxn ang="0">
                  <a:pos x="13" y="6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0"/>
                </a:cxn>
              </a:cxnLst>
              <a:rect l="0" t="0" r="0" b="0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任意多边形 62471"/>
            <p:cNvSpPr/>
            <p:nvPr/>
          </p:nvSpPr>
          <p:spPr>
            <a:xfrm>
              <a:off x="654" y="842"/>
              <a:ext cx="158" cy="84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3" y="8"/>
                </a:cxn>
                <a:cxn ang="0">
                  <a:pos x="7" y="6"/>
                </a:cxn>
                <a:cxn ang="0">
                  <a:pos x="12" y="8"/>
                </a:cxn>
                <a:cxn ang="0">
                  <a:pos x="14" y="8"/>
                </a:cxn>
                <a:cxn ang="0">
                  <a:pos x="17" y="13"/>
                </a:cxn>
                <a:cxn ang="0">
                  <a:pos x="18" y="15"/>
                </a:cxn>
                <a:cxn ang="0">
                  <a:pos x="20" y="14"/>
                </a:cxn>
                <a:cxn ang="0">
                  <a:pos x="22" y="13"/>
                </a:cxn>
                <a:cxn ang="0">
                  <a:pos x="24" y="14"/>
                </a:cxn>
                <a:cxn ang="0">
                  <a:pos x="25" y="11"/>
                </a:cxn>
                <a:cxn ang="0">
                  <a:pos x="19" y="8"/>
                </a:cxn>
                <a:cxn ang="0">
                  <a:pos x="13" y="3"/>
                </a:cxn>
                <a:cxn ang="0">
                  <a:pos x="7" y="4"/>
                </a:cxn>
                <a:cxn ang="0">
                  <a:pos x="5" y="2"/>
                </a:cxn>
              </a:cxnLst>
              <a:rect l="0" t="0" r="0" b="0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任意多边形 62472"/>
            <p:cNvSpPr/>
            <p:nvPr/>
          </p:nvSpPr>
          <p:spPr>
            <a:xfrm>
              <a:off x="784" y="906"/>
              <a:ext cx="99" cy="4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4" y="5"/>
                </a:cxn>
                <a:cxn ang="0">
                  <a:pos x="1" y="5"/>
                </a:cxn>
                <a:cxn ang="0">
                  <a:pos x="1" y="6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1" y="3"/>
                </a:cxn>
                <a:cxn ang="0">
                  <a:pos x="9" y="2"/>
                </a:cxn>
                <a:cxn ang="0">
                  <a:pos x="7" y="0"/>
                </a:cxn>
              </a:cxnLst>
              <a:rect l="0" t="0" r="0" b="0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任意多边形 62473"/>
            <p:cNvSpPr/>
            <p:nvPr/>
          </p:nvSpPr>
          <p:spPr>
            <a:xfrm>
              <a:off x="889" y="932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任意多边形 62474"/>
            <p:cNvSpPr/>
            <p:nvPr/>
          </p:nvSpPr>
          <p:spPr>
            <a:xfrm>
              <a:off x="945" y="935"/>
              <a:ext cx="12" cy="2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4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0" b="0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任意多边形 62475"/>
            <p:cNvSpPr/>
            <p:nvPr/>
          </p:nvSpPr>
          <p:spPr>
            <a:xfrm>
              <a:off x="762" y="89"/>
              <a:ext cx="180" cy="88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4" y="5"/>
                </a:cxn>
                <a:cxn ang="0">
                  <a:pos x="2" y="5"/>
                </a:cxn>
                <a:cxn ang="0">
                  <a:pos x="0" y="6"/>
                </a:cxn>
                <a:cxn ang="0">
                  <a:pos x="4" y="8"/>
                </a:cxn>
                <a:cxn ang="0">
                  <a:pos x="6" y="8"/>
                </a:cxn>
                <a:cxn ang="0">
                  <a:pos x="10" y="6"/>
                </a:cxn>
                <a:cxn ang="0">
                  <a:pos x="11" y="6"/>
                </a:cxn>
                <a:cxn ang="0">
                  <a:pos x="11" y="8"/>
                </a:cxn>
                <a:cxn ang="0">
                  <a:pos x="8" y="8"/>
                </a:cxn>
                <a:cxn ang="0">
                  <a:pos x="10" y="10"/>
                </a:cxn>
                <a:cxn ang="0">
                  <a:pos x="6" y="12"/>
                </a:cxn>
                <a:cxn ang="0">
                  <a:pos x="10" y="15"/>
                </a:cxn>
                <a:cxn ang="0">
                  <a:pos x="11" y="15"/>
                </a:cxn>
                <a:cxn ang="0">
                  <a:pos x="17" y="14"/>
                </a:cxn>
                <a:cxn ang="0">
                  <a:pos x="20" y="14"/>
                </a:cxn>
                <a:cxn ang="0">
                  <a:pos x="23" y="17"/>
                </a:cxn>
                <a:cxn ang="0">
                  <a:pos x="28" y="15"/>
                </a:cxn>
                <a:cxn ang="0">
                  <a:pos x="30" y="14"/>
                </a:cxn>
                <a:cxn ang="0">
                  <a:pos x="30" y="11"/>
                </a:cxn>
                <a:cxn ang="0">
                  <a:pos x="32" y="10"/>
                </a:cxn>
                <a:cxn ang="0">
                  <a:pos x="32" y="6"/>
                </a:cxn>
                <a:cxn ang="0">
                  <a:pos x="29" y="8"/>
                </a:cxn>
                <a:cxn ang="0">
                  <a:pos x="27" y="6"/>
                </a:cxn>
                <a:cxn ang="0">
                  <a:pos x="23" y="6"/>
                </a:cxn>
                <a:cxn ang="0">
                  <a:pos x="18" y="2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8" y="1"/>
                </a:cxn>
              </a:cxnLst>
              <a:rect l="0" t="0" r="0" b="0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任意多边形 62476"/>
            <p:cNvSpPr/>
            <p:nvPr/>
          </p:nvSpPr>
          <p:spPr>
            <a:xfrm>
              <a:off x="842" y="48"/>
              <a:ext cx="146" cy="60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2" y="4"/>
                </a:cxn>
                <a:cxn ang="0">
                  <a:pos x="2" y="5"/>
                </a:cxn>
                <a:cxn ang="0">
                  <a:pos x="8" y="8"/>
                </a:cxn>
                <a:cxn ang="0">
                  <a:pos x="19" y="11"/>
                </a:cxn>
                <a:cxn ang="0">
                  <a:pos x="24" y="10"/>
                </a:cxn>
                <a:cxn ang="0">
                  <a:pos x="26" y="8"/>
                </a:cxn>
                <a:cxn ang="0">
                  <a:pos x="24" y="6"/>
                </a:cxn>
                <a:cxn ang="0">
                  <a:pos x="23" y="5"/>
                </a:cxn>
                <a:cxn ang="0">
                  <a:pos x="17" y="4"/>
                </a:cxn>
                <a:cxn ang="0">
                  <a:pos x="13" y="2"/>
                </a:cxn>
              </a:cxnLst>
              <a:rect l="0" t="0" r="0" b="0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任意多边形 62477"/>
            <p:cNvSpPr/>
            <p:nvPr/>
          </p:nvSpPr>
          <p:spPr>
            <a:xfrm>
              <a:off x="1047" y="118"/>
              <a:ext cx="233" cy="19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8" y="10"/>
                </a:cxn>
                <a:cxn ang="0">
                  <a:pos x="11" y="11"/>
                </a:cxn>
                <a:cxn ang="0">
                  <a:pos x="14" y="13"/>
                </a:cxn>
                <a:cxn ang="0">
                  <a:pos x="17" y="11"/>
                </a:cxn>
                <a:cxn ang="0">
                  <a:pos x="20" y="13"/>
                </a:cxn>
                <a:cxn ang="0">
                  <a:pos x="20" y="16"/>
                </a:cxn>
                <a:cxn ang="0">
                  <a:pos x="16" y="20"/>
                </a:cxn>
                <a:cxn ang="0">
                  <a:pos x="13" y="22"/>
                </a:cxn>
                <a:cxn ang="0">
                  <a:pos x="10" y="22"/>
                </a:cxn>
                <a:cxn ang="0">
                  <a:pos x="8" y="22"/>
                </a:cxn>
                <a:cxn ang="0">
                  <a:pos x="6" y="25"/>
                </a:cxn>
                <a:cxn ang="0">
                  <a:pos x="6" y="25"/>
                </a:cxn>
                <a:cxn ang="0">
                  <a:pos x="10" y="27"/>
                </a:cxn>
                <a:cxn ang="0">
                  <a:pos x="13" y="27"/>
                </a:cxn>
                <a:cxn ang="0">
                  <a:pos x="16" y="30"/>
                </a:cxn>
                <a:cxn ang="0">
                  <a:pos x="17" y="31"/>
                </a:cxn>
                <a:cxn ang="0">
                  <a:pos x="19" y="31"/>
                </a:cxn>
                <a:cxn ang="0">
                  <a:pos x="22" y="33"/>
                </a:cxn>
                <a:cxn ang="0">
                  <a:pos x="25" y="31"/>
                </a:cxn>
                <a:cxn ang="0">
                  <a:pos x="28" y="31"/>
                </a:cxn>
                <a:cxn ang="0">
                  <a:pos x="31" y="28"/>
                </a:cxn>
                <a:cxn ang="0">
                  <a:pos x="30" y="24"/>
                </a:cxn>
                <a:cxn ang="0">
                  <a:pos x="29" y="22"/>
                </a:cxn>
                <a:cxn ang="0">
                  <a:pos x="32" y="22"/>
                </a:cxn>
                <a:cxn ang="0">
                  <a:pos x="33" y="24"/>
                </a:cxn>
                <a:cxn ang="0">
                  <a:pos x="33" y="25"/>
                </a:cxn>
                <a:cxn ang="0">
                  <a:pos x="35" y="25"/>
                </a:cxn>
                <a:cxn ang="0">
                  <a:pos x="41" y="22"/>
                </a:cxn>
                <a:cxn ang="0">
                  <a:pos x="40" y="19"/>
                </a:cxn>
                <a:cxn ang="0">
                  <a:pos x="35" y="16"/>
                </a:cxn>
                <a:cxn ang="0">
                  <a:pos x="36" y="14"/>
                </a:cxn>
                <a:cxn ang="0">
                  <a:pos x="38" y="13"/>
                </a:cxn>
                <a:cxn ang="0">
                  <a:pos x="34" y="7"/>
                </a:cxn>
                <a:cxn ang="0">
                  <a:pos x="32" y="7"/>
                </a:cxn>
                <a:cxn ang="0">
                  <a:pos x="30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23" y="3"/>
                </a:cxn>
                <a:cxn ang="0">
                  <a:pos x="19" y="2"/>
                </a:cxn>
                <a:cxn ang="0">
                  <a:pos x="17" y="2"/>
                </a:cxn>
                <a:cxn ang="0">
                  <a:pos x="10" y="1"/>
                </a:cxn>
              </a:cxnLst>
              <a:rect l="0" t="0" r="0" b="0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任意多边形 62478"/>
            <p:cNvSpPr/>
            <p:nvPr/>
          </p:nvSpPr>
          <p:spPr>
            <a:xfrm>
              <a:off x="1045" y="36"/>
              <a:ext cx="44" cy="3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7" y="4"/>
                </a:cxn>
                <a:cxn ang="0">
                  <a:pos x="5" y="1"/>
                </a:cxn>
                <a:cxn ang="0">
                  <a:pos x="3" y="0"/>
                </a:cxn>
              </a:cxnLst>
              <a:rect l="0" t="0" r="0" b="0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任意多边形 62479"/>
            <p:cNvSpPr/>
            <p:nvPr/>
          </p:nvSpPr>
          <p:spPr>
            <a:xfrm>
              <a:off x="961" y="106"/>
              <a:ext cx="65" cy="42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4" y="3"/>
                </a:cxn>
                <a:cxn ang="0">
                  <a:pos x="2" y="3"/>
                </a:cxn>
                <a:cxn ang="0">
                  <a:pos x="2" y="7"/>
                </a:cxn>
                <a:cxn ang="0">
                  <a:pos x="11" y="4"/>
                </a:cxn>
                <a:cxn ang="0">
                  <a:pos x="12" y="2"/>
                </a:cxn>
                <a:cxn ang="0">
                  <a:pos x="8" y="1"/>
                </a:cxn>
                <a:cxn ang="0">
                  <a:pos x="6" y="1"/>
                </a:cxn>
              </a:cxnLst>
              <a:rect l="0" t="0" r="0" b="0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任意多边形 62480"/>
            <p:cNvSpPr/>
            <p:nvPr/>
          </p:nvSpPr>
          <p:spPr>
            <a:xfrm>
              <a:off x="1029" y="114"/>
              <a:ext cx="54" cy="2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" y="2"/>
                </a:cxn>
                <a:cxn ang="0">
                  <a:pos x="3" y="4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5" y="0"/>
                </a:cxn>
              </a:cxnLst>
              <a:rect l="0" t="0" r="0" b="0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任意多边形 62481"/>
            <p:cNvSpPr/>
            <p:nvPr/>
          </p:nvSpPr>
          <p:spPr>
            <a:xfrm>
              <a:off x="1000" y="78"/>
              <a:ext cx="64" cy="34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6" y="5"/>
                </a:cxn>
                <a:cxn ang="0">
                  <a:pos x="8" y="6"/>
                </a:cxn>
                <a:cxn ang="0">
                  <a:pos x="11" y="3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8" y="2"/>
                </a:cxn>
              </a:cxnLst>
              <a:rect l="0" t="0" r="0" b="0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任意多边形 62482"/>
            <p:cNvSpPr/>
            <p:nvPr/>
          </p:nvSpPr>
          <p:spPr>
            <a:xfrm>
              <a:off x="973" y="46"/>
              <a:ext cx="44" cy="2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4" y="3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2" y="2"/>
                </a:cxn>
              </a:cxnLst>
              <a:rect l="0" t="0" r="0" b="0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任意多边形 62483"/>
            <p:cNvSpPr/>
            <p:nvPr/>
          </p:nvSpPr>
          <p:spPr>
            <a:xfrm>
              <a:off x="1087" y="49"/>
              <a:ext cx="114" cy="7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2" y="2"/>
                </a:cxn>
                <a:cxn ang="0">
                  <a:pos x="2" y="6"/>
                </a:cxn>
                <a:cxn ang="0">
                  <a:pos x="2" y="8"/>
                </a:cxn>
                <a:cxn ang="0">
                  <a:pos x="0" y="10"/>
                </a:cxn>
                <a:cxn ang="0">
                  <a:pos x="8" y="12"/>
                </a:cxn>
                <a:cxn ang="0">
                  <a:pos x="11" y="13"/>
                </a:cxn>
                <a:cxn ang="0">
                  <a:pos x="21" y="12"/>
                </a:cxn>
                <a:cxn ang="0">
                  <a:pos x="11" y="10"/>
                </a:cxn>
                <a:cxn ang="0">
                  <a:pos x="8" y="8"/>
                </a:cxn>
                <a:cxn ang="0">
                  <a:pos x="6" y="8"/>
                </a:cxn>
                <a:cxn ang="0">
                  <a:pos x="8" y="5"/>
                </a:cxn>
                <a:cxn ang="0">
                  <a:pos x="6" y="0"/>
                </a:cxn>
              </a:cxnLst>
              <a:rect l="0" t="0" r="0" b="0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任意多边形 62484"/>
            <p:cNvSpPr/>
            <p:nvPr/>
          </p:nvSpPr>
          <p:spPr>
            <a:xfrm>
              <a:off x="0" y="294"/>
              <a:ext cx="25" cy="15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4" y="0"/>
                </a:cxn>
              </a:cxnLst>
              <a:rect l="0" t="0" r="0" b="0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任意多边形 62485"/>
            <p:cNvSpPr/>
            <p:nvPr/>
          </p:nvSpPr>
          <p:spPr>
            <a:xfrm>
              <a:off x="757" y="805"/>
              <a:ext cx="16" cy="1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任意多边形 62486"/>
            <p:cNvSpPr/>
            <p:nvPr/>
          </p:nvSpPr>
          <p:spPr>
            <a:xfrm>
              <a:off x="760" y="830"/>
              <a:ext cx="16" cy="1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任意多边形 62487"/>
            <p:cNvSpPr/>
            <p:nvPr/>
          </p:nvSpPr>
          <p:spPr>
            <a:xfrm>
              <a:off x="964" y="962"/>
              <a:ext cx="15" cy="1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0" b="0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任意多边形 62488"/>
            <p:cNvSpPr/>
            <p:nvPr/>
          </p:nvSpPr>
          <p:spPr>
            <a:xfrm>
              <a:off x="1088" y="478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任意多边形 62489"/>
            <p:cNvSpPr/>
            <p:nvPr/>
          </p:nvSpPr>
          <p:spPr>
            <a:xfrm>
              <a:off x="988" y="273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任意多边形 62490"/>
            <p:cNvSpPr/>
            <p:nvPr/>
          </p:nvSpPr>
          <p:spPr>
            <a:xfrm>
              <a:off x="1053" y="94"/>
              <a:ext cx="39" cy="1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4" y="4"/>
                </a:cxn>
                <a:cxn ang="0">
                  <a:pos x="5" y="2"/>
                </a:cxn>
                <a:cxn ang="0">
                  <a:pos x="2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任意多边形 62491"/>
            <p:cNvSpPr/>
            <p:nvPr/>
          </p:nvSpPr>
          <p:spPr>
            <a:xfrm>
              <a:off x="1116" y="202"/>
              <a:ext cx="38" cy="1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1" y="0"/>
                </a:cxn>
              </a:cxnLst>
              <a:rect l="0" t="0" r="0" b="0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任意多边形 62492"/>
            <p:cNvSpPr/>
            <p:nvPr/>
          </p:nvSpPr>
          <p:spPr>
            <a:xfrm>
              <a:off x="1132" y="0"/>
              <a:ext cx="696" cy="346"/>
            </a:xfrm>
            <a:custGeom>
              <a:avLst/>
              <a:gdLst/>
              <a:ahLst/>
              <a:cxnLst>
                <a:cxn ang="0">
                  <a:pos x="4" y="7"/>
                </a:cxn>
                <a:cxn ang="0">
                  <a:pos x="1" y="12"/>
                </a:cxn>
                <a:cxn ang="0">
                  <a:pos x="4" y="13"/>
                </a:cxn>
                <a:cxn ang="0">
                  <a:pos x="2" y="16"/>
                </a:cxn>
                <a:cxn ang="0">
                  <a:pos x="13" y="18"/>
                </a:cxn>
                <a:cxn ang="0">
                  <a:pos x="19" y="17"/>
                </a:cxn>
                <a:cxn ang="0">
                  <a:pos x="33" y="10"/>
                </a:cxn>
                <a:cxn ang="0">
                  <a:pos x="40" y="9"/>
                </a:cxn>
                <a:cxn ang="0">
                  <a:pos x="43" y="10"/>
                </a:cxn>
                <a:cxn ang="0">
                  <a:pos x="36" y="12"/>
                </a:cxn>
                <a:cxn ang="0">
                  <a:pos x="32" y="14"/>
                </a:cxn>
                <a:cxn ang="0">
                  <a:pos x="33" y="16"/>
                </a:cxn>
                <a:cxn ang="0">
                  <a:pos x="34" y="21"/>
                </a:cxn>
                <a:cxn ang="0">
                  <a:pos x="46" y="25"/>
                </a:cxn>
                <a:cxn ang="0">
                  <a:pos x="44" y="28"/>
                </a:cxn>
                <a:cxn ang="0">
                  <a:pos x="49" y="32"/>
                </a:cxn>
                <a:cxn ang="0">
                  <a:pos x="46" y="35"/>
                </a:cxn>
                <a:cxn ang="0">
                  <a:pos x="43" y="39"/>
                </a:cxn>
                <a:cxn ang="0">
                  <a:pos x="39" y="43"/>
                </a:cxn>
                <a:cxn ang="0">
                  <a:pos x="39" y="56"/>
                </a:cxn>
                <a:cxn ang="0">
                  <a:pos x="44" y="59"/>
                </a:cxn>
                <a:cxn ang="0">
                  <a:pos x="51" y="59"/>
                </a:cxn>
                <a:cxn ang="0">
                  <a:pos x="55" y="56"/>
                </a:cxn>
                <a:cxn ang="0">
                  <a:pos x="67" y="47"/>
                </a:cxn>
                <a:cxn ang="0">
                  <a:pos x="76" y="44"/>
                </a:cxn>
                <a:cxn ang="0">
                  <a:pos x="86" y="41"/>
                </a:cxn>
                <a:cxn ang="0">
                  <a:pos x="95" y="38"/>
                </a:cxn>
                <a:cxn ang="0">
                  <a:pos x="101" y="34"/>
                </a:cxn>
                <a:cxn ang="0">
                  <a:pos x="106" y="26"/>
                </a:cxn>
                <a:cxn ang="0">
                  <a:pos x="106" y="20"/>
                </a:cxn>
                <a:cxn ang="0">
                  <a:pos x="106" y="16"/>
                </a:cxn>
                <a:cxn ang="0">
                  <a:pos x="110" y="12"/>
                </a:cxn>
                <a:cxn ang="0">
                  <a:pos x="116" y="12"/>
                </a:cxn>
                <a:cxn ang="0">
                  <a:pos x="122" y="7"/>
                </a:cxn>
                <a:cxn ang="0">
                  <a:pos x="118" y="7"/>
                </a:cxn>
                <a:cxn ang="0">
                  <a:pos x="112" y="5"/>
                </a:cxn>
                <a:cxn ang="0">
                  <a:pos x="105" y="3"/>
                </a:cxn>
                <a:cxn ang="0">
                  <a:pos x="85" y="3"/>
                </a:cxn>
                <a:cxn ang="0">
                  <a:pos x="77" y="5"/>
                </a:cxn>
                <a:cxn ang="0">
                  <a:pos x="73" y="5"/>
                </a:cxn>
                <a:cxn ang="0">
                  <a:pos x="68" y="7"/>
                </a:cxn>
                <a:cxn ang="0">
                  <a:pos x="64" y="4"/>
                </a:cxn>
                <a:cxn ang="0">
                  <a:pos x="57" y="5"/>
                </a:cxn>
                <a:cxn ang="0">
                  <a:pos x="48" y="7"/>
                </a:cxn>
                <a:cxn ang="0">
                  <a:pos x="55" y="5"/>
                </a:cxn>
                <a:cxn ang="0">
                  <a:pos x="46" y="1"/>
                </a:cxn>
                <a:cxn ang="0">
                  <a:pos x="44" y="1"/>
                </a:cxn>
                <a:cxn ang="0">
                  <a:pos x="41" y="1"/>
                </a:cxn>
                <a:cxn ang="0">
                  <a:pos x="32" y="2"/>
                </a:cxn>
                <a:cxn ang="0">
                  <a:pos x="21" y="4"/>
                </a:cxn>
                <a:cxn ang="0">
                  <a:pos x="14" y="3"/>
                </a:cxn>
                <a:cxn ang="0">
                  <a:pos x="15" y="9"/>
                </a:cxn>
                <a:cxn ang="0">
                  <a:pos x="13" y="7"/>
                </a:cxn>
                <a:cxn ang="0">
                  <a:pos x="7" y="5"/>
                </a:cxn>
              </a:cxnLst>
              <a:rect l="0" t="0" r="0" b="0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任意多边形 62493"/>
            <p:cNvSpPr/>
            <p:nvPr/>
          </p:nvSpPr>
          <p:spPr>
            <a:xfrm>
              <a:off x="1345" y="184"/>
              <a:ext cx="39" cy="2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5" y="0"/>
                </a:cxn>
              </a:cxnLst>
              <a:rect l="0" t="0" r="0" b="0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任意多边形 62494"/>
            <p:cNvSpPr/>
            <p:nvPr/>
          </p:nvSpPr>
          <p:spPr>
            <a:xfrm>
              <a:off x="1628" y="250"/>
              <a:ext cx="128" cy="54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8" y="2"/>
                </a:cxn>
                <a:cxn ang="0">
                  <a:pos x="7" y="0"/>
                </a:cxn>
                <a:cxn ang="0">
                  <a:pos x="0" y="4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0" y="10"/>
                </a:cxn>
                <a:cxn ang="0">
                  <a:pos x="16" y="8"/>
                </a:cxn>
                <a:cxn ang="0">
                  <a:pos x="22" y="6"/>
                </a:cxn>
                <a:cxn ang="0">
                  <a:pos x="19" y="3"/>
                </a:cxn>
                <a:cxn ang="0">
                  <a:pos x="17" y="2"/>
                </a:cxn>
                <a:cxn ang="0">
                  <a:pos x="13" y="2"/>
                </a:cxn>
              </a:cxnLst>
              <a:rect l="0" t="0" r="0" b="0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任意多边形 62495"/>
            <p:cNvSpPr/>
            <p:nvPr/>
          </p:nvSpPr>
          <p:spPr>
            <a:xfrm>
              <a:off x="1729" y="87"/>
              <a:ext cx="39" cy="2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6" y="5"/>
                </a:cxn>
                <a:cxn ang="0">
                  <a:pos x="5" y="0"/>
                </a:cxn>
              </a:cxnLst>
              <a:rect l="0" t="0" r="0" b="0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任意多边形 62496"/>
            <p:cNvSpPr/>
            <p:nvPr/>
          </p:nvSpPr>
          <p:spPr>
            <a:xfrm>
              <a:off x="1998" y="55"/>
              <a:ext cx="155" cy="63"/>
            </a:xfrm>
            <a:custGeom>
              <a:avLst/>
              <a:gdLst/>
              <a:ahLst/>
              <a:cxnLst>
                <a:cxn ang="0">
                  <a:pos x="26" y="1"/>
                </a:cxn>
                <a:cxn ang="0">
                  <a:pos x="14" y="1"/>
                </a:cxn>
                <a:cxn ang="0">
                  <a:pos x="15" y="3"/>
                </a:cxn>
                <a:cxn ang="0">
                  <a:pos x="15" y="4"/>
                </a:cxn>
                <a:cxn ang="0">
                  <a:pos x="13" y="3"/>
                </a:cxn>
                <a:cxn ang="0">
                  <a:pos x="11" y="2"/>
                </a:cxn>
                <a:cxn ang="0">
                  <a:pos x="4" y="3"/>
                </a:cxn>
                <a:cxn ang="0">
                  <a:pos x="5" y="6"/>
                </a:cxn>
                <a:cxn ang="0">
                  <a:pos x="8" y="7"/>
                </a:cxn>
                <a:cxn ang="0">
                  <a:pos x="11" y="9"/>
                </a:cxn>
                <a:cxn ang="0">
                  <a:pos x="13" y="10"/>
                </a:cxn>
                <a:cxn ang="0">
                  <a:pos x="15" y="8"/>
                </a:cxn>
                <a:cxn ang="0">
                  <a:pos x="17" y="7"/>
                </a:cxn>
                <a:cxn ang="0">
                  <a:pos x="17" y="5"/>
                </a:cxn>
                <a:cxn ang="0">
                  <a:pos x="23" y="4"/>
                </a:cxn>
                <a:cxn ang="0">
                  <a:pos x="26" y="4"/>
                </a:cxn>
                <a:cxn ang="0">
                  <a:pos x="27" y="3"/>
                </a:cxn>
                <a:cxn ang="0">
                  <a:pos x="26" y="1"/>
                </a:cxn>
              </a:cxnLst>
              <a:rect l="0" t="0" r="0" b="0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任意多边形 62497"/>
            <p:cNvSpPr/>
            <p:nvPr/>
          </p:nvSpPr>
          <p:spPr>
            <a:xfrm>
              <a:off x="2095" y="88"/>
              <a:ext cx="48" cy="2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" y="2"/>
                </a:cxn>
                <a:cxn ang="0">
                  <a:pos x="4" y="4"/>
                </a:cxn>
                <a:cxn ang="0">
                  <a:pos x="8" y="2"/>
                </a:cxn>
                <a:cxn ang="0">
                  <a:pos x="5" y="2"/>
                </a:cxn>
              </a:cxnLst>
              <a:rect l="0" t="0" r="0" b="0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任意多边形 62498"/>
            <p:cNvSpPr/>
            <p:nvPr/>
          </p:nvSpPr>
          <p:spPr>
            <a:xfrm>
              <a:off x="1803" y="360"/>
              <a:ext cx="109" cy="13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4"/>
                </a:cxn>
                <a:cxn ang="0">
                  <a:pos x="1" y="6"/>
                </a:cxn>
                <a:cxn ang="0">
                  <a:pos x="4" y="12"/>
                </a:cxn>
                <a:cxn ang="0">
                  <a:pos x="7" y="13"/>
                </a:cxn>
                <a:cxn ang="0">
                  <a:pos x="7" y="15"/>
                </a:cxn>
                <a:cxn ang="0">
                  <a:pos x="4" y="15"/>
                </a:cxn>
                <a:cxn ang="0">
                  <a:pos x="2" y="18"/>
                </a:cxn>
                <a:cxn ang="0">
                  <a:pos x="2" y="19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4" y="23"/>
                </a:cxn>
                <a:cxn ang="0">
                  <a:pos x="7" y="23"/>
                </a:cxn>
                <a:cxn ang="0">
                  <a:pos x="12" y="23"/>
                </a:cxn>
                <a:cxn ang="0">
                  <a:pos x="14" y="23"/>
                </a:cxn>
                <a:cxn ang="0">
                  <a:pos x="16" y="23"/>
                </a:cxn>
                <a:cxn ang="0">
                  <a:pos x="16" y="20"/>
                </a:cxn>
                <a:cxn ang="0">
                  <a:pos x="19" y="18"/>
                </a:cxn>
                <a:cxn ang="0">
                  <a:pos x="14" y="15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8" y="8"/>
                </a:cxn>
                <a:cxn ang="0">
                  <a:pos x="11" y="6"/>
                </a:cxn>
                <a:cxn ang="0">
                  <a:pos x="8" y="5"/>
                </a:cxn>
                <a:cxn ang="0">
                  <a:pos x="9" y="2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3" y="3"/>
                </a:cxn>
              </a:cxnLst>
              <a:rect l="0" t="0" r="0" b="0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5" name="任意多边形 62499"/>
            <p:cNvSpPr/>
            <p:nvPr/>
          </p:nvSpPr>
          <p:spPr>
            <a:xfrm>
              <a:off x="1749" y="408"/>
              <a:ext cx="69" cy="68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1"/>
                </a:cxn>
                <a:cxn ang="0">
                  <a:pos x="13" y="3"/>
                </a:cxn>
                <a:cxn ang="0">
                  <a:pos x="11" y="5"/>
                </a:cxn>
                <a:cxn ang="0">
                  <a:pos x="6" y="9"/>
                </a:cxn>
                <a:cxn ang="0">
                  <a:pos x="3" y="11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5"/>
                </a:cxn>
                <a:cxn ang="0">
                  <a:pos x="6" y="4"/>
                </a:cxn>
                <a:cxn ang="0">
                  <a:pos x="8" y="1"/>
                </a:cxn>
              </a:cxnLst>
              <a:rect l="0" t="0" r="0" b="0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6" name="任意多边形 62500"/>
            <p:cNvSpPr/>
            <p:nvPr/>
          </p:nvSpPr>
          <p:spPr>
            <a:xfrm>
              <a:off x="3435" y="1551"/>
              <a:ext cx="474" cy="495"/>
            </a:xfrm>
            <a:custGeom>
              <a:avLst/>
              <a:gdLst/>
              <a:ahLst/>
              <a:cxnLst>
                <a:cxn ang="0">
                  <a:pos x="28" y="2"/>
                </a:cxn>
                <a:cxn ang="0">
                  <a:pos x="23" y="3"/>
                </a:cxn>
                <a:cxn ang="0">
                  <a:pos x="19" y="8"/>
                </a:cxn>
                <a:cxn ang="0">
                  <a:pos x="13" y="8"/>
                </a:cxn>
                <a:cxn ang="0">
                  <a:pos x="10" y="11"/>
                </a:cxn>
                <a:cxn ang="0">
                  <a:pos x="9" y="16"/>
                </a:cxn>
                <a:cxn ang="0">
                  <a:pos x="4" y="23"/>
                </a:cxn>
                <a:cxn ang="0">
                  <a:pos x="0" y="24"/>
                </a:cxn>
                <a:cxn ang="0">
                  <a:pos x="9" y="44"/>
                </a:cxn>
                <a:cxn ang="0">
                  <a:pos x="16" y="57"/>
                </a:cxn>
                <a:cxn ang="0">
                  <a:pos x="19" y="59"/>
                </a:cxn>
                <a:cxn ang="0">
                  <a:pos x="22" y="60"/>
                </a:cxn>
                <a:cxn ang="0">
                  <a:pos x="30" y="58"/>
                </a:cxn>
                <a:cxn ang="0">
                  <a:pos x="33" y="57"/>
                </a:cxn>
                <a:cxn ang="0">
                  <a:pos x="39" y="60"/>
                </a:cxn>
                <a:cxn ang="0">
                  <a:pos x="43" y="71"/>
                </a:cxn>
                <a:cxn ang="0">
                  <a:pos x="44" y="71"/>
                </a:cxn>
                <a:cxn ang="0">
                  <a:pos x="46" y="68"/>
                </a:cxn>
                <a:cxn ang="0">
                  <a:pos x="49" y="74"/>
                </a:cxn>
                <a:cxn ang="0">
                  <a:pos x="53" y="77"/>
                </a:cxn>
                <a:cxn ang="0">
                  <a:pos x="58" y="80"/>
                </a:cxn>
                <a:cxn ang="0">
                  <a:pos x="58" y="83"/>
                </a:cxn>
                <a:cxn ang="0">
                  <a:pos x="60" y="83"/>
                </a:cxn>
                <a:cxn ang="0">
                  <a:pos x="64" y="87"/>
                </a:cxn>
                <a:cxn ang="0">
                  <a:pos x="65" y="85"/>
                </a:cxn>
                <a:cxn ang="0">
                  <a:pos x="71" y="89"/>
                </a:cxn>
                <a:cxn ang="0">
                  <a:pos x="77" y="87"/>
                </a:cxn>
                <a:cxn ang="0">
                  <a:pos x="82" y="71"/>
                </a:cxn>
                <a:cxn ang="0">
                  <a:pos x="83" y="62"/>
                </a:cxn>
                <a:cxn ang="0">
                  <a:pos x="82" y="49"/>
                </a:cxn>
                <a:cxn ang="0">
                  <a:pos x="70" y="37"/>
                </a:cxn>
                <a:cxn ang="0">
                  <a:pos x="70" y="32"/>
                </a:cxn>
                <a:cxn ang="0">
                  <a:pos x="61" y="24"/>
                </a:cxn>
                <a:cxn ang="0">
                  <a:pos x="62" y="21"/>
                </a:cxn>
                <a:cxn ang="0">
                  <a:pos x="60" y="18"/>
                </a:cxn>
                <a:cxn ang="0">
                  <a:pos x="55" y="11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48" y="20"/>
                </a:cxn>
                <a:cxn ang="0">
                  <a:pos x="43" y="16"/>
                </a:cxn>
                <a:cxn ang="0">
                  <a:pos x="39" y="15"/>
                </a:cxn>
                <a:cxn ang="0">
                  <a:pos x="36" y="12"/>
                </a:cxn>
                <a:cxn ang="0">
                  <a:pos x="34" y="8"/>
                </a:cxn>
                <a:cxn ang="0">
                  <a:pos x="37" y="8"/>
                </a:cxn>
                <a:cxn ang="0">
                  <a:pos x="32" y="3"/>
                </a:cxn>
                <a:cxn ang="0">
                  <a:pos x="28" y="2"/>
                </a:cxn>
                <a:cxn ang="0">
                  <a:pos x="27" y="2"/>
                </a:cxn>
                <a:cxn ang="0">
                  <a:pos x="28" y="2"/>
                </a:cxn>
              </a:cxnLst>
              <a:rect l="0" t="0" r="0" b="0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7" name="任意多边形 62501"/>
            <p:cNvSpPr/>
            <p:nvPr/>
          </p:nvSpPr>
          <p:spPr>
            <a:xfrm>
              <a:off x="3582" y="1290"/>
              <a:ext cx="319" cy="210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9" y="5"/>
                </a:cxn>
                <a:cxn ang="0">
                  <a:pos x="8" y="2"/>
                </a:cxn>
                <a:cxn ang="0">
                  <a:pos x="7" y="2"/>
                </a:cxn>
                <a:cxn ang="0">
                  <a:pos x="2" y="2"/>
                </a:cxn>
                <a:cxn ang="0">
                  <a:pos x="5" y="6"/>
                </a:cxn>
                <a:cxn ang="0">
                  <a:pos x="6" y="8"/>
                </a:cxn>
                <a:cxn ang="0">
                  <a:pos x="3" y="10"/>
                </a:cxn>
                <a:cxn ang="0">
                  <a:pos x="12" y="13"/>
                </a:cxn>
                <a:cxn ang="0">
                  <a:pos x="16" y="15"/>
                </a:cxn>
                <a:cxn ang="0">
                  <a:pos x="16" y="17"/>
                </a:cxn>
                <a:cxn ang="0">
                  <a:pos x="19" y="18"/>
                </a:cxn>
                <a:cxn ang="0">
                  <a:pos x="19" y="22"/>
                </a:cxn>
                <a:cxn ang="0">
                  <a:pos x="17" y="26"/>
                </a:cxn>
                <a:cxn ang="0">
                  <a:pos x="24" y="26"/>
                </a:cxn>
                <a:cxn ang="0">
                  <a:pos x="25" y="29"/>
                </a:cxn>
                <a:cxn ang="0">
                  <a:pos x="28" y="30"/>
                </a:cxn>
                <a:cxn ang="0">
                  <a:pos x="30" y="31"/>
                </a:cxn>
                <a:cxn ang="0">
                  <a:pos x="33" y="30"/>
                </a:cxn>
                <a:cxn ang="0">
                  <a:pos x="37" y="26"/>
                </a:cxn>
                <a:cxn ang="0">
                  <a:pos x="44" y="34"/>
                </a:cxn>
                <a:cxn ang="0">
                  <a:pos x="48" y="38"/>
                </a:cxn>
                <a:cxn ang="0">
                  <a:pos x="48" y="30"/>
                </a:cxn>
                <a:cxn ang="0">
                  <a:pos x="44" y="27"/>
                </a:cxn>
                <a:cxn ang="0">
                  <a:pos x="49" y="23"/>
                </a:cxn>
                <a:cxn ang="0">
                  <a:pos x="54" y="22"/>
                </a:cxn>
                <a:cxn ang="0">
                  <a:pos x="56" y="21"/>
                </a:cxn>
                <a:cxn ang="0">
                  <a:pos x="56" y="19"/>
                </a:cxn>
                <a:cxn ang="0">
                  <a:pos x="47" y="20"/>
                </a:cxn>
                <a:cxn ang="0">
                  <a:pos x="40" y="19"/>
                </a:cxn>
                <a:cxn ang="0">
                  <a:pos x="39" y="17"/>
                </a:cxn>
                <a:cxn ang="0">
                  <a:pos x="39" y="16"/>
                </a:cxn>
                <a:cxn ang="0">
                  <a:pos x="29" y="11"/>
                </a:cxn>
                <a:cxn ang="0">
                  <a:pos x="21" y="8"/>
                </a:cxn>
                <a:cxn ang="0">
                  <a:pos x="18" y="8"/>
                </a:cxn>
                <a:cxn ang="0">
                  <a:pos x="10" y="8"/>
                </a:cxn>
                <a:cxn ang="0">
                  <a:pos x="9" y="5"/>
                </a:cxn>
                <a:cxn ang="0">
                  <a:pos x="9" y="0"/>
                </a:cxn>
              </a:cxnLst>
              <a:rect l="0" t="0" r="0" b="0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任意多边形 62502"/>
            <p:cNvSpPr/>
            <p:nvPr/>
          </p:nvSpPr>
          <p:spPr>
            <a:xfrm>
              <a:off x="3591" y="1292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5"/>
                </a:cxn>
                <a:cxn ang="0">
                  <a:pos x="4" y="7"/>
                </a:cxn>
                <a:cxn ang="0">
                  <a:pos x="10" y="12"/>
                </a:cxn>
                <a:cxn ang="0">
                  <a:pos x="16" y="15"/>
                </a:cxn>
                <a:cxn ang="0">
                  <a:pos x="17" y="16"/>
                </a:cxn>
                <a:cxn ang="0">
                  <a:pos x="18" y="22"/>
                </a:cxn>
                <a:cxn ang="0">
                  <a:pos x="16" y="26"/>
                </a:cxn>
                <a:cxn ang="0">
                  <a:pos x="18" y="25"/>
                </a:cxn>
                <a:cxn ang="0">
                  <a:pos x="19" y="25"/>
                </a:cxn>
                <a:cxn ang="0">
                  <a:pos x="21" y="26"/>
                </a:cxn>
                <a:cxn ang="0">
                  <a:pos x="24" y="28"/>
                </a:cxn>
                <a:cxn ang="0">
                  <a:pos x="28" y="31"/>
                </a:cxn>
                <a:cxn ang="0">
                  <a:pos x="31" y="29"/>
                </a:cxn>
                <a:cxn ang="0">
                  <a:pos x="32" y="25"/>
                </a:cxn>
                <a:cxn ang="0">
                  <a:pos x="35" y="26"/>
                </a:cxn>
                <a:cxn ang="0">
                  <a:pos x="38" y="28"/>
                </a:cxn>
                <a:cxn ang="0">
                  <a:pos x="44" y="37"/>
                </a:cxn>
                <a:cxn ang="0">
                  <a:pos x="46" y="37"/>
                </a:cxn>
                <a:cxn ang="0">
                  <a:pos x="46" y="33"/>
                </a:cxn>
                <a:cxn ang="0">
                  <a:pos x="41" y="25"/>
                </a:cxn>
                <a:cxn ang="0">
                  <a:pos x="47" y="23"/>
                </a:cxn>
                <a:cxn ang="0">
                  <a:pos x="53" y="19"/>
                </a:cxn>
                <a:cxn ang="0">
                  <a:pos x="54" y="16"/>
                </a:cxn>
                <a:cxn ang="0">
                  <a:pos x="48" y="18"/>
                </a:cxn>
                <a:cxn ang="0">
                  <a:pos x="40" y="18"/>
                </a:cxn>
                <a:cxn ang="0">
                  <a:pos x="34" y="13"/>
                </a:cxn>
                <a:cxn ang="0">
                  <a:pos x="24" y="7"/>
                </a:cxn>
                <a:cxn ang="0">
                  <a:pos x="17" y="4"/>
                </a:cxn>
                <a:cxn ang="0">
                  <a:pos x="12" y="5"/>
                </a:cxn>
                <a:cxn ang="0">
                  <a:pos x="10" y="7"/>
                </a:cxn>
                <a:cxn ang="0">
                  <a:pos x="7" y="2"/>
                </a:cxn>
                <a:cxn ang="0">
                  <a:pos x="0" y="1"/>
                </a:cxn>
              </a:cxnLst>
              <a:rect l="0" t="0" r="0" b="0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9" name="任意多边形 62503"/>
            <p:cNvSpPr/>
            <p:nvPr/>
          </p:nvSpPr>
          <p:spPr>
            <a:xfrm>
              <a:off x="3821" y="2062"/>
              <a:ext cx="45" cy="58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0" y="2"/>
                </a:cxn>
                <a:cxn ang="0">
                  <a:pos x="3" y="5"/>
                </a:cxn>
                <a:cxn ang="0">
                  <a:pos x="4" y="8"/>
                </a:cxn>
                <a:cxn ang="0">
                  <a:pos x="5" y="10"/>
                </a:cxn>
                <a:cxn ang="0">
                  <a:pos x="8" y="7"/>
                </a:cxn>
                <a:cxn ang="0">
                  <a:pos x="5" y="2"/>
                </a:cxn>
              </a:cxnLst>
              <a:rect l="0" t="0" r="0" b="0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任意多边形 62504"/>
            <p:cNvSpPr/>
            <p:nvPr/>
          </p:nvSpPr>
          <p:spPr>
            <a:xfrm>
              <a:off x="3957" y="1972"/>
              <a:ext cx="164" cy="8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8"/>
                </a:cxn>
                <a:cxn ang="0">
                  <a:pos x="1" y="10"/>
                </a:cxn>
                <a:cxn ang="0">
                  <a:pos x="5" y="15"/>
                </a:cxn>
                <a:cxn ang="0">
                  <a:pos x="16" y="13"/>
                </a:cxn>
                <a:cxn ang="0">
                  <a:pos x="19" y="10"/>
                </a:cxn>
                <a:cxn ang="0">
                  <a:pos x="22" y="9"/>
                </a:cxn>
                <a:cxn ang="0">
                  <a:pos x="29" y="3"/>
                </a:cxn>
                <a:cxn ang="0">
                  <a:pos x="28" y="0"/>
                </a:cxn>
                <a:cxn ang="0">
                  <a:pos x="23" y="3"/>
                </a:cxn>
                <a:cxn ang="0">
                  <a:pos x="14" y="6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5" y="10"/>
                </a:cxn>
              </a:cxnLst>
              <a:rect l="0" t="0" r="0" b="0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任意多边形 62505"/>
            <p:cNvSpPr/>
            <p:nvPr/>
          </p:nvSpPr>
          <p:spPr>
            <a:xfrm>
              <a:off x="4127" y="1922"/>
              <a:ext cx="104" cy="92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1" y="11"/>
                </a:cxn>
                <a:cxn ang="0">
                  <a:pos x="0" y="15"/>
                </a:cxn>
                <a:cxn ang="0">
                  <a:pos x="4" y="17"/>
                </a:cxn>
                <a:cxn ang="0">
                  <a:pos x="7" y="13"/>
                </a:cxn>
                <a:cxn ang="0">
                  <a:pos x="16" y="10"/>
                </a:cxn>
                <a:cxn ang="0">
                  <a:pos x="18" y="6"/>
                </a:cxn>
                <a:cxn ang="0">
                  <a:pos x="14" y="4"/>
                </a:cxn>
                <a:cxn ang="0">
                  <a:pos x="13" y="3"/>
                </a:cxn>
                <a:cxn ang="0">
                  <a:pos x="8" y="2"/>
                </a:cxn>
                <a:cxn ang="0">
                  <a:pos x="7" y="5"/>
                </a:cxn>
                <a:cxn ang="0">
                  <a:pos x="1" y="8"/>
                </a:cxn>
              </a:cxnLst>
              <a:rect l="0" t="0" r="0" b="0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任意多边形 62506"/>
            <p:cNvSpPr/>
            <p:nvPr/>
          </p:nvSpPr>
          <p:spPr>
            <a:xfrm>
              <a:off x="4182" y="1881"/>
              <a:ext cx="37" cy="2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1"/>
                </a:cxn>
                <a:cxn ang="0">
                  <a:pos x="4" y="4"/>
                </a:cxn>
                <a:cxn ang="0">
                  <a:pos x="6" y="3"/>
                </a:cxn>
                <a:cxn ang="0">
                  <a:pos x="5" y="0"/>
                </a:cxn>
              </a:cxnLst>
              <a:rect l="0" t="0" r="0" b="0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任意多边形 62507"/>
            <p:cNvSpPr/>
            <p:nvPr/>
          </p:nvSpPr>
          <p:spPr>
            <a:xfrm>
              <a:off x="2459" y="1395"/>
              <a:ext cx="123" cy="20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4" y="4"/>
                </a:cxn>
                <a:cxn ang="0">
                  <a:pos x="13" y="8"/>
                </a:cxn>
                <a:cxn ang="0">
                  <a:pos x="5" y="11"/>
                </a:cxn>
                <a:cxn ang="0">
                  <a:pos x="4" y="13"/>
                </a:cxn>
                <a:cxn ang="0">
                  <a:pos x="2" y="14"/>
                </a:cxn>
                <a:cxn ang="0">
                  <a:pos x="3" y="18"/>
                </a:cxn>
                <a:cxn ang="0">
                  <a:pos x="4" y="22"/>
                </a:cxn>
                <a:cxn ang="0">
                  <a:pos x="0" y="27"/>
                </a:cxn>
                <a:cxn ang="0">
                  <a:pos x="4" y="35"/>
                </a:cxn>
                <a:cxn ang="0">
                  <a:pos x="8" y="36"/>
                </a:cxn>
                <a:cxn ang="0">
                  <a:pos x="13" y="29"/>
                </a:cxn>
                <a:cxn ang="0">
                  <a:pos x="14" y="26"/>
                </a:cxn>
                <a:cxn ang="0">
                  <a:pos x="17" y="16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17" y="0"/>
                </a:cxn>
              </a:cxnLst>
              <a:rect l="0" t="0" r="0" b="0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任意多边形 62508"/>
            <p:cNvSpPr/>
            <p:nvPr/>
          </p:nvSpPr>
          <p:spPr>
            <a:xfrm>
              <a:off x="2991" y="1083"/>
              <a:ext cx="49" cy="61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8"/>
                </a:cxn>
                <a:cxn ang="0">
                  <a:pos x="4" y="11"/>
                </a:cxn>
                <a:cxn ang="0">
                  <a:pos x="5" y="11"/>
                </a:cxn>
                <a:cxn ang="0">
                  <a:pos x="7" y="11"/>
                </a:cxn>
                <a:cxn ang="0">
                  <a:pos x="4" y="0"/>
                </a:cxn>
              </a:cxnLst>
              <a:rect l="0" t="0" r="0" b="0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任意多边形 62509"/>
            <p:cNvSpPr/>
            <p:nvPr/>
          </p:nvSpPr>
          <p:spPr>
            <a:xfrm>
              <a:off x="3324" y="1149"/>
              <a:ext cx="111" cy="18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8" y="11"/>
                </a:cxn>
                <a:cxn ang="0">
                  <a:pos x="5" y="13"/>
                </a:cxn>
                <a:cxn ang="0">
                  <a:pos x="2" y="15"/>
                </a:cxn>
                <a:cxn ang="0">
                  <a:pos x="6" y="26"/>
                </a:cxn>
                <a:cxn ang="0">
                  <a:pos x="8" y="30"/>
                </a:cxn>
                <a:cxn ang="0">
                  <a:pos x="8" y="32"/>
                </a:cxn>
                <a:cxn ang="0">
                  <a:pos x="11" y="33"/>
                </a:cxn>
                <a:cxn ang="0">
                  <a:pos x="13" y="26"/>
                </a:cxn>
                <a:cxn ang="0">
                  <a:pos x="17" y="23"/>
                </a:cxn>
                <a:cxn ang="0">
                  <a:pos x="15" y="10"/>
                </a:cxn>
                <a:cxn ang="0">
                  <a:pos x="19" y="6"/>
                </a:cxn>
                <a:cxn ang="0">
                  <a:pos x="15" y="3"/>
                </a:cxn>
                <a:cxn ang="0">
                  <a:pos x="13" y="0"/>
                </a:cxn>
              </a:cxnLst>
              <a:rect l="0" t="0" r="0" b="0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任意多边形 62510"/>
            <p:cNvSpPr/>
            <p:nvPr/>
          </p:nvSpPr>
          <p:spPr>
            <a:xfrm>
              <a:off x="3230" y="1092"/>
              <a:ext cx="72" cy="137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12"/>
                </a:cxn>
                <a:cxn ang="0">
                  <a:pos x="10" y="14"/>
                </a:cxn>
                <a:cxn ang="0">
                  <a:pos x="10" y="16"/>
                </a:cxn>
                <a:cxn ang="0">
                  <a:pos x="8" y="12"/>
                </a:cxn>
                <a:cxn ang="0">
                  <a:pos x="5" y="10"/>
                </a:cxn>
                <a:cxn ang="0">
                  <a:pos x="2" y="10"/>
                </a:cxn>
                <a:cxn ang="0">
                  <a:pos x="2" y="13"/>
                </a:cxn>
                <a:cxn ang="0">
                  <a:pos x="6" y="15"/>
                </a:cxn>
                <a:cxn ang="0">
                  <a:pos x="8" y="18"/>
                </a:cxn>
                <a:cxn ang="0">
                  <a:pos x="10" y="18"/>
                </a:cxn>
                <a:cxn ang="0">
                  <a:pos x="11" y="19"/>
                </a:cxn>
                <a:cxn ang="0">
                  <a:pos x="13" y="23"/>
                </a:cxn>
                <a:cxn ang="0">
                  <a:pos x="11" y="16"/>
                </a:cxn>
                <a:cxn ang="0">
                  <a:pos x="11" y="12"/>
                </a:cxn>
                <a:cxn ang="0">
                  <a:pos x="10" y="7"/>
                </a:cxn>
                <a:cxn ang="0">
                  <a:pos x="8" y="5"/>
                </a:cxn>
                <a:cxn ang="0">
                  <a:pos x="8" y="2"/>
                </a:cxn>
                <a:cxn ang="0">
                  <a:pos x="6" y="1"/>
                </a:cxn>
              </a:cxnLst>
              <a:rect l="0" t="0" r="0" b="0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任意多边形 62511"/>
            <p:cNvSpPr/>
            <p:nvPr/>
          </p:nvSpPr>
          <p:spPr>
            <a:xfrm>
              <a:off x="3279" y="1202"/>
              <a:ext cx="40" cy="13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7"/>
                </a:cxn>
                <a:cxn ang="0">
                  <a:pos x="2" y="12"/>
                </a:cxn>
                <a:cxn ang="0">
                  <a:pos x="4" y="17"/>
                </a:cxn>
                <a:cxn ang="0">
                  <a:pos x="7" y="23"/>
                </a:cxn>
                <a:cxn ang="0">
                  <a:pos x="5" y="15"/>
                </a:cxn>
                <a:cxn ang="0">
                  <a:pos x="4" y="12"/>
                </a:cxn>
                <a:cxn ang="0">
                  <a:pos x="4" y="7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1" y="0"/>
                </a:cxn>
              </a:cxnLst>
              <a:rect l="0" t="0" r="0" b="0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任意多边形 62512"/>
            <p:cNvSpPr/>
            <p:nvPr/>
          </p:nvSpPr>
          <p:spPr>
            <a:xfrm>
              <a:off x="3324" y="1339"/>
              <a:ext cx="65" cy="5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4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8" y="7"/>
                </a:cxn>
                <a:cxn ang="0">
                  <a:pos x="11" y="8"/>
                </a:cxn>
                <a:cxn ang="0">
                  <a:pos x="12" y="9"/>
                </a:cxn>
                <a:cxn ang="0">
                  <a:pos x="10" y="5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0" b="0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任意多边形 62513"/>
            <p:cNvSpPr/>
            <p:nvPr/>
          </p:nvSpPr>
          <p:spPr>
            <a:xfrm>
              <a:off x="3428" y="1244"/>
              <a:ext cx="83" cy="117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0" y="2"/>
                </a:cxn>
                <a:cxn ang="0">
                  <a:pos x="3" y="2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1" y="11"/>
                </a:cxn>
                <a:cxn ang="0">
                  <a:pos x="1" y="13"/>
                </a:cxn>
                <a:cxn ang="0">
                  <a:pos x="1" y="15"/>
                </a:cxn>
                <a:cxn ang="0">
                  <a:pos x="3" y="17"/>
                </a:cxn>
                <a:cxn ang="0">
                  <a:pos x="1" y="20"/>
                </a:cxn>
                <a:cxn ang="0">
                  <a:pos x="3" y="22"/>
                </a:cxn>
                <a:cxn ang="0">
                  <a:pos x="5" y="20"/>
                </a:cxn>
                <a:cxn ang="0">
                  <a:pos x="7" y="13"/>
                </a:cxn>
                <a:cxn ang="0">
                  <a:pos x="7" y="17"/>
                </a:cxn>
                <a:cxn ang="0">
                  <a:pos x="9" y="20"/>
                </a:cxn>
                <a:cxn ang="0">
                  <a:pos x="7" y="15"/>
                </a:cxn>
                <a:cxn ang="0">
                  <a:pos x="9" y="10"/>
                </a:cxn>
                <a:cxn ang="0">
                  <a:pos x="9" y="8"/>
                </a:cxn>
                <a:cxn ang="0">
                  <a:pos x="7" y="8"/>
                </a:cxn>
                <a:cxn ang="0">
                  <a:pos x="4" y="8"/>
                </a:cxn>
                <a:cxn ang="0">
                  <a:pos x="5" y="5"/>
                </a:cxn>
                <a:cxn ang="0">
                  <a:pos x="7" y="5"/>
                </a:cxn>
                <a:cxn ang="0">
                  <a:pos x="10" y="6"/>
                </a:cxn>
                <a:cxn ang="0">
                  <a:pos x="13" y="5"/>
                </a:cxn>
                <a:cxn ang="0">
                  <a:pos x="14" y="2"/>
                </a:cxn>
                <a:cxn ang="0">
                  <a:pos x="13" y="0"/>
                </a:cxn>
              </a:cxnLst>
              <a:rect l="0" t="0" r="0" b="0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任意多边形 62514"/>
            <p:cNvSpPr/>
            <p:nvPr/>
          </p:nvSpPr>
          <p:spPr>
            <a:xfrm>
              <a:off x="3400" y="826"/>
              <a:ext cx="22" cy="7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2" y="13"/>
                </a:cxn>
                <a:cxn ang="0">
                  <a:pos x="4" y="11"/>
                </a:cxn>
                <a:cxn ang="0">
                  <a:pos x="3" y="8"/>
                </a:cxn>
                <a:cxn ang="0">
                  <a:pos x="1" y="0"/>
                </a:cxn>
              </a:cxnLst>
              <a:rect l="0" t="0" r="0" b="0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1" name="任意多边形 62515"/>
            <p:cNvSpPr/>
            <p:nvPr/>
          </p:nvSpPr>
          <p:spPr>
            <a:xfrm>
              <a:off x="3414" y="945"/>
              <a:ext cx="61" cy="118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2"/>
                </a:cxn>
                <a:cxn ang="0">
                  <a:pos x="2" y="7"/>
                </a:cxn>
                <a:cxn ang="0">
                  <a:pos x="2" y="14"/>
                </a:cxn>
                <a:cxn ang="0">
                  <a:pos x="3" y="13"/>
                </a:cxn>
                <a:cxn ang="0">
                  <a:pos x="3" y="15"/>
                </a:cxn>
                <a:cxn ang="0">
                  <a:pos x="5" y="16"/>
                </a:cxn>
                <a:cxn ang="0">
                  <a:pos x="6" y="18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8" y="14"/>
                </a:cxn>
                <a:cxn ang="0">
                  <a:pos x="6" y="13"/>
                </a:cxn>
                <a:cxn ang="0">
                  <a:pos x="6" y="12"/>
                </a:cxn>
                <a:cxn ang="0">
                  <a:pos x="5" y="10"/>
                </a:cxn>
                <a:cxn ang="0">
                  <a:pos x="6" y="7"/>
                </a:cxn>
                <a:cxn ang="0">
                  <a:pos x="5" y="4"/>
                </a:cxn>
                <a:cxn ang="0">
                  <a:pos x="6" y="2"/>
                </a:cxn>
                <a:cxn ang="0">
                  <a:pos x="5" y="1"/>
                </a:cxn>
                <a:cxn ang="0">
                  <a:pos x="3" y="1"/>
                </a:cxn>
                <a:cxn ang="0">
                  <a:pos x="2" y="1"/>
                </a:cxn>
              </a:cxnLst>
              <a:rect l="0" t="0" r="0" b="0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2" name="任意多边形 62516"/>
            <p:cNvSpPr/>
            <p:nvPr/>
          </p:nvSpPr>
          <p:spPr>
            <a:xfrm>
              <a:off x="3457" y="1101"/>
              <a:ext cx="64" cy="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2" y="5"/>
                </a:cxn>
                <a:cxn ang="0">
                  <a:pos x="2" y="6"/>
                </a:cxn>
                <a:cxn ang="0">
                  <a:pos x="2" y="11"/>
                </a:cxn>
                <a:cxn ang="0">
                  <a:pos x="2" y="10"/>
                </a:cxn>
                <a:cxn ang="0">
                  <a:pos x="4" y="8"/>
                </a:cxn>
                <a:cxn ang="0">
                  <a:pos x="5" y="10"/>
                </a:cxn>
                <a:cxn ang="0">
                  <a:pos x="8" y="14"/>
                </a:cxn>
                <a:cxn ang="0">
                  <a:pos x="10" y="10"/>
                </a:cxn>
                <a:cxn ang="0">
                  <a:pos x="11" y="10"/>
                </a:cxn>
                <a:cxn ang="0">
                  <a:pos x="11" y="6"/>
                </a:cxn>
                <a:cxn ang="0">
                  <a:pos x="8" y="0"/>
                </a:cxn>
              </a:cxnLst>
              <a:rect l="0" t="0" r="0" b="0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3" name="任意多边形 62517"/>
            <p:cNvSpPr/>
            <p:nvPr/>
          </p:nvSpPr>
          <p:spPr>
            <a:xfrm>
              <a:off x="3533" y="1242"/>
              <a:ext cx="29" cy="4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4" y="8"/>
                </a:cxn>
                <a:cxn ang="0">
                  <a:pos x="5" y="7"/>
                </a:cxn>
                <a:cxn ang="0">
                  <a:pos x="6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3"/>
                </a:cxn>
              </a:cxnLst>
              <a:rect l="0" t="0" r="0" b="0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4" name="任意多边形 62518"/>
            <p:cNvSpPr/>
            <p:nvPr/>
          </p:nvSpPr>
          <p:spPr>
            <a:xfrm>
              <a:off x="3517" y="1324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4" y="1"/>
                </a:cxn>
                <a:cxn ang="0">
                  <a:pos x="0" y="0"/>
                </a:cxn>
              </a:cxnLst>
              <a:rect l="0" t="0" r="0" b="0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5" name="任意多边形 62519"/>
            <p:cNvSpPr/>
            <p:nvPr/>
          </p:nvSpPr>
          <p:spPr>
            <a:xfrm>
              <a:off x="3544" y="1314"/>
              <a:ext cx="45" cy="3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8" y="6"/>
                </a:cxn>
                <a:cxn ang="0">
                  <a:pos x="7" y="4"/>
                </a:cxn>
                <a:cxn ang="0">
                  <a:pos x="4" y="2"/>
                </a:cxn>
                <a:cxn ang="0">
                  <a:pos x="3" y="2"/>
                </a:cxn>
                <a:cxn ang="0">
                  <a:pos x="2" y="0"/>
                </a:cxn>
              </a:cxnLst>
              <a:rect l="0" t="0" r="0" b="0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6" name="任意多边形 62520"/>
            <p:cNvSpPr/>
            <p:nvPr/>
          </p:nvSpPr>
          <p:spPr>
            <a:xfrm>
              <a:off x="3613" y="1384"/>
              <a:ext cx="24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4" y="0"/>
                </a:cxn>
              </a:cxnLst>
              <a:rect l="0" t="0" r="0" b="0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7" name="任意多边形 62521"/>
            <p:cNvSpPr/>
            <p:nvPr/>
          </p:nvSpPr>
          <p:spPr>
            <a:xfrm>
              <a:off x="3880" y="1342"/>
              <a:ext cx="46" cy="4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4" y="4"/>
                </a:cxn>
                <a:cxn ang="0">
                  <a:pos x="5" y="7"/>
                </a:cxn>
                <a:cxn ang="0">
                  <a:pos x="6" y="7"/>
                </a:cxn>
                <a:cxn ang="0">
                  <a:pos x="8" y="7"/>
                </a:cxn>
                <a:cxn ang="0">
                  <a:pos x="5" y="2"/>
                </a:cxn>
                <a:cxn ang="0">
                  <a:pos x="2" y="0"/>
                </a:cxn>
              </a:cxnLst>
              <a:rect l="0" t="0" r="0" b="0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8" name="任意多边形 62522"/>
            <p:cNvSpPr/>
            <p:nvPr/>
          </p:nvSpPr>
          <p:spPr>
            <a:xfrm>
              <a:off x="3483" y="1401"/>
              <a:ext cx="46" cy="5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4"/>
                </a:cxn>
                <a:cxn ang="0">
                  <a:pos x="2" y="5"/>
                </a:cxn>
                <a:cxn ang="0">
                  <a:pos x="4" y="9"/>
                </a:cxn>
                <a:cxn ang="0">
                  <a:pos x="6" y="7"/>
                </a:cxn>
                <a:cxn ang="0">
                  <a:pos x="8" y="5"/>
                </a:cxn>
                <a:cxn ang="0">
                  <a:pos x="8" y="4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4" y="1"/>
                </a:cxn>
              </a:cxnLst>
              <a:rect l="0" t="0" r="0" b="0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9" name="任意多边形 62523"/>
            <p:cNvSpPr/>
            <p:nvPr/>
          </p:nvSpPr>
          <p:spPr>
            <a:xfrm>
              <a:off x="3434" y="1420"/>
              <a:ext cx="32" cy="27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2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3" y="2"/>
                </a:cxn>
              </a:cxnLst>
              <a:rect l="0" t="0" r="0" b="0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0" name="任意多边形 62524"/>
            <p:cNvSpPr/>
            <p:nvPr/>
          </p:nvSpPr>
          <p:spPr>
            <a:xfrm>
              <a:off x="3413" y="1391"/>
              <a:ext cx="24" cy="31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5" y="3"/>
                </a:cxn>
                <a:cxn ang="0">
                  <a:pos x="4" y="2"/>
                </a:cxn>
                <a:cxn ang="0">
                  <a:pos x="3" y="0"/>
                </a:cxn>
              </a:cxnLst>
              <a:rect l="0" t="0" r="0" b="0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1" name="任意多边形 62525"/>
            <p:cNvSpPr/>
            <p:nvPr/>
          </p:nvSpPr>
          <p:spPr>
            <a:xfrm>
              <a:off x="3447" y="1402"/>
              <a:ext cx="34" cy="2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4" y="2"/>
                </a:cxn>
                <a:cxn ang="0">
                  <a:pos x="3" y="0"/>
                </a:cxn>
              </a:cxnLst>
              <a:rect l="0" t="0" r="0" b="0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2" name="任意多边形 62526"/>
            <p:cNvSpPr/>
            <p:nvPr/>
          </p:nvSpPr>
          <p:spPr>
            <a:xfrm>
              <a:off x="3398" y="1070"/>
              <a:ext cx="27" cy="5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2" y="4"/>
                </a:cxn>
                <a:cxn ang="0">
                  <a:pos x="0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5" y="4"/>
                </a:cxn>
                <a:cxn ang="0">
                  <a:pos x="5" y="0"/>
                </a:cxn>
              </a:cxnLst>
              <a:rect l="0" t="0" r="0" b="0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3" name="任意多边形 62527"/>
            <p:cNvSpPr/>
            <p:nvPr/>
          </p:nvSpPr>
          <p:spPr>
            <a:xfrm>
              <a:off x="3449" y="1061"/>
              <a:ext cx="19" cy="5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6"/>
                </a:cxn>
                <a:cxn ang="0">
                  <a:pos x="4" y="8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4" name="任意多边形 62528"/>
            <p:cNvSpPr/>
            <p:nvPr/>
          </p:nvSpPr>
          <p:spPr>
            <a:xfrm>
              <a:off x="3471" y="1044"/>
              <a:ext cx="10" cy="2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0"/>
                </a:cxn>
              </a:cxnLst>
              <a:rect l="0" t="0" r="0" b="0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5" name="任意多边形 62529"/>
            <p:cNvSpPr/>
            <p:nvPr/>
          </p:nvSpPr>
          <p:spPr>
            <a:xfrm>
              <a:off x="3481" y="1056"/>
              <a:ext cx="21" cy="4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2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4" y="4"/>
                </a:cxn>
                <a:cxn ang="0">
                  <a:pos x="2" y="0"/>
                </a:cxn>
              </a:cxnLst>
              <a:rect l="0" t="0" r="0" b="0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6" name="任意多边形 62530"/>
            <p:cNvSpPr/>
            <p:nvPr/>
          </p:nvSpPr>
          <p:spPr>
            <a:xfrm>
              <a:off x="3212" y="1125"/>
              <a:ext cx="12" cy="2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2"/>
                </a:cxn>
              </a:cxnLst>
              <a:rect l="0" t="0" r="0" b="0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7" name="任意多边形 62531"/>
            <p:cNvSpPr/>
            <p:nvPr/>
          </p:nvSpPr>
          <p:spPr>
            <a:xfrm>
              <a:off x="3202" y="1102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8" name="任意多边形 62532"/>
            <p:cNvSpPr/>
            <p:nvPr/>
          </p:nvSpPr>
          <p:spPr>
            <a:xfrm>
              <a:off x="3198" y="1084"/>
              <a:ext cx="12" cy="14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2" y="1"/>
                </a:cxn>
              </a:cxnLst>
              <a:rect l="0" t="0" r="0" b="0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9" name="任意多边形 62533"/>
            <p:cNvSpPr/>
            <p:nvPr/>
          </p:nvSpPr>
          <p:spPr>
            <a:xfrm>
              <a:off x="3186" y="1044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0" name="任意多边形 62534"/>
            <p:cNvSpPr/>
            <p:nvPr/>
          </p:nvSpPr>
          <p:spPr>
            <a:xfrm>
              <a:off x="3188" y="1069"/>
              <a:ext cx="16" cy="1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0" b="0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1" name="任意多边形 62535"/>
            <p:cNvSpPr/>
            <p:nvPr/>
          </p:nvSpPr>
          <p:spPr>
            <a:xfrm>
              <a:off x="4024" y="1692"/>
              <a:ext cx="45" cy="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8" y="10"/>
                </a:cxn>
                <a:cxn ang="0">
                  <a:pos x="8" y="7"/>
                </a:cxn>
                <a:cxn ang="0">
                  <a:pos x="6" y="4"/>
                </a:cxn>
                <a:cxn ang="0">
                  <a:pos x="4" y="2"/>
                </a:cxn>
                <a:cxn ang="0">
                  <a:pos x="2" y="1"/>
                </a:cxn>
              </a:cxnLst>
              <a:rect l="0" t="0" r="0" b="0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2" name="任意多边形 62536"/>
            <p:cNvSpPr/>
            <p:nvPr/>
          </p:nvSpPr>
          <p:spPr>
            <a:xfrm>
              <a:off x="4255" y="1643"/>
              <a:ext cx="53" cy="4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1" y="5"/>
                </a:cxn>
                <a:cxn ang="0">
                  <a:pos x="1" y="6"/>
                </a:cxn>
                <a:cxn ang="0">
                  <a:pos x="1" y="8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7" y="0"/>
                </a:cxn>
                <a:cxn ang="0">
                  <a:pos x="9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0" b="0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3" name="任意多边形 62537"/>
            <p:cNvSpPr/>
            <p:nvPr/>
          </p:nvSpPr>
          <p:spPr>
            <a:xfrm>
              <a:off x="4095" y="1618"/>
              <a:ext cx="17" cy="2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1" y="0"/>
                </a:cxn>
              </a:cxnLst>
              <a:rect l="0" t="0" r="0" b="0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4" name="任意多边形 62538"/>
            <p:cNvSpPr/>
            <p:nvPr/>
          </p:nvSpPr>
          <p:spPr>
            <a:xfrm>
              <a:off x="4087" y="1596"/>
              <a:ext cx="20" cy="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2"/>
                </a:cxn>
                <a:cxn ang="0">
                  <a:pos x="3" y="0"/>
                </a:cxn>
              </a:cxnLst>
              <a:rect l="0" t="0" r="0" b="0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5" name="任意多边形 62539"/>
            <p:cNvSpPr/>
            <p:nvPr/>
          </p:nvSpPr>
          <p:spPr>
            <a:xfrm>
              <a:off x="3934" y="1402"/>
              <a:ext cx="24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4" y="0"/>
                </a:cxn>
              </a:cxnLst>
              <a:rect l="0" t="0" r="0" b="0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6" name="任意多边形 62540"/>
            <p:cNvSpPr/>
            <p:nvPr/>
          </p:nvSpPr>
          <p:spPr>
            <a:xfrm>
              <a:off x="3968" y="1445"/>
              <a:ext cx="26" cy="3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5" y="0"/>
                </a:cxn>
              </a:cxnLst>
              <a:rect l="0" t="0" r="0" b="0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7" name="任意多边形 62541"/>
            <p:cNvSpPr/>
            <p:nvPr/>
          </p:nvSpPr>
          <p:spPr>
            <a:xfrm>
              <a:off x="3995" y="1508"/>
              <a:ext cx="28" cy="28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3" y="5"/>
                </a:cxn>
                <a:cxn ang="0">
                  <a:pos x="4" y="2"/>
                </a:cxn>
              </a:cxnLst>
              <a:rect l="0" t="0" r="0" b="0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8" name="任意多边形 62542"/>
            <p:cNvSpPr/>
            <p:nvPr/>
          </p:nvSpPr>
          <p:spPr>
            <a:xfrm>
              <a:off x="4029" y="1498"/>
              <a:ext cx="28" cy="26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1" y="2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4" y="2"/>
                </a:cxn>
              </a:cxnLst>
              <a:rect l="0" t="0" r="0" b="0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9" name="任意多边形 62543"/>
            <p:cNvSpPr/>
            <p:nvPr/>
          </p:nvSpPr>
          <p:spPr>
            <a:xfrm>
              <a:off x="4019" y="1462"/>
              <a:ext cx="26" cy="2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3" y="2"/>
                </a:cxn>
                <a:cxn ang="0">
                  <a:pos x="4" y="1"/>
                </a:cxn>
              </a:cxnLst>
              <a:rect l="0" t="0" r="0" b="0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0" name="任意多边形 62544"/>
            <p:cNvSpPr/>
            <p:nvPr/>
          </p:nvSpPr>
          <p:spPr>
            <a:xfrm>
              <a:off x="3993" y="1437"/>
              <a:ext cx="26" cy="35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4" y="2"/>
                </a:cxn>
              </a:cxnLst>
              <a:rect l="0" t="0" r="0" b="0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1" name="任意多边形 62545"/>
            <p:cNvSpPr/>
            <p:nvPr/>
          </p:nvSpPr>
          <p:spPr>
            <a:xfrm>
              <a:off x="3961" y="1421"/>
              <a:ext cx="24" cy="2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1"/>
                </a:cxn>
                <a:cxn ang="0">
                  <a:pos x="2" y="3"/>
                </a:cxn>
                <a:cxn ang="0">
                  <a:pos x="4" y="3"/>
                </a:cxn>
                <a:cxn ang="0">
                  <a:pos x="4" y="1"/>
                </a:cxn>
              </a:cxnLst>
              <a:rect l="0" t="0" r="0" b="0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2" name="任意多边形 62546"/>
            <p:cNvSpPr/>
            <p:nvPr/>
          </p:nvSpPr>
          <p:spPr>
            <a:xfrm>
              <a:off x="4001" y="1474"/>
              <a:ext cx="24" cy="2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1"/>
                </a:cxn>
                <a:cxn ang="0">
                  <a:pos x="2" y="3"/>
                </a:cxn>
                <a:cxn ang="0">
                  <a:pos x="4" y="3"/>
                </a:cxn>
                <a:cxn ang="0">
                  <a:pos x="4" y="1"/>
                </a:cxn>
              </a:cxnLst>
              <a:rect l="0" t="0" r="0" b="0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3" name="任意多边形 62547"/>
            <p:cNvSpPr/>
            <p:nvPr/>
          </p:nvSpPr>
          <p:spPr>
            <a:xfrm>
              <a:off x="2391" y="100"/>
              <a:ext cx="141" cy="10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24" y="2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16" y="6"/>
                </a:cxn>
                <a:cxn ang="0">
                  <a:pos x="14" y="8"/>
                </a:cxn>
                <a:cxn ang="0">
                  <a:pos x="12" y="8"/>
                </a:cxn>
                <a:cxn ang="0">
                  <a:pos x="9" y="11"/>
                </a:cxn>
                <a:cxn ang="0">
                  <a:pos x="10" y="13"/>
                </a:cxn>
                <a:cxn ang="0">
                  <a:pos x="10" y="16"/>
                </a:cxn>
                <a:cxn ang="0">
                  <a:pos x="14" y="17"/>
                </a:cxn>
                <a:cxn ang="0">
                  <a:pos x="12" y="19"/>
                </a:cxn>
                <a:cxn ang="0">
                  <a:pos x="10" y="18"/>
                </a:cxn>
                <a:cxn ang="0">
                  <a:pos x="9" y="18"/>
                </a:cxn>
                <a:cxn ang="0">
                  <a:pos x="3" y="17"/>
                </a:cxn>
                <a:cxn ang="0">
                  <a:pos x="2" y="15"/>
                </a:cxn>
                <a:cxn ang="0">
                  <a:pos x="5" y="13"/>
                </a:cxn>
                <a:cxn ang="0">
                  <a:pos x="7" y="11"/>
                </a:cxn>
                <a:cxn ang="0">
                  <a:pos x="5" y="8"/>
                </a:cxn>
                <a:cxn ang="0">
                  <a:pos x="9" y="6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22" y="2"/>
                </a:cxn>
              </a:cxnLst>
              <a:rect l="0" t="0" r="0" b="0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4" name="任意多边形 62548"/>
            <p:cNvSpPr/>
            <p:nvPr/>
          </p:nvSpPr>
          <p:spPr>
            <a:xfrm>
              <a:off x="2475" y="204"/>
              <a:ext cx="40" cy="12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6" y="1"/>
                </a:cxn>
                <a:cxn ang="0">
                  <a:pos x="4" y="0"/>
                </a:cxn>
              </a:cxnLst>
              <a:rect l="0" t="0" r="0" b="0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" name="任意多边形 62549"/>
            <p:cNvSpPr/>
            <p:nvPr/>
          </p:nvSpPr>
          <p:spPr>
            <a:xfrm>
              <a:off x="2680" y="48"/>
              <a:ext cx="42" cy="28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3" y="4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7" y="2"/>
                </a:cxn>
              </a:cxnLst>
              <a:rect l="0" t="0" r="0" b="0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" name="任意多边形 62550"/>
            <p:cNvSpPr/>
            <p:nvPr/>
          </p:nvSpPr>
          <p:spPr>
            <a:xfrm>
              <a:off x="2710" y="61"/>
              <a:ext cx="50" cy="2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" y="2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3" y="0"/>
                </a:cxn>
              </a:cxnLst>
              <a:rect l="0" t="0" r="0" b="0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" name="任意多边形 62551"/>
            <p:cNvSpPr/>
            <p:nvPr/>
          </p:nvSpPr>
          <p:spPr>
            <a:xfrm>
              <a:off x="2764" y="64"/>
              <a:ext cx="50" cy="32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4"/>
                </a:cxn>
                <a:cxn ang="0">
                  <a:pos x="5" y="5"/>
                </a:cxn>
                <a:cxn ang="0">
                  <a:pos x="8" y="3"/>
                </a:cxn>
                <a:cxn ang="0">
                  <a:pos x="8" y="1"/>
                </a:cxn>
              </a:cxnLst>
              <a:rect l="0" t="0" r="0" b="0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" name="任意多边形 62552"/>
            <p:cNvSpPr/>
            <p:nvPr/>
          </p:nvSpPr>
          <p:spPr>
            <a:xfrm>
              <a:off x="3113" y="91"/>
              <a:ext cx="88" cy="3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8" y="5"/>
                </a:cxn>
                <a:cxn ang="0">
                  <a:pos x="11" y="5"/>
                </a:cxn>
                <a:cxn ang="0">
                  <a:pos x="15" y="4"/>
                </a:cxn>
                <a:cxn ang="0">
                  <a:pos x="11" y="2"/>
                </a:cxn>
                <a:cxn ang="0">
                  <a:pos x="2" y="0"/>
                </a:cxn>
              </a:cxnLst>
              <a:rect l="0" t="0" r="0" b="0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" name="任意多边形 62553"/>
            <p:cNvSpPr/>
            <p:nvPr/>
          </p:nvSpPr>
          <p:spPr>
            <a:xfrm>
              <a:off x="3203" y="90"/>
              <a:ext cx="46" cy="24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7" y="2"/>
                </a:cxn>
                <a:cxn ang="0">
                  <a:pos x="4" y="5"/>
                </a:cxn>
                <a:cxn ang="0">
                  <a:pos x="1" y="4"/>
                </a:cxn>
                <a:cxn ang="0">
                  <a:pos x="4" y="2"/>
                </a:cxn>
              </a:cxnLst>
              <a:rect l="0" t="0" r="0" b="0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" name="任意多边形 62554"/>
            <p:cNvSpPr/>
            <p:nvPr/>
          </p:nvSpPr>
          <p:spPr>
            <a:xfrm>
              <a:off x="3182" y="119"/>
              <a:ext cx="37" cy="1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2" y="1"/>
                </a:cxn>
                <a:cxn ang="0">
                  <a:pos x="6" y="3"/>
                </a:cxn>
                <a:cxn ang="0">
                  <a:pos x="3" y="1"/>
                </a:cxn>
              </a:cxnLst>
              <a:rect l="0" t="0" r="0" b="0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1" name="任意多边形 62555"/>
            <p:cNvSpPr/>
            <p:nvPr/>
          </p:nvSpPr>
          <p:spPr>
            <a:xfrm>
              <a:off x="3434" y="343"/>
              <a:ext cx="76" cy="11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6"/>
                </a:cxn>
                <a:cxn ang="0">
                  <a:pos x="4" y="10"/>
                </a:cxn>
                <a:cxn ang="0">
                  <a:pos x="4" y="14"/>
                </a:cxn>
                <a:cxn ang="0">
                  <a:pos x="10" y="21"/>
                </a:cxn>
                <a:cxn ang="0">
                  <a:pos x="11" y="17"/>
                </a:cxn>
                <a:cxn ang="0">
                  <a:pos x="10" y="14"/>
                </a:cxn>
                <a:cxn ang="0">
                  <a:pos x="7" y="13"/>
                </a:cxn>
                <a:cxn ang="0">
                  <a:pos x="7" y="11"/>
                </a:cxn>
                <a:cxn ang="0">
                  <a:pos x="5" y="6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0" b="0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2" name="任意多边形 62556"/>
            <p:cNvSpPr/>
            <p:nvPr/>
          </p:nvSpPr>
          <p:spPr>
            <a:xfrm>
              <a:off x="3495" y="461"/>
              <a:ext cx="55" cy="78"/>
            </a:xfrm>
            <a:custGeom>
              <a:avLst/>
              <a:gdLst/>
              <a:ahLst/>
              <a:cxnLst>
                <a:cxn ang="0">
                  <a:pos x="8" y="4"/>
                </a:cxn>
                <a:cxn ang="0">
                  <a:pos x="9" y="6"/>
                </a:cxn>
                <a:cxn ang="0">
                  <a:pos x="4" y="11"/>
                </a:cxn>
                <a:cxn ang="0">
                  <a:pos x="4" y="14"/>
                </a:cxn>
                <a:cxn ang="0">
                  <a:pos x="2" y="13"/>
                </a:cxn>
                <a:cxn ang="0">
                  <a:pos x="1" y="11"/>
                </a:cxn>
                <a:cxn ang="0">
                  <a:pos x="0" y="11"/>
                </a:cxn>
                <a:cxn ang="0">
                  <a:pos x="1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2"/>
                </a:cxn>
                <a:cxn ang="0">
                  <a:pos x="3" y="4"/>
                </a:cxn>
                <a:cxn ang="0">
                  <a:pos x="4" y="5"/>
                </a:cxn>
                <a:cxn ang="0">
                  <a:pos x="8" y="4"/>
                </a:cxn>
              </a:cxnLst>
              <a:rect l="0" t="0" r="0" b="0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3" name="任意多边形 62557"/>
            <p:cNvSpPr/>
            <p:nvPr/>
          </p:nvSpPr>
          <p:spPr>
            <a:xfrm>
              <a:off x="3459" y="541"/>
              <a:ext cx="109" cy="189"/>
            </a:xfrm>
            <a:custGeom>
              <a:avLst/>
              <a:gdLst/>
              <a:ahLst/>
              <a:cxnLst>
                <a:cxn ang="0">
                  <a:pos x="10" y="14"/>
                </a:cxn>
                <a:cxn ang="0">
                  <a:pos x="9" y="15"/>
                </a:cxn>
                <a:cxn ang="0">
                  <a:pos x="8" y="18"/>
                </a:cxn>
                <a:cxn ang="0">
                  <a:pos x="3" y="20"/>
                </a:cxn>
                <a:cxn ang="0">
                  <a:pos x="1" y="23"/>
                </a:cxn>
                <a:cxn ang="0">
                  <a:pos x="2" y="25"/>
                </a:cxn>
                <a:cxn ang="0">
                  <a:pos x="1" y="26"/>
                </a:cxn>
                <a:cxn ang="0">
                  <a:pos x="3" y="34"/>
                </a:cxn>
                <a:cxn ang="0">
                  <a:pos x="4" y="29"/>
                </a:cxn>
                <a:cxn ang="0">
                  <a:pos x="3" y="26"/>
                </a:cxn>
                <a:cxn ang="0">
                  <a:pos x="5" y="24"/>
                </a:cxn>
                <a:cxn ang="0">
                  <a:pos x="7" y="22"/>
                </a:cxn>
                <a:cxn ang="0">
                  <a:pos x="9" y="24"/>
                </a:cxn>
                <a:cxn ang="0">
                  <a:pos x="5" y="26"/>
                </a:cxn>
                <a:cxn ang="0">
                  <a:pos x="7" y="27"/>
                </a:cxn>
                <a:cxn ang="0">
                  <a:pos x="9" y="24"/>
                </a:cxn>
                <a:cxn ang="0">
                  <a:pos x="10" y="25"/>
                </a:cxn>
                <a:cxn ang="0">
                  <a:pos x="13" y="20"/>
                </a:cxn>
                <a:cxn ang="0">
                  <a:pos x="14" y="22"/>
                </a:cxn>
                <a:cxn ang="0">
                  <a:pos x="18" y="20"/>
                </a:cxn>
                <a:cxn ang="0">
                  <a:pos x="19" y="18"/>
                </a:cxn>
                <a:cxn ang="0">
                  <a:pos x="19" y="15"/>
                </a:cxn>
                <a:cxn ang="0">
                  <a:pos x="17" y="14"/>
                </a:cxn>
                <a:cxn ang="0">
                  <a:pos x="16" y="6"/>
                </a:cxn>
                <a:cxn ang="0">
                  <a:pos x="12" y="0"/>
                </a:cxn>
                <a:cxn ang="0">
                  <a:pos x="10" y="2"/>
                </a:cxn>
                <a:cxn ang="0">
                  <a:pos x="12" y="5"/>
                </a:cxn>
                <a:cxn ang="0">
                  <a:pos x="12" y="8"/>
                </a:cxn>
                <a:cxn ang="0">
                  <a:pos x="10" y="14"/>
                </a:cxn>
              </a:cxnLst>
              <a:rect l="0" t="0" r="0" b="0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4" name="任意多边形 62558"/>
            <p:cNvSpPr/>
            <p:nvPr/>
          </p:nvSpPr>
          <p:spPr>
            <a:xfrm>
              <a:off x="2398" y="37"/>
              <a:ext cx="52" cy="3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1" y="6"/>
                </a:cxn>
                <a:cxn ang="0">
                  <a:pos x="1" y="5"/>
                </a:cxn>
                <a:cxn ang="0">
                  <a:pos x="4" y="3"/>
                </a:cxn>
                <a:cxn ang="0">
                  <a:pos x="7" y="0"/>
                </a:cxn>
              </a:cxnLst>
              <a:rect l="0" t="0" r="0" b="0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" name="任意多边形 62559"/>
            <p:cNvSpPr/>
            <p:nvPr/>
          </p:nvSpPr>
          <p:spPr>
            <a:xfrm>
              <a:off x="2291" y="46"/>
              <a:ext cx="19" cy="2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" name="任意多边形 62560"/>
            <p:cNvSpPr/>
            <p:nvPr/>
          </p:nvSpPr>
          <p:spPr>
            <a:xfrm>
              <a:off x="2315" y="45"/>
              <a:ext cx="37" cy="2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3"/>
                </a:cxn>
                <a:cxn ang="0">
                  <a:pos x="2" y="5"/>
                </a:cxn>
                <a:cxn ang="0">
                  <a:pos x="3" y="5"/>
                </a:cxn>
                <a:cxn ang="0">
                  <a:pos x="6" y="4"/>
                </a:cxn>
                <a:cxn ang="0">
                  <a:pos x="2" y="2"/>
                </a:cxn>
              </a:cxnLst>
              <a:rect l="0" t="0" r="0" b="0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" name="任意多边形 62561"/>
            <p:cNvSpPr/>
            <p:nvPr/>
          </p:nvSpPr>
          <p:spPr>
            <a:xfrm>
              <a:off x="2376" y="36"/>
              <a:ext cx="20" cy="1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0"/>
                </a:cxn>
              </a:cxnLst>
              <a:rect l="0" t="0" r="0" b="0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" name="任意多边形 62562"/>
            <p:cNvSpPr/>
            <p:nvPr/>
          </p:nvSpPr>
          <p:spPr>
            <a:xfrm>
              <a:off x="2358" y="54"/>
              <a:ext cx="15" cy="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0" b="0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9" name="任意多边形 62563"/>
            <p:cNvSpPr/>
            <p:nvPr/>
          </p:nvSpPr>
          <p:spPr>
            <a:xfrm>
              <a:off x="3498" y="70"/>
              <a:ext cx="18" cy="3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2" y="6"/>
                </a:cxn>
                <a:cxn ang="0">
                  <a:pos x="4" y="0"/>
                </a:cxn>
              </a:cxnLst>
              <a:rect l="0" t="0" r="0" b="0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0" name="任意多边形 62564"/>
            <p:cNvSpPr/>
            <p:nvPr/>
          </p:nvSpPr>
          <p:spPr>
            <a:xfrm>
              <a:off x="2614" y="1522"/>
              <a:ext cx="31" cy="1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4" y="4"/>
                </a:cxn>
                <a:cxn ang="0">
                  <a:pos x="5" y="0"/>
                </a:cxn>
              </a:cxnLst>
              <a:rect l="0" t="0" r="0" b="0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1" name="任意多边形 62565"/>
            <p:cNvSpPr/>
            <p:nvPr/>
          </p:nvSpPr>
          <p:spPr>
            <a:xfrm>
              <a:off x="2654" y="1515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2" name="任意多边形 62566"/>
            <p:cNvSpPr/>
            <p:nvPr/>
          </p:nvSpPr>
          <p:spPr>
            <a:xfrm>
              <a:off x="2587" y="1361"/>
              <a:ext cx="9" cy="15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3" name="任意多边形 62567"/>
            <p:cNvSpPr/>
            <p:nvPr/>
          </p:nvSpPr>
          <p:spPr>
            <a:xfrm>
              <a:off x="2647" y="1288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4" name="任意多边形 62568"/>
            <p:cNvSpPr/>
            <p:nvPr/>
          </p:nvSpPr>
          <p:spPr>
            <a:xfrm>
              <a:off x="2623" y="1287"/>
              <a:ext cx="11" cy="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0"/>
                </a:cxn>
              </a:cxnLst>
              <a:rect l="0" t="0" r="0" b="0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5" name="任意多边形 62569"/>
            <p:cNvSpPr/>
            <p:nvPr/>
          </p:nvSpPr>
          <p:spPr>
            <a:xfrm>
              <a:off x="2612" y="1309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6" name="任意多边形 62570"/>
            <p:cNvSpPr/>
            <p:nvPr/>
          </p:nvSpPr>
          <p:spPr>
            <a:xfrm>
              <a:off x="2587" y="1343"/>
              <a:ext cx="9" cy="15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7" name="任意多边形 62571"/>
            <p:cNvSpPr/>
            <p:nvPr/>
          </p:nvSpPr>
          <p:spPr>
            <a:xfrm>
              <a:off x="2606" y="1330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8" name="任意多边形 62572"/>
            <p:cNvSpPr/>
            <p:nvPr/>
          </p:nvSpPr>
          <p:spPr>
            <a:xfrm>
              <a:off x="1873" y="342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9" name="任意多边形 62573"/>
            <p:cNvSpPr/>
            <p:nvPr/>
          </p:nvSpPr>
          <p:spPr>
            <a:xfrm>
              <a:off x="1812" y="308"/>
              <a:ext cx="10" cy="15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0" b="0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0" name="任意多边形 62574"/>
            <p:cNvSpPr/>
            <p:nvPr/>
          </p:nvSpPr>
          <p:spPr>
            <a:xfrm>
              <a:off x="1574" y="91"/>
              <a:ext cx="2060" cy="1644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0" b="0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29803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8196" name="图片 62578" descr="artplus_nature_naturalcity42_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0450" y="3167063"/>
            <a:ext cx="4425950" cy="2989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图片 62579" descr="artplus_nature_naturalcity42_i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6425" y="3352800"/>
            <a:ext cx="1654175" cy="877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图片 62580" descr="artplus_nature_naturalcity42_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6400" y="2895600"/>
            <a:ext cx="1112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9" name="图片 62581" descr="artplus_nature_naturalcity42_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4275" y="4594225"/>
            <a:ext cx="4911725" cy="1882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0" name="图片 62585" descr="artplus_nature_naturalcity42_b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95888" y="3097213"/>
            <a:ext cx="29718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1" name="图片 62586" descr="artplus_nature_naturalcity42_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3600" y="1993900"/>
            <a:ext cx="1546225" cy="166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2" name="图片 62587" descr="artplus_nature_naturalcity42_d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26100" y="2862263"/>
            <a:ext cx="623888" cy="579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3" name="图片 62588" descr="a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59900" y="95250"/>
            <a:ext cx="1803400" cy="2070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4" name="图片 62589" descr="b_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04450" y="1968500"/>
            <a:ext cx="10795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5" name="动作按钮: 后退或前一项 62592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6" name="动作按钮: 前进或下一项 62593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7" name="动作按钮: 第一张 62594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8" name="文本占位符 61443"/>
          <p:cNvSpPr>
            <a:spLocks noGrp="1"/>
          </p:cNvSpPr>
          <p:nvPr>
            <p:ph type="body"/>
          </p:nvPr>
        </p:nvSpPr>
        <p:spPr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209" name="标题 6145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日期占位符 6257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noProof="1">
                <a:solidFill>
                  <a:srgbClr val="00FF99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30/4/2009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6257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705600" y="6477000"/>
            <a:ext cx="22860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noProof="1">
                <a:solidFill>
                  <a:srgbClr val="00FF99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FF9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http://58.20.192.206/ec/C180/</a:t>
            </a:r>
            <a:endParaRPr kumimoji="0" lang="en-US" altLang="en-US" sz="1200" b="0" i="0" u="none" strike="noStrike" kern="1200" cap="none" spc="0" normalizeH="0" baseline="0" noProof="1">
              <a:ln>
                <a:noFill/>
              </a:ln>
              <a:solidFill>
                <a:srgbClr val="00FF9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6257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4770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29" name="图片 128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24659" y="18997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6325" cy="2468563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219" name="Group 15"/>
          <p:cNvGrpSpPr>
            <a:grpSpLocks noChangeAspect="1"/>
          </p:cNvGrpSpPr>
          <p:nvPr/>
        </p:nvGrpSpPr>
        <p:grpSpPr>
          <a:xfrm>
            <a:off x="211138" y="1679575"/>
            <a:ext cx="8723312" cy="1330325"/>
            <a:chOff x="-3905251" y="4294188"/>
            <a:chExt cx="13027839" cy="1892300"/>
          </a:xfrm>
        </p:grpSpPr>
        <p:sp>
          <p:nvSpPr>
            <p:cNvPr id="9229" name="Freeform 14"/>
            <p:cNvSpPr/>
            <p:nvPr/>
          </p:nvSpPr>
          <p:spPr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Freeform 18"/>
            <p:cNvSpPr/>
            <p:nvPr/>
          </p:nvSpPr>
          <p:spPr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" name="Freeform 22"/>
            <p:cNvSpPr/>
            <p:nvPr/>
          </p:nvSpPr>
          <p:spPr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Freeform 26"/>
            <p:cNvSpPr/>
            <p:nvPr/>
          </p:nvSpPr>
          <p:spPr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9233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0" name="Title Placeholder 1"/>
          <p:cNvSpPr>
            <a:spLocks noGrp="1"/>
          </p:cNvSpPr>
          <p:nvPr>
            <p:ph type="title"/>
          </p:nvPr>
        </p:nvSpPr>
        <p:spPr>
          <a:xfrm>
            <a:off x="457200" y="338138"/>
            <a:ext cx="8229600" cy="12525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A97EAF-98E9-4243-8F61-2E0DBD93223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6249988"/>
            <a:ext cx="3786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6249988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224" name="Text Placeholder 2"/>
          <p:cNvSpPr>
            <a:spLocks noGrp="1"/>
          </p:cNvSpPr>
          <p:nvPr>
            <p:ph type="body" idx="1"/>
          </p:nvPr>
        </p:nvSpPr>
        <p:spPr>
          <a:xfrm>
            <a:off x="871538" y="2674938"/>
            <a:ext cx="7408862" cy="3451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pic>
        <p:nvPicPr>
          <p:cNvPr id="9225" name="图片 52238" descr="图片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55638" y="765176"/>
            <a:ext cx="8488362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6" name="动作按钮: 后退或前一项 52234">
            <a:hlinkClick r:id="" action="ppaction://hlinkshowjump?jump=previousslide"/>
          </p:cNvPr>
          <p:cNvSpPr/>
          <p:nvPr userDrawn="1"/>
        </p:nvSpPr>
        <p:spPr>
          <a:xfrm>
            <a:off x="1763713" y="6605588"/>
            <a:ext cx="388937" cy="252412"/>
          </a:xfrm>
          <a:prstGeom prst="actionButtonBackPrevious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7" name="动作按钮: 前进或下一项 52235">
            <a:hlinkClick r:id="" action="ppaction://hlinkshowjump?jump=nextslide"/>
          </p:cNvPr>
          <p:cNvSpPr/>
          <p:nvPr userDrawn="1"/>
        </p:nvSpPr>
        <p:spPr>
          <a:xfrm>
            <a:off x="2195513" y="6605588"/>
            <a:ext cx="388937" cy="252412"/>
          </a:xfrm>
          <a:prstGeom prst="actionButtonForwardNext">
            <a:avLst/>
          </a:prstGeom>
          <a:gradFill rotWithShape="0">
            <a:gsLst>
              <a:gs pos="0">
                <a:schemeClr val="hlink"/>
              </a:gs>
              <a:gs pos="100000">
                <a:srgbClr val="9999FF"/>
              </a:gs>
            </a:gsLst>
            <a:path path="rect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8" name="动作按钮: 第一张 52236"/>
          <p:cNvSpPr/>
          <p:nvPr userDrawn="1"/>
        </p:nvSpPr>
        <p:spPr>
          <a:xfrm>
            <a:off x="1403350" y="6605588"/>
            <a:ext cx="312738" cy="252412"/>
          </a:xfrm>
          <a:prstGeom prst="actionButtonHome">
            <a:avLst/>
          </a:prstGeom>
          <a:gradFill rotWithShape="0">
            <a:gsLst>
              <a:gs pos="0">
                <a:srgbClr val="9999FF"/>
              </a:gs>
              <a:gs pos="100000">
                <a:schemeClr val="hlink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" t="7759" r="9562" b="2000"/>
          <a:stretch>
            <a:fillRect/>
          </a:stretch>
        </p:blipFill>
        <p:spPr>
          <a:xfrm>
            <a:off x="-8572" y="0"/>
            <a:ext cx="1133528" cy="984303"/>
          </a:xfrm>
          <a:prstGeom prst="flowChartConnector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  <a:ea typeface="华文新魏" panose="02010800040101010101" pitchFamily="2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2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6.xml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96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3.bin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96.xml"/><Relationship Id="rId3" Type="http://schemas.openxmlformats.org/officeDocument/2006/relationships/tags" Target="../tags/tag1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4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96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96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框 3"/>
          <p:cNvSpPr txBox="1"/>
          <p:nvPr/>
        </p:nvSpPr>
        <p:spPr>
          <a:xfrm>
            <a:off x="755650" y="836613"/>
            <a:ext cx="7993063" cy="5015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5400" b="1" dirty="0">
                <a:solidFill>
                  <a:srgbClr val="FF3300"/>
                </a:solidFill>
                <a:latin typeface="Franklin Gothic Book" panose="020B0503020102020204" pitchFamily="34" charset="0"/>
              </a:rPr>
              <a:t>   </a:t>
            </a:r>
            <a:endParaRPr lang="en-US" altLang="zh-CN" sz="5400" b="1" dirty="0">
              <a:solidFill>
                <a:srgbClr val="FF3300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5400" b="1" dirty="0">
                <a:solidFill>
                  <a:srgbClr val="FF3300"/>
                </a:solidFill>
                <a:latin typeface="Franklin Gothic Book" panose="020B0503020102020204" pitchFamily="34" charset="0"/>
              </a:rPr>
              <a:t>        </a:t>
            </a:r>
            <a:r>
              <a:rPr lang="zh-CN" altLang="en-US" sz="60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自动控制原理</a:t>
            </a:r>
            <a:endParaRPr lang="en-US" altLang="zh-CN" sz="60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endParaRPr lang="en-US" altLang="zh-CN" sz="54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              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冯俊杰</a:t>
            </a:r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博士</a:t>
            </a:r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/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教授</a:t>
            </a:r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                  </a:t>
            </a:r>
            <a:endParaRPr lang="en-US" altLang="zh-CN" sz="3200" b="1" dirty="0">
              <a:solidFill>
                <a:schemeClr val="hlink"/>
              </a:solidFill>
              <a:latin typeface="Franklin Gothic Book" panose="020B0503020102020204" pitchFamily="34" charset="0"/>
            </a:endParaRPr>
          </a:p>
          <a:p>
            <a:r>
              <a:rPr lang="en-US" altLang="zh-CN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                   </a:t>
            </a:r>
            <a:r>
              <a:rPr lang="zh-CN" altLang="en-US" sz="3200" b="1" dirty="0">
                <a:solidFill>
                  <a:schemeClr val="hlink"/>
                </a:solidFill>
                <a:latin typeface="Franklin Gothic Book" panose="020B0503020102020204" pitchFamily="34" charset="0"/>
              </a:rPr>
              <a:t>物理与电气工程学院</a:t>
            </a:r>
            <a:br>
              <a:rPr lang="zh-CN" altLang="en-US" b="1" dirty="0">
                <a:latin typeface="Franklin Gothic Book" panose="020B0503020102020204" pitchFamily="34" charset="0"/>
                <a:ea typeface="华文新魏" panose="02010800040101010101" pitchFamily="2" charset="-122"/>
              </a:rPr>
            </a:b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/>
          <p:nvPr/>
        </p:nvSpPr>
        <p:spPr>
          <a:xfrm>
            <a:off x="1116013" y="1052513"/>
            <a:ext cx="7127875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控制理论：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  <a:ea typeface="华文琥珀" panose="02010800040101010101" pitchFamily="2" charset="-122"/>
            </a:endParaRPr>
          </a:p>
          <a:p>
            <a:r>
              <a:rPr lang="zh-CN" altLang="en-US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自动化、电气工程等</a:t>
            </a:r>
            <a:r>
              <a:rPr lang="zh-CN" altLang="en-US" sz="3200" i="1" dirty="0">
                <a:latin typeface="Times New Roman" panose="02020603050405020304" pitchFamily="18" charset="0"/>
                <a:ea typeface="华文琥珀" panose="02010800040101010101" pitchFamily="2" charset="-122"/>
              </a:rPr>
              <a:t>的重要理论基础</a:t>
            </a:r>
            <a:endParaRPr lang="zh-CN" altLang="en-US" sz="3200" i="1" dirty="0">
              <a:latin typeface="Times New Roman" panose="02020603050405020304" pitchFamily="18" charset="0"/>
              <a:ea typeface="华文琥珀" panose="02010800040101010101" pitchFamily="2" charset="-122"/>
            </a:endParaRPr>
          </a:p>
        </p:txBody>
      </p:sp>
      <p:sp>
        <p:nvSpPr>
          <p:cNvPr id="17411" name="Text Box 14"/>
          <p:cNvSpPr txBox="1"/>
          <p:nvPr/>
        </p:nvSpPr>
        <p:spPr>
          <a:xfrm>
            <a:off x="1711325" y="2959100"/>
            <a:ext cx="640873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研究自动控制共同规律的技术科学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412" name="Line 15"/>
          <p:cNvSpPr/>
          <p:nvPr/>
        </p:nvSpPr>
        <p:spPr>
          <a:xfrm>
            <a:off x="1711325" y="2349500"/>
            <a:ext cx="20161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3" name="Line 16"/>
          <p:cNvSpPr/>
          <p:nvPr/>
        </p:nvSpPr>
        <p:spPr>
          <a:xfrm>
            <a:off x="2708275" y="2482850"/>
            <a:ext cx="0" cy="36195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14" name="WordArt 19"/>
          <p:cNvSpPr>
            <a:spLocks noTextEdit="1"/>
          </p:cNvSpPr>
          <p:nvPr/>
        </p:nvSpPr>
        <p:spPr>
          <a:xfrm>
            <a:off x="467544" y="4868371"/>
            <a:ext cx="2919412" cy="7381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自动控制原理</a:t>
            </a:r>
            <a:endParaRPr lang="zh-CN" altLang="en-US" sz="4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线条" descr="线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226714">
            <a:off x="816867" y="3888976"/>
            <a:ext cx="1442138" cy="27446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椭圆 31"/>
          <p:cNvSpPr/>
          <p:nvPr/>
        </p:nvSpPr>
        <p:spPr>
          <a:xfrm>
            <a:off x="4758093" y="3898055"/>
            <a:ext cx="2607383" cy="1217541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9292" y="4214596"/>
            <a:ext cx="2764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自动控制技术应用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椭圆 31"/>
          <p:cNvSpPr/>
          <p:nvPr/>
        </p:nvSpPr>
        <p:spPr>
          <a:xfrm>
            <a:off x="4758093" y="5285646"/>
            <a:ext cx="2607383" cy="1217541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58093" y="5606558"/>
            <a:ext cx="2764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自动控制系统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3491880" y="4506825"/>
            <a:ext cx="1080120" cy="60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490637" y="5159208"/>
            <a:ext cx="1080120" cy="608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155"/>
          <p:cNvSpPr txBox="1"/>
          <p:nvPr/>
        </p:nvSpPr>
        <p:spPr>
          <a:xfrm>
            <a:off x="1835150" y="384175"/>
            <a:ext cx="568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18" charset="0"/>
                <a:ea typeface="华文行楷" panose="02010800040101010101" pitchFamily="2" charset="-122"/>
              </a:rPr>
              <a:t>课程的性质和特点</a:t>
            </a:r>
            <a:endParaRPr lang="zh-CN" altLang="en-US" sz="3200" b="1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8435" name="矩形 2156"/>
          <p:cNvSpPr/>
          <p:nvPr/>
        </p:nvSpPr>
        <p:spPr>
          <a:xfrm>
            <a:off x="906463" y="1212849"/>
            <a:ext cx="7738367" cy="20875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自动控制是从方法论的角度来研究系统的建立、分析与设计。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楷体_GB2312" pitchFamily="49" charset="-122"/>
              </a:rPr>
              <a:t>   </a:t>
            </a:r>
            <a:r>
              <a:rPr lang="en-US" altLang="zh-CN" sz="2800" b="1" dirty="0">
                <a:latin typeface="楷体_GB2312" pitchFamily="49" charset="-122"/>
              </a:rPr>
              <a:t>《</a:t>
            </a:r>
            <a:r>
              <a:rPr lang="zh-CN" altLang="en-US" sz="2800" b="1" dirty="0">
                <a:latin typeface="楷体_GB2312" pitchFamily="49" charset="-122"/>
              </a:rPr>
              <a:t>自动控制原理</a:t>
            </a:r>
            <a:r>
              <a:rPr lang="en-US" altLang="zh-CN" sz="2800" b="1" dirty="0">
                <a:latin typeface="楷体_GB2312" pitchFamily="49" charset="-122"/>
              </a:rPr>
              <a:t>》</a:t>
            </a:r>
            <a:r>
              <a:rPr lang="zh-CN" altLang="en-US" sz="2800" b="1" dirty="0">
                <a:latin typeface="楷体_GB2312" pitchFamily="49" charset="-122"/>
              </a:rPr>
              <a:t>是专业基础课，是自动控制理论的基础课程，该课程与其它课程的关系如下：</a:t>
            </a:r>
            <a:endParaRPr lang="zh-CN" altLang="en-US" sz="2800" b="1" dirty="0">
              <a:latin typeface="楷体_GB2312" pitchFamily="49" charset="-122"/>
            </a:endParaRPr>
          </a:p>
        </p:txBody>
      </p:sp>
      <p:sp>
        <p:nvSpPr>
          <p:cNvPr id="18436" name="文本框 2157"/>
          <p:cNvSpPr txBox="1"/>
          <p:nvPr/>
        </p:nvSpPr>
        <p:spPr>
          <a:xfrm>
            <a:off x="6880225" y="6183985"/>
            <a:ext cx="2133600" cy="346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高等数学（微积分</a:t>
            </a:r>
            <a:r>
              <a:rPr lang="zh-CN" altLang="en-US" sz="1800" dirty="0">
                <a:latin typeface="Times New Roman" panose="02020603050405020304" pitchFamily="18" charset="0"/>
              </a:rPr>
              <a:t>）</a:t>
            </a:r>
            <a:endParaRPr lang="zh-CN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8439" name="文本框 2160"/>
          <p:cNvSpPr txBox="1"/>
          <p:nvPr/>
        </p:nvSpPr>
        <p:spPr>
          <a:xfrm>
            <a:off x="767210" y="5197429"/>
            <a:ext cx="1522413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电机与拖动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0" name="文本框 2161"/>
          <p:cNvSpPr txBox="1"/>
          <p:nvPr/>
        </p:nvSpPr>
        <p:spPr>
          <a:xfrm>
            <a:off x="6787756" y="4300876"/>
            <a:ext cx="1714500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模拟电子技术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1" name="文本框 2162"/>
          <p:cNvSpPr txBox="1"/>
          <p:nvPr/>
        </p:nvSpPr>
        <p:spPr>
          <a:xfrm>
            <a:off x="7089775" y="5246334"/>
            <a:ext cx="1165225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线性代数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3" name="文本框 2164"/>
          <p:cNvSpPr txBox="1"/>
          <p:nvPr/>
        </p:nvSpPr>
        <p:spPr>
          <a:xfrm>
            <a:off x="812800" y="4056062"/>
            <a:ext cx="1311275" cy="7302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电路分析（电工学）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45" name="文本框 2166"/>
          <p:cNvSpPr txBox="1"/>
          <p:nvPr/>
        </p:nvSpPr>
        <p:spPr>
          <a:xfrm>
            <a:off x="2289623" y="3245465"/>
            <a:ext cx="1397000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 algn="ctr"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信号与系统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54" name="矩形 2175"/>
          <p:cNvSpPr/>
          <p:nvPr/>
        </p:nvSpPr>
        <p:spPr>
          <a:xfrm>
            <a:off x="6071109" y="3146290"/>
            <a:ext cx="1832693" cy="8225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复变函数、拉普拉斯变换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455" name="矩形 2176"/>
          <p:cNvSpPr/>
          <p:nvPr/>
        </p:nvSpPr>
        <p:spPr>
          <a:xfrm>
            <a:off x="906463" y="6093497"/>
            <a:ext cx="1217612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大学物理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72" name="组合 171"/>
          <p:cNvGrpSpPr/>
          <p:nvPr/>
        </p:nvGrpSpPr>
        <p:grpSpPr>
          <a:xfrm>
            <a:off x="3243773" y="4395788"/>
            <a:ext cx="2372889" cy="1895058"/>
            <a:chOff x="941693" y="4368586"/>
            <a:chExt cx="1557902" cy="1315602"/>
          </a:xfrm>
        </p:grpSpPr>
        <p:sp>
          <p:nvSpPr>
            <p:cNvPr id="173" name="Freeform 376"/>
            <p:cNvSpPr>
              <a:spLocks noEditPoints="1"/>
            </p:cNvSpPr>
            <p:nvPr/>
          </p:nvSpPr>
          <p:spPr bwMode="auto">
            <a:xfrm rot="12101646">
              <a:off x="941693" y="4368586"/>
              <a:ext cx="1557902" cy="1315602"/>
            </a:xfrm>
            <a:custGeom>
              <a:avLst/>
              <a:gdLst>
                <a:gd name="T0" fmla="*/ 715 w 910"/>
                <a:gd name="T1" fmla="*/ 20 h 538"/>
                <a:gd name="T2" fmla="*/ 489 w 910"/>
                <a:gd name="T3" fmla="*/ 6 h 538"/>
                <a:gd name="T4" fmla="*/ 372 w 910"/>
                <a:gd name="T5" fmla="*/ 17 h 538"/>
                <a:gd name="T6" fmla="*/ 263 w 910"/>
                <a:gd name="T7" fmla="*/ 50 h 538"/>
                <a:gd name="T8" fmla="*/ 193 w 910"/>
                <a:gd name="T9" fmla="*/ 77 h 538"/>
                <a:gd name="T10" fmla="*/ 195 w 910"/>
                <a:gd name="T11" fmla="*/ 82 h 538"/>
                <a:gd name="T12" fmla="*/ 286 w 910"/>
                <a:gd name="T13" fmla="*/ 51 h 538"/>
                <a:gd name="T14" fmla="*/ 157 w 910"/>
                <a:gd name="T15" fmla="*/ 110 h 538"/>
                <a:gd name="T16" fmla="*/ 257 w 910"/>
                <a:gd name="T17" fmla="*/ 78 h 538"/>
                <a:gd name="T18" fmla="*/ 283 w 910"/>
                <a:gd name="T19" fmla="*/ 68 h 538"/>
                <a:gd name="T20" fmla="*/ 290 w 910"/>
                <a:gd name="T21" fmla="*/ 68 h 538"/>
                <a:gd name="T22" fmla="*/ 84 w 910"/>
                <a:gd name="T23" fmla="*/ 191 h 538"/>
                <a:gd name="T24" fmla="*/ 32 w 910"/>
                <a:gd name="T25" fmla="*/ 456 h 538"/>
                <a:gd name="T26" fmla="*/ 227 w 910"/>
                <a:gd name="T27" fmla="*/ 535 h 538"/>
                <a:gd name="T28" fmla="*/ 392 w 910"/>
                <a:gd name="T29" fmla="*/ 531 h 538"/>
                <a:gd name="T30" fmla="*/ 505 w 910"/>
                <a:gd name="T31" fmla="*/ 511 h 538"/>
                <a:gd name="T32" fmla="*/ 547 w 910"/>
                <a:gd name="T33" fmla="*/ 500 h 538"/>
                <a:gd name="T34" fmla="*/ 565 w 910"/>
                <a:gd name="T35" fmla="*/ 510 h 538"/>
                <a:gd name="T36" fmla="*/ 438 w 910"/>
                <a:gd name="T37" fmla="*/ 538 h 538"/>
                <a:gd name="T38" fmla="*/ 670 w 910"/>
                <a:gd name="T39" fmla="*/ 469 h 538"/>
                <a:gd name="T40" fmla="*/ 705 w 910"/>
                <a:gd name="T41" fmla="*/ 460 h 538"/>
                <a:gd name="T42" fmla="*/ 788 w 910"/>
                <a:gd name="T43" fmla="*/ 415 h 538"/>
                <a:gd name="T44" fmla="*/ 888 w 910"/>
                <a:gd name="T45" fmla="*/ 287 h 538"/>
                <a:gd name="T46" fmla="*/ 905 w 910"/>
                <a:gd name="T47" fmla="*/ 243 h 538"/>
                <a:gd name="T48" fmla="*/ 496 w 910"/>
                <a:gd name="T49" fmla="*/ 11 h 538"/>
                <a:gd name="T50" fmla="*/ 592 w 910"/>
                <a:gd name="T51" fmla="*/ 9 h 538"/>
                <a:gd name="T52" fmla="*/ 453 w 910"/>
                <a:gd name="T53" fmla="*/ 17 h 538"/>
                <a:gd name="T54" fmla="*/ 660 w 910"/>
                <a:gd name="T55" fmla="*/ 448 h 538"/>
                <a:gd name="T56" fmla="*/ 585 w 910"/>
                <a:gd name="T57" fmla="*/ 472 h 538"/>
                <a:gd name="T58" fmla="*/ 488 w 910"/>
                <a:gd name="T59" fmla="*/ 490 h 538"/>
                <a:gd name="T60" fmla="*/ 424 w 910"/>
                <a:gd name="T61" fmla="*/ 506 h 538"/>
                <a:gd name="T62" fmla="*/ 502 w 910"/>
                <a:gd name="T63" fmla="*/ 493 h 538"/>
                <a:gd name="T64" fmla="*/ 397 w 910"/>
                <a:gd name="T65" fmla="*/ 512 h 538"/>
                <a:gd name="T66" fmla="*/ 153 w 910"/>
                <a:gd name="T67" fmla="*/ 512 h 538"/>
                <a:gd name="T68" fmla="*/ 54 w 910"/>
                <a:gd name="T69" fmla="*/ 464 h 538"/>
                <a:gd name="T70" fmla="*/ 30 w 910"/>
                <a:gd name="T71" fmla="*/ 290 h 538"/>
                <a:gd name="T72" fmla="*/ 112 w 910"/>
                <a:gd name="T73" fmla="*/ 179 h 538"/>
                <a:gd name="T74" fmla="*/ 283 w 910"/>
                <a:gd name="T75" fmla="*/ 76 h 538"/>
                <a:gd name="T76" fmla="*/ 368 w 910"/>
                <a:gd name="T77" fmla="*/ 46 h 538"/>
                <a:gd name="T78" fmla="*/ 531 w 910"/>
                <a:gd name="T79" fmla="*/ 27 h 538"/>
                <a:gd name="T80" fmla="*/ 599 w 910"/>
                <a:gd name="T81" fmla="*/ 32 h 538"/>
                <a:gd name="T82" fmla="*/ 669 w 910"/>
                <a:gd name="T83" fmla="*/ 34 h 538"/>
                <a:gd name="T84" fmla="*/ 687 w 910"/>
                <a:gd name="T85" fmla="*/ 41 h 538"/>
                <a:gd name="T86" fmla="*/ 793 w 910"/>
                <a:gd name="T87" fmla="*/ 85 h 538"/>
                <a:gd name="T88" fmla="*/ 805 w 910"/>
                <a:gd name="T89" fmla="*/ 95 h 538"/>
                <a:gd name="T90" fmla="*/ 883 w 910"/>
                <a:gd name="T91" fmla="*/ 246 h 538"/>
                <a:gd name="T92" fmla="*/ 841 w 910"/>
                <a:gd name="T93" fmla="*/ 323 h 538"/>
                <a:gd name="T94" fmla="*/ 863 w 910"/>
                <a:gd name="T95" fmla="*/ 280 h 538"/>
                <a:gd name="T96" fmla="*/ 700 w 910"/>
                <a:gd name="T97" fmla="*/ 424 h 538"/>
                <a:gd name="T98" fmla="*/ 720 w 910"/>
                <a:gd name="T99" fmla="*/ 419 h 538"/>
                <a:gd name="T100" fmla="*/ 708 w 910"/>
                <a:gd name="T101" fmla="*/ 446 h 538"/>
                <a:gd name="T102" fmla="*/ 772 w 910"/>
                <a:gd name="T103" fmla="*/ 403 h 538"/>
                <a:gd name="T104" fmla="*/ 832 w 910"/>
                <a:gd name="T105" fmla="*/ 367 h 538"/>
                <a:gd name="T106" fmla="*/ 829 w 910"/>
                <a:gd name="T107" fmla="*/ 364 h 538"/>
                <a:gd name="T108" fmla="*/ 885 w 910"/>
                <a:gd name="T109" fmla="*/ 280 h 538"/>
                <a:gd name="T110" fmla="*/ 792 w 910"/>
                <a:gd name="T111" fmla="*/ 72 h 538"/>
                <a:gd name="T112" fmla="*/ 737 w 910"/>
                <a:gd name="T113" fmla="*/ 44 h 538"/>
                <a:gd name="T114" fmla="*/ 709 w 910"/>
                <a:gd name="T115" fmla="*/ 30 h 538"/>
                <a:gd name="T116" fmla="*/ 777 w 910"/>
                <a:gd name="T117" fmla="*/ 52 h 538"/>
                <a:gd name="T118" fmla="*/ 876 w 910"/>
                <a:gd name="T119" fmla="*/ 128 h 538"/>
                <a:gd name="T120" fmla="*/ 887 w 910"/>
                <a:gd name="T121" fmla="*/ 176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10" h="538">
                  <a:moveTo>
                    <a:pt x="900" y="193"/>
                  </a:moveTo>
                  <a:cubicBezTo>
                    <a:pt x="905" y="215"/>
                    <a:pt x="899" y="195"/>
                    <a:pt x="900" y="207"/>
                  </a:cubicBezTo>
                  <a:cubicBezTo>
                    <a:pt x="899" y="203"/>
                    <a:pt x="899" y="199"/>
                    <a:pt x="899" y="196"/>
                  </a:cubicBezTo>
                  <a:cubicBezTo>
                    <a:pt x="898" y="195"/>
                    <a:pt x="895" y="184"/>
                    <a:pt x="895" y="185"/>
                  </a:cubicBezTo>
                  <a:cubicBezTo>
                    <a:pt x="899" y="179"/>
                    <a:pt x="879" y="134"/>
                    <a:pt x="886" y="143"/>
                  </a:cubicBezTo>
                  <a:cubicBezTo>
                    <a:pt x="882" y="129"/>
                    <a:pt x="854" y="95"/>
                    <a:pt x="830" y="77"/>
                  </a:cubicBezTo>
                  <a:cubicBezTo>
                    <a:pt x="832" y="79"/>
                    <a:pt x="835" y="80"/>
                    <a:pt x="837" y="82"/>
                  </a:cubicBezTo>
                  <a:cubicBezTo>
                    <a:pt x="815" y="59"/>
                    <a:pt x="813" y="67"/>
                    <a:pt x="798" y="58"/>
                  </a:cubicBezTo>
                  <a:cubicBezTo>
                    <a:pt x="812" y="65"/>
                    <a:pt x="787" y="49"/>
                    <a:pt x="782" y="45"/>
                  </a:cubicBezTo>
                  <a:cubicBezTo>
                    <a:pt x="768" y="40"/>
                    <a:pt x="757" y="37"/>
                    <a:pt x="739" y="30"/>
                  </a:cubicBezTo>
                  <a:cubicBezTo>
                    <a:pt x="736" y="27"/>
                    <a:pt x="736" y="25"/>
                    <a:pt x="724" y="21"/>
                  </a:cubicBezTo>
                  <a:cubicBezTo>
                    <a:pt x="715" y="20"/>
                    <a:pt x="715" y="20"/>
                    <a:pt x="715" y="20"/>
                  </a:cubicBezTo>
                  <a:cubicBezTo>
                    <a:pt x="703" y="16"/>
                    <a:pt x="686" y="14"/>
                    <a:pt x="678" y="12"/>
                  </a:cubicBezTo>
                  <a:cubicBezTo>
                    <a:pt x="680" y="12"/>
                    <a:pt x="680" y="12"/>
                    <a:pt x="680" y="12"/>
                  </a:cubicBezTo>
                  <a:cubicBezTo>
                    <a:pt x="666" y="9"/>
                    <a:pt x="666" y="11"/>
                    <a:pt x="676" y="13"/>
                  </a:cubicBezTo>
                  <a:cubicBezTo>
                    <a:pt x="663" y="12"/>
                    <a:pt x="663" y="12"/>
                    <a:pt x="663" y="12"/>
                  </a:cubicBezTo>
                  <a:cubicBezTo>
                    <a:pt x="663" y="11"/>
                    <a:pt x="663" y="11"/>
                    <a:pt x="663" y="11"/>
                  </a:cubicBezTo>
                  <a:cubicBezTo>
                    <a:pt x="645" y="9"/>
                    <a:pt x="629" y="10"/>
                    <a:pt x="601" y="8"/>
                  </a:cubicBezTo>
                  <a:cubicBezTo>
                    <a:pt x="609" y="7"/>
                    <a:pt x="581" y="4"/>
                    <a:pt x="606" y="5"/>
                  </a:cubicBezTo>
                  <a:cubicBezTo>
                    <a:pt x="598" y="5"/>
                    <a:pt x="610" y="7"/>
                    <a:pt x="611" y="8"/>
                  </a:cubicBezTo>
                  <a:cubicBezTo>
                    <a:pt x="620" y="9"/>
                    <a:pt x="628" y="8"/>
                    <a:pt x="632" y="8"/>
                  </a:cubicBezTo>
                  <a:cubicBezTo>
                    <a:pt x="629" y="7"/>
                    <a:pt x="632" y="6"/>
                    <a:pt x="637" y="5"/>
                  </a:cubicBezTo>
                  <a:cubicBezTo>
                    <a:pt x="619" y="5"/>
                    <a:pt x="569" y="0"/>
                    <a:pt x="565" y="4"/>
                  </a:cubicBezTo>
                  <a:cubicBezTo>
                    <a:pt x="542" y="4"/>
                    <a:pt x="514" y="5"/>
                    <a:pt x="489" y="6"/>
                  </a:cubicBezTo>
                  <a:cubicBezTo>
                    <a:pt x="490" y="6"/>
                    <a:pt x="492" y="6"/>
                    <a:pt x="491" y="7"/>
                  </a:cubicBezTo>
                  <a:cubicBezTo>
                    <a:pt x="469" y="6"/>
                    <a:pt x="469" y="6"/>
                    <a:pt x="469" y="6"/>
                  </a:cubicBezTo>
                  <a:cubicBezTo>
                    <a:pt x="474" y="6"/>
                    <a:pt x="474" y="6"/>
                    <a:pt x="474" y="6"/>
                  </a:cubicBezTo>
                  <a:cubicBezTo>
                    <a:pt x="469" y="6"/>
                    <a:pt x="465" y="6"/>
                    <a:pt x="460" y="6"/>
                  </a:cubicBezTo>
                  <a:cubicBezTo>
                    <a:pt x="458" y="6"/>
                    <a:pt x="464" y="4"/>
                    <a:pt x="470" y="3"/>
                  </a:cubicBezTo>
                  <a:cubicBezTo>
                    <a:pt x="473" y="3"/>
                    <a:pt x="476" y="3"/>
                    <a:pt x="473" y="4"/>
                  </a:cubicBezTo>
                  <a:cubicBezTo>
                    <a:pt x="488" y="1"/>
                    <a:pt x="460" y="4"/>
                    <a:pt x="470" y="2"/>
                  </a:cubicBezTo>
                  <a:cubicBezTo>
                    <a:pt x="474" y="2"/>
                    <a:pt x="479" y="1"/>
                    <a:pt x="481" y="1"/>
                  </a:cubicBezTo>
                  <a:cubicBezTo>
                    <a:pt x="464" y="1"/>
                    <a:pt x="456" y="5"/>
                    <a:pt x="445" y="4"/>
                  </a:cubicBezTo>
                  <a:cubicBezTo>
                    <a:pt x="436" y="6"/>
                    <a:pt x="420" y="10"/>
                    <a:pt x="404" y="12"/>
                  </a:cubicBezTo>
                  <a:cubicBezTo>
                    <a:pt x="410" y="10"/>
                    <a:pt x="387" y="15"/>
                    <a:pt x="394" y="12"/>
                  </a:cubicBezTo>
                  <a:cubicBezTo>
                    <a:pt x="388" y="14"/>
                    <a:pt x="374" y="15"/>
                    <a:pt x="372" y="17"/>
                  </a:cubicBezTo>
                  <a:cubicBezTo>
                    <a:pt x="374" y="16"/>
                    <a:pt x="381" y="14"/>
                    <a:pt x="386" y="14"/>
                  </a:cubicBezTo>
                  <a:cubicBezTo>
                    <a:pt x="379" y="16"/>
                    <a:pt x="379" y="17"/>
                    <a:pt x="371" y="18"/>
                  </a:cubicBezTo>
                  <a:cubicBezTo>
                    <a:pt x="370" y="19"/>
                    <a:pt x="370" y="18"/>
                    <a:pt x="370" y="18"/>
                  </a:cubicBezTo>
                  <a:cubicBezTo>
                    <a:pt x="360" y="21"/>
                    <a:pt x="368" y="22"/>
                    <a:pt x="350" y="26"/>
                  </a:cubicBezTo>
                  <a:cubicBezTo>
                    <a:pt x="303" y="38"/>
                    <a:pt x="355" y="21"/>
                    <a:pt x="349" y="22"/>
                  </a:cubicBezTo>
                  <a:cubicBezTo>
                    <a:pt x="347" y="23"/>
                    <a:pt x="327" y="29"/>
                    <a:pt x="317" y="31"/>
                  </a:cubicBezTo>
                  <a:cubicBezTo>
                    <a:pt x="319" y="30"/>
                    <a:pt x="319" y="30"/>
                    <a:pt x="319" y="30"/>
                  </a:cubicBezTo>
                  <a:cubicBezTo>
                    <a:pt x="315" y="31"/>
                    <a:pt x="308" y="34"/>
                    <a:pt x="303" y="34"/>
                  </a:cubicBezTo>
                  <a:cubicBezTo>
                    <a:pt x="300" y="37"/>
                    <a:pt x="295" y="39"/>
                    <a:pt x="292" y="41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6" y="46"/>
                    <a:pt x="276" y="46"/>
                    <a:pt x="276" y="46"/>
                  </a:cubicBezTo>
                  <a:cubicBezTo>
                    <a:pt x="271" y="48"/>
                    <a:pt x="267" y="49"/>
                    <a:pt x="263" y="50"/>
                  </a:cubicBezTo>
                  <a:cubicBezTo>
                    <a:pt x="261" y="50"/>
                    <a:pt x="267" y="48"/>
                    <a:pt x="273" y="46"/>
                  </a:cubicBezTo>
                  <a:cubicBezTo>
                    <a:pt x="269" y="46"/>
                    <a:pt x="265" y="47"/>
                    <a:pt x="261" y="50"/>
                  </a:cubicBezTo>
                  <a:cubicBezTo>
                    <a:pt x="263" y="49"/>
                    <a:pt x="263" y="49"/>
                    <a:pt x="263" y="49"/>
                  </a:cubicBezTo>
                  <a:cubicBezTo>
                    <a:pt x="258" y="51"/>
                    <a:pt x="239" y="59"/>
                    <a:pt x="255" y="54"/>
                  </a:cubicBezTo>
                  <a:cubicBezTo>
                    <a:pt x="244" y="59"/>
                    <a:pt x="239" y="59"/>
                    <a:pt x="232" y="62"/>
                  </a:cubicBezTo>
                  <a:cubicBezTo>
                    <a:pt x="231" y="61"/>
                    <a:pt x="238" y="59"/>
                    <a:pt x="234" y="59"/>
                  </a:cubicBezTo>
                  <a:cubicBezTo>
                    <a:pt x="226" y="62"/>
                    <a:pt x="221" y="63"/>
                    <a:pt x="215" y="66"/>
                  </a:cubicBezTo>
                  <a:cubicBezTo>
                    <a:pt x="221" y="64"/>
                    <a:pt x="214" y="68"/>
                    <a:pt x="223" y="65"/>
                  </a:cubicBezTo>
                  <a:cubicBezTo>
                    <a:pt x="220" y="66"/>
                    <a:pt x="210" y="70"/>
                    <a:pt x="211" y="70"/>
                  </a:cubicBezTo>
                  <a:cubicBezTo>
                    <a:pt x="214" y="69"/>
                    <a:pt x="216" y="68"/>
                    <a:pt x="221" y="67"/>
                  </a:cubicBezTo>
                  <a:cubicBezTo>
                    <a:pt x="211" y="70"/>
                    <a:pt x="201" y="75"/>
                    <a:pt x="190" y="78"/>
                  </a:cubicBezTo>
                  <a:cubicBezTo>
                    <a:pt x="191" y="78"/>
                    <a:pt x="192" y="77"/>
                    <a:pt x="193" y="77"/>
                  </a:cubicBezTo>
                  <a:cubicBezTo>
                    <a:pt x="180" y="83"/>
                    <a:pt x="160" y="91"/>
                    <a:pt x="152" y="97"/>
                  </a:cubicBezTo>
                  <a:cubicBezTo>
                    <a:pt x="156" y="96"/>
                    <a:pt x="156" y="96"/>
                    <a:pt x="156" y="96"/>
                  </a:cubicBezTo>
                  <a:cubicBezTo>
                    <a:pt x="159" y="94"/>
                    <a:pt x="165" y="91"/>
                    <a:pt x="168" y="90"/>
                  </a:cubicBezTo>
                  <a:cubicBezTo>
                    <a:pt x="158" y="95"/>
                    <a:pt x="175" y="89"/>
                    <a:pt x="165" y="94"/>
                  </a:cubicBezTo>
                  <a:cubicBezTo>
                    <a:pt x="151" y="101"/>
                    <a:pt x="138" y="105"/>
                    <a:pt x="131" y="110"/>
                  </a:cubicBezTo>
                  <a:cubicBezTo>
                    <a:pt x="144" y="104"/>
                    <a:pt x="163" y="97"/>
                    <a:pt x="168" y="94"/>
                  </a:cubicBezTo>
                  <a:cubicBezTo>
                    <a:pt x="160" y="98"/>
                    <a:pt x="160" y="98"/>
                    <a:pt x="160" y="98"/>
                  </a:cubicBezTo>
                  <a:cubicBezTo>
                    <a:pt x="166" y="94"/>
                    <a:pt x="172" y="90"/>
                    <a:pt x="179" y="87"/>
                  </a:cubicBezTo>
                  <a:cubicBezTo>
                    <a:pt x="180" y="87"/>
                    <a:pt x="197" y="79"/>
                    <a:pt x="197" y="81"/>
                  </a:cubicBezTo>
                  <a:cubicBezTo>
                    <a:pt x="190" y="84"/>
                    <a:pt x="184" y="86"/>
                    <a:pt x="178" y="89"/>
                  </a:cubicBezTo>
                  <a:cubicBezTo>
                    <a:pt x="180" y="89"/>
                    <a:pt x="197" y="81"/>
                    <a:pt x="205" y="79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211" y="74"/>
                    <a:pt x="233" y="67"/>
                    <a:pt x="249" y="60"/>
                  </a:cubicBezTo>
                  <a:cubicBezTo>
                    <a:pt x="236" y="66"/>
                    <a:pt x="266" y="55"/>
                    <a:pt x="256" y="60"/>
                  </a:cubicBezTo>
                  <a:cubicBezTo>
                    <a:pt x="252" y="62"/>
                    <a:pt x="245" y="64"/>
                    <a:pt x="247" y="63"/>
                  </a:cubicBezTo>
                  <a:cubicBezTo>
                    <a:pt x="246" y="65"/>
                    <a:pt x="257" y="60"/>
                    <a:pt x="260" y="60"/>
                  </a:cubicBezTo>
                  <a:cubicBezTo>
                    <a:pt x="262" y="58"/>
                    <a:pt x="279" y="53"/>
                    <a:pt x="268" y="55"/>
                  </a:cubicBezTo>
                  <a:cubicBezTo>
                    <a:pt x="274" y="54"/>
                    <a:pt x="286" y="49"/>
                    <a:pt x="293" y="47"/>
                  </a:cubicBezTo>
                  <a:cubicBezTo>
                    <a:pt x="291" y="46"/>
                    <a:pt x="307" y="42"/>
                    <a:pt x="310" y="41"/>
                  </a:cubicBezTo>
                  <a:cubicBezTo>
                    <a:pt x="313" y="40"/>
                    <a:pt x="316" y="40"/>
                    <a:pt x="318" y="39"/>
                  </a:cubicBezTo>
                  <a:cubicBezTo>
                    <a:pt x="312" y="42"/>
                    <a:pt x="303" y="45"/>
                    <a:pt x="295" y="48"/>
                  </a:cubicBezTo>
                  <a:cubicBezTo>
                    <a:pt x="295" y="48"/>
                    <a:pt x="295" y="48"/>
                    <a:pt x="295" y="48"/>
                  </a:cubicBezTo>
                  <a:cubicBezTo>
                    <a:pt x="291" y="49"/>
                    <a:pt x="284" y="51"/>
                    <a:pt x="286" y="50"/>
                  </a:cubicBezTo>
                  <a:cubicBezTo>
                    <a:pt x="286" y="51"/>
                    <a:pt x="286" y="51"/>
                    <a:pt x="286" y="51"/>
                  </a:cubicBezTo>
                  <a:cubicBezTo>
                    <a:pt x="269" y="58"/>
                    <a:pt x="252" y="65"/>
                    <a:pt x="244" y="69"/>
                  </a:cubicBezTo>
                  <a:cubicBezTo>
                    <a:pt x="248" y="66"/>
                    <a:pt x="248" y="66"/>
                    <a:pt x="248" y="66"/>
                  </a:cubicBezTo>
                  <a:cubicBezTo>
                    <a:pt x="235" y="73"/>
                    <a:pt x="221" y="76"/>
                    <a:pt x="209" y="82"/>
                  </a:cubicBezTo>
                  <a:cubicBezTo>
                    <a:pt x="209" y="82"/>
                    <a:pt x="211" y="81"/>
                    <a:pt x="208" y="82"/>
                  </a:cubicBezTo>
                  <a:cubicBezTo>
                    <a:pt x="192" y="88"/>
                    <a:pt x="186" y="93"/>
                    <a:pt x="173" y="97"/>
                  </a:cubicBezTo>
                  <a:cubicBezTo>
                    <a:pt x="174" y="96"/>
                    <a:pt x="174" y="96"/>
                    <a:pt x="174" y="96"/>
                  </a:cubicBezTo>
                  <a:cubicBezTo>
                    <a:pt x="173" y="96"/>
                    <a:pt x="166" y="100"/>
                    <a:pt x="168" y="100"/>
                  </a:cubicBezTo>
                  <a:cubicBezTo>
                    <a:pt x="178" y="95"/>
                    <a:pt x="180" y="95"/>
                    <a:pt x="190" y="91"/>
                  </a:cubicBezTo>
                  <a:cubicBezTo>
                    <a:pt x="186" y="93"/>
                    <a:pt x="178" y="97"/>
                    <a:pt x="172" y="100"/>
                  </a:cubicBezTo>
                  <a:cubicBezTo>
                    <a:pt x="171" y="101"/>
                    <a:pt x="171" y="101"/>
                    <a:pt x="171" y="101"/>
                  </a:cubicBezTo>
                  <a:cubicBezTo>
                    <a:pt x="164" y="106"/>
                    <a:pt x="155" y="108"/>
                    <a:pt x="147" y="113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6" y="110"/>
                    <a:pt x="156" y="111"/>
                  </a:cubicBezTo>
                  <a:cubicBezTo>
                    <a:pt x="160" y="109"/>
                    <a:pt x="163" y="107"/>
                    <a:pt x="164" y="106"/>
                  </a:cubicBezTo>
                  <a:cubicBezTo>
                    <a:pt x="178" y="99"/>
                    <a:pt x="187" y="98"/>
                    <a:pt x="189" y="98"/>
                  </a:cubicBezTo>
                  <a:cubicBezTo>
                    <a:pt x="196" y="96"/>
                    <a:pt x="187" y="101"/>
                    <a:pt x="189" y="101"/>
                  </a:cubicBezTo>
                  <a:cubicBezTo>
                    <a:pt x="199" y="97"/>
                    <a:pt x="198" y="95"/>
                    <a:pt x="209" y="91"/>
                  </a:cubicBezTo>
                  <a:cubicBezTo>
                    <a:pt x="212" y="90"/>
                    <a:pt x="211" y="90"/>
                    <a:pt x="210" y="91"/>
                  </a:cubicBezTo>
                  <a:cubicBezTo>
                    <a:pt x="217" y="87"/>
                    <a:pt x="217" y="87"/>
                    <a:pt x="217" y="87"/>
                  </a:cubicBezTo>
                  <a:cubicBezTo>
                    <a:pt x="217" y="88"/>
                    <a:pt x="236" y="81"/>
                    <a:pt x="225" y="86"/>
                  </a:cubicBezTo>
                  <a:cubicBezTo>
                    <a:pt x="224" y="87"/>
                    <a:pt x="221" y="88"/>
                    <a:pt x="218" y="89"/>
                  </a:cubicBezTo>
                  <a:cubicBezTo>
                    <a:pt x="230" y="85"/>
                    <a:pt x="248" y="80"/>
                    <a:pt x="256" y="78"/>
                  </a:cubicBezTo>
                  <a:cubicBezTo>
                    <a:pt x="254" y="79"/>
                    <a:pt x="254" y="79"/>
                    <a:pt x="255" y="79"/>
                  </a:cubicBezTo>
                  <a:cubicBezTo>
                    <a:pt x="256" y="79"/>
                    <a:pt x="256" y="78"/>
                    <a:pt x="257" y="78"/>
                  </a:cubicBezTo>
                  <a:cubicBezTo>
                    <a:pt x="259" y="77"/>
                    <a:pt x="261" y="77"/>
                    <a:pt x="261" y="78"/>
                  </a:cubicBezTo>
                  <a:cubicBezTo>
                    <a:pt x="269" y="75"/>
                    <a:pt x="267" y="75"/>
                    <a:pt x="280" y="72"/>
                  </a:cubicBezTo>
                  <a:cubicBezTo>
                    <a:pt x="284" y="70"/>
                    <a:pt x="282" y="69"/>
                    <a:pt x="285" y="68"/>
                  </a:cubicBezTo>
                  <a:cubicBezTo>
                    <a:pt x="288" y="67"/>
                    <a:pt x="291" y="66"/>
                    <a:pt x="293" y="65"/>
                  </a:cubicBezTo>
                  <a:cubicBezTo>
                    <a:pt x="292" y="66"/>
                    <a:pt x="292" y="66"/>
                    <a:pt x="292" y="66"/>
                  </a:cubicBezTo>
                  <a:cubicBezTo>
                    <a:pt x="300" y="63"/>
                    <a:pt x="300" y="63"/>
                    <a:pt x="300" y="63"/>
                  </a:cubicBezTo>
                  <a:cubicBezTo>
                    <a:pt x="297" y="64"/>
                    <a:pt x="292" y="65"/>
                    <a:pt x="287" y="67"/>
                  </a:cubicBezTo>
                  <a:cubicBezTo>
                    <a:pt x="289" y="66"/>
                    <a:pt x="291" y="65"/>
                    <a:pt x="293" y="64"/>
                  </a:cubicBezTo>
                  <a:cubicBezTo>
                    <a:pt x="282" y="67"/>
                    <a:pt x="282" y="67"/>
                    <a:pt x="282" y="67"/>
                  </a:cubicBezTo>
                  <a:cubicBezTo>
                    <a:pt x="279" y="68"/>
                    <a:pt x="277" y="69"/>
                    <a:pt x="275" y="70"/>
                  </a:cubicBezTo>
                  <a:cubicBezTo>
                    <a:pt x="287" y="66"/>
                    <a:pt x="287" y="66"/>
                    <a:pt x="287" y="66"/>
                  </a:cubicBezTo>
                  <a:cubicBezTo>
                    <a:pt x="285" y="67"/>
                    <a:pt x="284" y="67"/>
                    <a:pt x="283" y="68"/>
                  </a:cubicBezTo>
                  <a:cubicBezTo>
                    <a:pt x="279" y="69"/>
                    <a:pt x="275" y="70"/>
                    <a:pt x="273" y="71"/>
                  </a:cubicBezTo>
                  <a:cubicBezTo>
                    <a:pt x="275" y="71"/>
                    <a:pt x="278" y="70"/>
                    <a:pt x="281" y="69"/>
                  </a:cubicBezTo>
                  <a:cubicBezTo>
                    <a:pt x="280" y="70"/>
                    <a:pt x="280" y="70"/>
                    <a:pt x="279" y="71"/>
                  </a:cubicBezTo>
                  <a:cubicBezTo>
                    <a:pt x="261" y="77"/>
                    <a:pt x="255" y="77"/>
                    <a:pt x="245" y="80"/>
                  </a:cubicBezTo>
                  <a:cubicBezTo>
                    <a:pt x="251" y="77"/>
                    <a:pt x="261" y="73"/>
                    <a:pt x="257" y="73"/>
                  </a:cubicBezTo>
                  <a:cubicBezTo>
                    <a:pt x="266" y="72"/>
                    <a:pt x="267" y="69"/>
                    <a:pt x="278" y="67"/>
                  </a:cubicBezTo>
                  <a:cubicBezTo>
                    <a:pt x="276" y="68"/>
                    <a:pt x="276" y="68"/>
                    <a:pt x="276" y="68"/>
                  </a:cubicBezTo>
                  <a:cubicBezTo>
                    <a:pt x="284" y="64"/>
                    <a:pt x="286" y="65"/>
                    <a:pt x="293" y="62"/>
                  </a:cubicBezTo>
                  <a:cubicBezTo>
                    <a:pt x="292" y="62"/>
                    <a:pt x="293" y="62"/>
                    <a:pt x="294" y="62"/>
                  </a:cubicBezTo>
                  <a:cubicBezTo>
                    <a:pt x="310" y="56"/>
                    <a:pt x="289" y="62"/>
                    <a:pt x="305" y="56"/>
                  </a:cubicBezTo>
                  <a:cubicBezTo>
                    <a:pt x="319" y="53"/>
                    <a:pt x="310" y="57"/>
                    <a:pt x="314" y="57"/>
                  </a:cubicBezTo>
                  <a:cubicBezTo>
                    <a:pt x="291" y="65"/>
                    <a:pt x="315" y="59"/>
                    <a:pt x="290" y="68"/>
                  </a:cubicBezTo>
                  <a:cubicBezTo>
                    <a:pt x="290" y="68"/>
                    <a:pt x="290" y="68"/>
                    <a:pt x="291" y="68"/>
                  </a:cubicBezTo>
                  <a:cubicBezTo>
                    <a:pt x="279" y="72"/>
                    <a:pt x="269" y="76"/>
                    <a:pt x="256" y="80"/>
                  </a:cubicBezTo>
                  <a:cubicBezTo>
                    <a:pt x="260" y="78"/>
                    <a:pt x="256" y="79"/>
                    <a:pt x="255" y="79"/>
                  </a:cubicBezTo>
                  <a:cubicBezTo>
                    <a:pt x="247" y="82"/>
                    <a:pt x="237" y="86"/>
                    <a:pt x="233" y="89"/>
                  </a:cubicBezTo>
                  <a:cubicBezTo>
                    <a:pt x="220" y="95"/>
                    <a:pt x="220" y="95"/>
                    <a:pt x="220" y="95"/>
                  </a:cubicBezTo>
                  <a:cubicBezTo>
                    <a:pt x="220" y="94"/>
                    <a:pt x="224" y="90"/>
                    <a:pt x="237" y="85"/>
                  </a:cubicBezTo>
                  <a:cubicBezTo>
                    <a:pt x="192" y="104"/>
                    <a:pt x="161" y="126"/>
                    <a:pt x="123" y="156"/>
                  </a:cubicBezTo>
                  <a:cubicBezTo>
                    <a:pt x="121" y="157"/>
                    <a:pt x="128" y="152"/>
                    <a:pt x="125" y="154"/>
                  </a:cubicBezTo>
                  <a:cubicBezTo>
                    <a:pt x="120" y="158"/>
                    <a:pt x="114" y="164"/>
                    <a:pt x="113" y="165"/>
                  </a:cubicBezTo>
                  <a:cubicBezTo>
                    <a:pt x="113" y="165"/>
                    <a:pt x="114" y="164"/>
                    <a:pt x="117" y="161"/>
                  </a:cubicBezTo>
                  <a:cubicBezTo>
                    <a:pt x="98" y="179"/>
                    <a:pt x="87" y="187"/>
                    <a:pt x="77" y="200"/>
                  </a:cubicBezTo>
                  <a:cubicBezTo>
                    <a:pt x="76" y="200"/>
                    <a:pt x="85" y="190"/>
                    <a:pt x="84" y="191"/>
                  </a:cubicBezTo>
                  <a:cubicBezTo>
                    <a:pt x="66" y="209"/>
                    <a:pt x="60" y="221"/>
                    <a:pt x="46" y="242"/>
                  </a:cubicBezTo>
                  <a:cubicBezTo>
                    <a:pt x="50" y="235"/>
                    <a:pt x="42" y="246"/>
                    <a:pt x="38" y="252"/>
                  </a:cubicBezTo>
                  <a:cubicBezTo>
                    <a:pt x="27" y="270"/>
                    <a:pt x="8" y="310"/>
                    <a:pt x="5" y="342"/>
                  </a:cubicBezTo>
                  <a:cubicBezTo>
                    <a:pt x="2" y="333"/>
                    <a:pt x="1" y="376"/>
                    <a:pt x="0" y="379"/>
                  </a:cubicBezTo>
                  <a:cubicBezTo>
                    <a:pt x="0" y="386"/>
                    <a:pt x="2" y="397"/>
                    <a:pt x="3" y="398"/>
                  </a:cubicBezTo>
                  <a:cubicBezTo>
                    <a:pt x="2" y="394"/>
                    <a:pt x="2" y="384"/>
                    <a:pt x="2" y="386"/>
                  </a:cubicBezTo>
                  <a:cubicBezTo>
                    <a:pt x="3" y="396"/>
                    <a:pt x="7" y="411"/>
                    <a:pt x="9" y="412"/>
                  </a:cubicBezTo>
                  <a:cubicBezTo>
                    <a:pt x="10" y="416"/>
                    <a:pt x="11" y="420"/>
                    <a:pt x="12" y="424"/>
                  </a:cubicBezTo>
                  <a:cubicBezTo>
                    <a:pt x="13" y="425"/>
                    <a:pt x="16" y="428"/>
                    <a:pt x="19" y="434"/>
                  </a:cubicBezTo>
                  <a:cubicBezTo>
                    <a:pt x="25" y="449"/>
                    <a:pt x="19" y="432"/>
                    <a:pt x="30" y="451"/>
                  </a:cubicBezTo>
                  <a:cubicBezTo>
                    <a:pt x="26" y="448"/>
                    <a:pt x="23" y="444"/>
                    <a:pt x="22" y="443"/>
                  </a:cubicBezTo>
                  <a:cubicBezTo>
                    <a:pt x="27" y="452"/>
                    <a:pt x="27" y="451"/>
                    <a:pt x="32" y="456"/>
                  </a:cubicBezTo>
                  <a:cubicBezTo>
                    <a:pt x="33" y="459"/>
                    <a:pt x="25" y="452"/>
                    <a:pt x="20" y="445"/>
                  </a:cubicBezTo>
                  <a:cubicBezTo>
                    <a:pt x="23" y="449"/>
                    <a:pt x="25" y="453"/>
                    <a:pt x="28" y="457"/>
                  </a:cubicBezTo>
                  <a:cubicBezTo>
                    <a:pt x="38" y="467"/>
                    <a:pt x="56" y="481"/>
                    <a:pt x="74" y="492"/>
                  </a:cubicBezTo>
                  <a:cubicBezTo>
                    <a:pt x="71" y="491"/>
                    <a:pt x="65" y="488"/>
                    <a:pt x="69" y="492"/>
                  </a:cubicBezTo>
                  <a:cubicBezTo>
                    <a:pt x="77" y="496"/>
                    <a:pt x="89" y="500"/>
                    <a:pt x="100" y="506"/>
                  </a:cubicBezTo>
                  <a:cubicBezTo>
                    <a:pt x="98" y="505"/>
                    <a:pt x="99" y="506"/>
                    <a:pt x="98" y="505"/>
                  </a:cubicBezTo>
                  <a:cubicBezTo>
                    <a:pt x="118" y="512"/>
                    <a:pt x="112" y="512"/>
                    <a:pt x="131" y="518"/>
                  </a:cubicBezTo>
                  <a:cubicBezTo>
                    <a:pt x="131" y="518"/>
                    <a:pt x="130" y="518"/>
                    <a:pt x="130" y="518"/>
                  </a:cubicBezTo>
                  <a:cubicBezTo>
                    <a:pt x="134" y="519"/>
                    <a:pt x="138" y="519"/>
                    <a:pt x="141" y="520"/>
                  </a:cubicBezTo>
                  <a:cubicBezTo>
                    <a:pt x="166" y="523"/>
                    <a:pt x="168" y="527"/>
                    <a:pt x="183" y="530"/>
                  </a:cubicBezTo>
                  <a:cubicBezTo>
                    <a:pt x="179" y="530"/>
                    <a:pt x="179" y="530"/>
                    <a:pt x="179" y="530"/>
                  </a:cubicBezTo>
                  <a:cubicBezTo>
                    <a:pt x="189" y="533"/>
                    <a:pt x="219" y="534"/>
                    <a:pt x="227" y="535"/>
                  </a:cubicBezTo>
                  <a:cubicBezTo>
                    <a:pt x="217" y="533"/>
                    <a:pt x="224" y="534"/>
                    <a:pt x="216" y="532"/>
                  </a:cubicBezTo>
                  <a:cubicBezTo>
                    <a:pt x="207" y="531"/>
                    <a:pt x="209" y="534"/>
                    <a:pt x="194" y="531"/>
                  </a:cubicBezTo>
                  <a:cubicBezTo>
                    <a:pt x="196" y="530"/>
                    <a:pt x="216" y="531"/>
                    <a:pt x="220" y="530"/>
                  </a:cubicBezTo>
                  <a:cubicBezTo>
                    <a:pt x="228" y="530"/>
                    <a:pt x="234" y="533"/>
                    <a:pt x="235" y="534"/>
                  </a:cubicBezTo>
                  <a:cubicBezTo>
                    <a:pt x="256" y="535"/>
                    <a:pt x="268" y="536"/>
                    <a:pt x="295" y="535"/>
                  </a:cubicBezTo>
                  <a:cubicBezTo>
                    <a:pt x="304" y="534"/>
                    <a:pt x="311" y="530"/>
                    <a:pt x="333" y="532"/>
                  </a:cubicBezTo>
                  <a:cubicBezTo>
                    <a:pt x="332" y="532"/>
                    <a:pt x="332" y="532"/>
                    <a:pt x="332" y="532"/>
                  </a:cubicBezTo>
                  <a:cubicBezTo>
                    <a:pt x="334" y="531"/>
                    <a:pt x="343" y="532"/>
                    <a:pt x="347" y="531"/>
                  </a:cubicBezTo>
                  <a:cubicBezTo>
                    <a:pt x="339" y="530"/>
                    <a:pt x="356" y="529"/>
                    <a:pt x="347" y="528"/>
                  </a:cubicBezTo>
                  <a:cubicBezTo>
                    <a:pt x="360" y="527"/>
                    <a:pt x="362" y="529"/>
                    <a:pt x="363" y="531"/>
                  </a:cubicBezTo>
                  <a:cubicBezTo>
                    <a:pt x="372" y="528"/>
                    <a:pt x="389" y="530"/>
                    <a:pt x="408" y="527"/>
                  </a:cubicBezTo>
                  <a:cubicBezTo>
                    <a:pt x="405" y="528"/>
                    <a:pt x="383" y="530"/>
                    <a:pt x="392" y="531"/>
                  </a:cubicBezTo>
                  <a:cubicBezTo>
                    <a:pt x="401" y="529"/>
                    <a:pt x="409" y="528"/>
                    <a:pt x="417" y="526"/>
                  </a:cubicBezTo>
                  <a:cubicBezTo>
                    <a:pt x="406" y="527"/>
                    <a:pt x="406" y="527"/>
                    <a:pt x="406" y="527"/>
                  </a:cubicBezTo>
                  <a:cubicBezTo>
                    <a:pt x="425" y="523"/>
                    <a:pt x="430" y="524"/>
                    <a:pt x="441" y="524"/>
                  </a:cubicBezTo>
                  <a:cubicBezTo>
                    <a:pt x="444" y="524"/>
                    <a:pt x="437" y="525"/>
                    <a:pt x="431" y="526"/>
                  </a:cubicBezTo>
                  <a:cubicBezTo>
                    <a:pt x="437" y="525"/>
                    <a:pt x="446" y="524"/>
                    <a:pt x="454" y="522"/>
                  </a:cubicBezTo>
                  <a:cubicBezTo>
                    <a:pt x="459" y="520"/>
                    <a:pt x="479" y="517"/>
                    <a:pt x="487" y="514"/>
                  </a:cubicBezTo>
                  <a:cubicBezTo>
                    <a:pt x="490" y="513"/>
                    <a:pt x="490" y="513"/>
                    <a:pt x="490" y="513"/>
                  </a:cubicBezTo>
                  <a:cubicBezTo>
                    <a:pt x="490" y="514"/>
                    <a:pt x="489" y="514"/>
                    <a:pt x="489" y="514"/>
                  </a:cubicBezTo>
                  <a:cubicBezTo>
                    <a:pt x="490" y="514"/>
                    <a:pt x="492" y="513"/>
                    <a:pt x="493" y="513"/>
                  </a:cubicBezTo>
                  <a:cubicBezTo>
                    <a:pt x="503" y="512"/>
                    <a:pt x="503" y="512"/>
                    <a:pt x="503" y="512"/>
                  </a:cubicBezTo>
                  <a:cubicBezTo>
                    <a:pt x="501" y="512"/>
                    <a:pt x="501" y="512"/>
                    <a:pt x="501" y="512"/>
                  </a:cubicBezTo>
                  <a:cubicBezTo>
                    <a:pt x="505" y="511"/>
                    <a:pt x="505" y="511"/>
                    <a:pt x="505" y="511"/>
                  </a:cubicBezTo>
                  <a:cubicBezTo>
                    <a:pt x="515" y="510"/>
                    <a:pt x="515" y="510"/>
                    <a:pt x="515" y="510"/>
                  </a:cubicBezTo>
                  <a:cubicBezTo>
                    <a:pt x="520" y="508"/>
                    <a:pt x="520" y="508"/>
                    <a:pt x="520" y="508"/>
                  </a:cubicBezTo>
                  <a:cubicBezTo>
                    <a:pt x="518" y="509"/>
                    <a:pt x="518" y="509"/>
                    <a:pt x="518" y="509"/>
                  </a:cubicBezTo>
                  <a:cubicBezTo>
                    <a:pt x="518" y="507"/>
                    <a:pt x="530" y="503"/>
                    <a:pt x="545" y="500"/>
                  </a:cubicBezTo>
                  <a:cubicBezTo>
                    <a:pt x="544" y="500"/>
                    <a:pt x="536" y="501"/>
                    <a:pt x="525" y="503"/>
                  </a:cubicBezTo>
                  <a:cubicBezTo>
                    <a:pt x="529" y="502"/>
                    <a:pt x="529" y="502"/>
                    <a:pt x="529" y="502"/>
                  </a:cubicBezTo>
                  <a:cubicBezTo>
                    <a:pt x="545" y="499"/>
                    <a:pt x="560" y="496"/>
                    <a:pt x="574" y="492"/>
                  </a:cubicBezTo>
                  <a:cubicBezTo>
                    <a:pt x="569" y="494"/>
                    <a:pt x="564" y="495"/>
                    <a:pt x="558" y="497"/>
                  </a:cubicBezTo>
                  <a:cubicBezTo>
                    <a:pt x="573" y="495"/>
                    <a:pt x="596" y="486"/>
                    <a:pt x="603" y="486"/>
                  </a:cubicBezTo>
                  <a:cubicBezTo>
                    <a:pt x="581" y="495"/>
                    <a:pt x="569" y="496"/>
                    <a:pt x="545" y="503"/>
                  </a:cubicBezTo>
                  <a:cubicBezTo>
                    <a:pt x="532" y="504"/>
                    <a:pt x="561" y="498"/>
                    <a:pt x="561" y="497"/>
                  </a:cubicBezTo>
                  <a:cubicBezTo>
                    <a:pt x="557" y="498"/>
                    <a:pt x="552" y="499"/>
                    <a:pt x="547" y="500"/>
                  </a:cubicBezTo>
                  <a:cubicBezTo>
                    <a:pt x="549" y="500"/>
                    <a:pt x="520" y="507"/>
                    <a:pt x="528" y="507"/>
                  </a:cubicBezTo>
                  <a:cubicBezTo>
                    <a:pt x="559" y="501"/>
                    <a:pt x="589" y="494"/>
                    <a:pt x="615" y="485"/>
                  </a:cubicBezTo>
                  <a:cubicBezTo>
                    <a:pt x="608" y="492"/>
                    <a:pt x="601" y="498"/>
                    <a:pt x="593" y="505"/>
                  </a:cubicBezTo>
                  <a:cubicBezTo>
                    <a:pt x="593" y="505"/>
                    <a:pt x="593" y="505"/>
                    <a:pt x="592" y="506"/>
                  </a:cubicBezTo>
                  <a:cubicBezTo>
                    <a:pt x="593" y="505"/>
                    <a:pt x="593" y="505"/>
                    <a:pt x="593" y="505"/>
                  </a:cubicBezTo>
                  <a:cubicBezTo>
                    <a:pt x="593" y="504"/>
                    <a:pt x="588" y="506"/>
                    <a:pt x="582" y="508"/>
                  </a:cubicBezTo>
                  <a:cubicBezTo>
                    <a:pt x="583" y="507"/>
                    <a:pt x="584" y="506"/>
                    <a:pt x="577" y="508"/>
                  </a:cubicBezTo>
                  <a:cubicBezTo>
                    <a:pt x="563" y="511"/>
                    <a:pt x="555" y="516"/>
                    <a:pt x="545" y="518"/>
                  </a:cubicBezTo>
                  <a:cubicBezTo>
                    <a:pt x="548" y="517"/>
                    <a:pt x="548" y="517"/>
                    <a:pt x="548" y="517"/>
                  </a:cubicBezTo>
                  <a:cubicBezTo>
                    <a:pt x="538" y="519"/>
                    <a:pt x="525" y="522"/>
                    <a:pt x="518" y="524"/>
                  </a:cubicBezTo>
                  <a:cubicBezTo>
                    <a:pt x="509" y="524"/>
                    <a:pt x="546" y="517"/>
                    <a:pt x="530" y="519"/>
                  </a:cubicBezTo>
                  <a:cubicBezTo>
                    <a:pt x="541" y="517"/>
                    <a:pt x="557" y="512"/>
                    <a:pt x="565" y="510"/>
                  </a:cubicBezTo>
                  <a:cubicBezTo>
                    <a:pt x="551" y="513"/>
                    <a:pt x="538" y="513"/>
                    <a:pt x="542" y="511"/>
                  </a:cubicBezTo>
                  <a:cubicBezTo>
                    <a:pt x="512" y="520"/>
                    <a:pt x="543" y="516"/>
                    <a:pt x="517" y="523"/>
                  </a:cubicBezTo>
                  <a:cubicBezTo>
                    <a:pt x="498" y="526"/>
                    <a:pt x="498" y="526"/>
                    <a:pt x="498" y="526"/>
                  </a:cubicBezTo>
                  <a:cubicBezTo>
                    <a:pt x="492" y="529"/>
                    <a:pt x="492" y="529"/>
                    <a:pt x="492" y="529"/>
                  </a:cubicBezTo>
                  <a:cubicBezTo>
                    <a:pt x="481" y="531"/>
                    <a:pt x="499" y="526"/>
                    <a:pt x="482" y="529"/>
                  </a:cubicBezTo>
                  <a:cubicBezTo>
                    <a:pt x="477" y="531"/>
                    <a:pt x="466" y="532"/>
                    <a:pt x="463" y="533"/>
                  </a:cubicBezTo>
                  <a:cubicBezTo>
                    <a:pt x="463" y="532"/>
                    <a:pt x="463" y="532"/>
                    <a:pt x="454" y="533"/>
                  </a:cubicBezTo>
                  <a:cubicBezTo>
                    <a:pt x="454" y="534"/>
                    <a:pt x="455" y="534"/>
                    <a:pt x="448" y="535"/>
                  </a:cubicBezTo>
                  <a:cubicBezTo>
                    <a:pt x="443" y="534"/>
                    <a:pt x="465" y="532"/>
                    <a:pt x="457" y="531"/>
                  </a:cubicBezTo>
                  <a:cubicBezTo>
                    <a:pt x="436" y="534"/>
                    <a:pt x="446" y="535"/>
                    <a:pt x="441" y="537"/>
                  </a:cubicBezTo>
                  <a:cubicBezTo>
                    <a:pt x="442" y="536"/>
                    <a:pt x="443" y="536"/>
                    <a:pt x="446" y="536"/>
                  </a:cubicBezTo>
                  <a:cubicBezTo>
                    <a:pt x="445" y="537"/>
                    <a:pt x="437" y="537"/>
                    <a:pt x="438" y="538"/>
                  </a:cubicBezTo>
                  <a:cubicBezTo>
                    <a:pt x="441" y="538"/>
                    <a:pt x="445" y="537"/>
                    <a:pt x="448" y="536"/>
                  </a:cubicBezTo>
                  <a:cubicBezTo>
                    <a:pt x="442" y="538"/>
                    <a:pt x="458" y="537"/>
                    <a:pt x="464" y="536"/>
                  </a:cubicBezTo>
                  <a:cubicBezTo>
                    <a:pt x="477" y="533"/>
                    <a:pt x="505" y="528"/>
                    <a:pt x="524" y="524"/>
                  </a:cubicBezTo>
                  <a:cubicBezTo>
                    <a:pt x="522" y="524"/>
                    <a:pt x="519" y="525"/>
                    <a:pt x="521" y="525"/>
                  </a:cubicBezTo>
                  <a:cubicBezTo>
                    <a:pt x="548" y="519"/>
                    <a:pt x="559" y="518"/>
                    <a:pt x="589" y="509"/>
                  </a:cubicBezTo>
                  <a:cubicBezTo>
                    <a:pt x="592" y="506"/>
                    <a:pt x="592" y="506"/>
                    <a:pt x="592" y="506"/>
                  </a:cubicBezTo>
                  <a:cubicBezTo>
                    <a:pt x="618" y="498"/>
                    <a:pt x="603" y="498"/>
                    <a:pt x="609" y="495"/>
                  </a:cubicBezTo>
                  <a:cubicBezTo>
                    <a:pt x="615" y="494"/>
                    <a:pt x="619" y="491"/>
                    <a:pt x="625" y="490"/>
                  </a:cubicBezTo>
                  <a:cubicBezTo>
                    <a:pt x="622" y="492"/>
                    <a:pt x="622" y="492"/>
                    <a:pt x="622" y="492"/>
                  </a:cubicBezTo>
                  <a:cubicBezTo>
                    <a:pt x="638" y="486"/>
                    <a:pt x="627" y="488"/>
                    <a:pt x="641" y="484"/>
                  </a:cubicBezTo>
                  <a:cubicBezTo>
                    <a:pt x="652" y="478"/>
                    <a:pt x="631" y="487"/>
                    <a:pt x="638" y="483"/>
                  </a:cubicBezTo>
                  <a:cubicBezTo>
                    <a:pt x="653" y="478"/>
                    <a:pt x="646" y="477"/>
                    <a:pt x="670" y="469"/>
                  </a:cubicBezTo>
                  <a:cubicBezTo>
                    <a:pt x="669" y="470"/>
                    <a:pt x="673" y="470"/>
                    <a:pt x="660" y="476"/>
                  </a:cubicBezTo>
                  <a:cubicBezTo>
                    <a:pt x="664" y="475"/>
                    <a:pt x="669" y="473"/>
                    <a:pt x="673" y="472"/>
                  </a:cubicBezTo>
                  <a:cubicBezTo>
                    <a:pt x="658" y="479"/>
                    <a:pt x="667" y="475"/>
                    <a:pt x="651" y="481"/>
                  </a:cubicBezTo>
                  <a:cubicBezTo>
                    <a:pt x="644" y="485"/>
                    <a:pt x="646" y="486"/>
                    <a:pt x="640" y="490"/>
                  </a:cubicBezTo>
                  <a:cubicBezTo>
                    <a:pt x="646" y="487"/>
                    <a:pt x="644" y="486"/>
                    <a:pt x="654" y="483"/>
                  </a:cubicBezTo>
                  <a:cubicBezTo>
                    <a:pt x="665" y="479"/>
                    <a:pt x="652" y="484"/>
                    <a:pt x="651" y="485"/>
                  </a:cubicBezTo>
                  <a:cubicBezTo>
                    <a:pt x="665" y="478"/>
                    <a:pt x="668" y="481"/>
                    <a:pt x="681" y="474"/>
                  </a:cubicBezTo>
                  <a:cubicBezTo>
                    <a:pt x="677" y="473"/>
                    <a:pt x="680" y="472"/>
                    <a:pt x="670" y="474"/>
                  </a:cubicBezTo>
                  <a:cubicBezTo>
                    <a:pt x="679" y="470"/>
                    <a:pt x="691" y="466"/>
                    <a:pt x="691" y="468"/>
                  </a:cubicBezTo>
                  <a:cubicBezTo>
                    <a:pt x="692" y="466"/>
                    <a:pt x="692" y="466"/>
                    <a:pt x="692" y="466"/>
                  </a:cubicBezTo>
                  <a:cubicBezTo>
                    <a:pt x="695" y="466"/>
                    <a:pt x="702" y="462"/>
                    <a:pt x="702" y="462"/>
                  </a:cubicBezTo>
                  <a:cubicBezTo>
                    <a:pt x="705" y="460"/>
                    <a:pt x="705" y="460"/>
                    <a:pt x="705" y="460"/>
                  </a:cubicBezTo>
                  <a:cubicBezTo>
                    <a:pt x="698" y="462"/>
                    <a:pt x="692" y="464"/>
                    <a:pt x="681" y="469"/>
                  </a:cubicBezTo>
                  <a:cubicBezTo>
                    <a:pt x="685" y="467"/>
                    <a:pt x="674" y="470"/>
                    <a:pt x="688" y="463"/>
                  </a:cubicBezTo>
                  <a:cubicBezTo>
                    <a:pt x="695" y="460"/>
                    <a:pt x="690" y="464"/>
                    <a:pt x="690" y="464"/>
                  </a:cubicBezTo>
                  <a:cubicBezTo>
                    <a:pt x="723" y="447"/>
                    <a:pt x="725" y="451"/>
                    <a:pt x="750" y="436"/>
                  </a:cubicBezTo>
                  <a:cubicBezTo>
                    <a:pt x="744" y="440"/>
                    <a:pt x="728" y="448"/>
                    <a:pt x="716" y="455"/>
                  </a:cubicBezTo>
                  <a:cubicBezTo>
                    <a:pt x="724" y="452"/>
                    <a:pt x="732" y="446"/>
                    <a:pt x="739" y="442"/>
                  </a:cubicBezTo>
                  <a:cubicBezTo>
                    <a:pt x="733" y="446"/>
                    <a:pt x="732" y="448"/>
                    <a:pt x="740" y="444"/>
                  </a:cubicBezTo>
                  <a:cubicBezTo>
                    <a:pt x="743" y="441"/>
                    <a:pt x="743" y="441"/>
                    <a:pt x="743" y="441"/>
                  </a:cubicBezTo>
                  <a:cubicBezTo>
                    <a:pt x="747" y="439"/>
                    <a:pt x="755" y="434"/>
                    <a:pt x="756" y="434"/>
                  </a:cubicBezTo>
                  <a:cubicBezTo>
                    <a:pt x="756" y="434"/>
                    <a:pt x="754" y="435"/>
                    <a:pt x="749" y="437"/>
                  </a:cubicBezTo>
                  <a:cubicBezTo>
                    <a:pt x="760" y="430"/>
                    <a:pt x="780" y="416"/>
                    <a:pt x="799" y="403"/>
                  </a:cubicBezTo>
                  <a:cubicBezTo>
                    <a:pt x="799" y="406"/>
                    <a:pt x="773" y="422"/>
                    <a:pt x="788" y="415"/>
                  </a:cubicBezTo>
                  <a:cubicBezTo>
                    <a:pt x="795" y="409"/>
                    <a:pt x="800" y="403"/>
                    <a:pt x="813" y="394"/>
                  </a:cubicBezTo>
                  <a:cubicBezTo>
                    <a:pt x="809" y="399"/>
                    <a:pt x="820" y="390"/>
                    <a:pt x="820" y="391"/>
                  </a:cubicBezTo>
                  <a:cubicBezTo>
                    <a:pt x="826" y="385"/>
                    <a:pt x="831" y="379"/>
                    <a:pt x="836" y="374"/>
                  </a:cubicBezTo>
                  <a:cubicBezTo>
                    <a:pt x="844" y="366"/>
                    <a:pt x="853" y="357"/>
                    <a:pt x="859" y="348"/>
                  </a:cubicBezTo>
                  <a:cubicBezTo>
                    <a:pt x="857" y="351"/>
                    <a:pt x="854" y="355"/>
                    <a:pt x="850" y="359"/>
                  </a:cubicBezTo>
                  <a:cubicBezTo>
                    <a:pt x="858" y="345"/>
                    <a:pt x="870" y="337"/>
                    <a:pt x="879" y="319"/>
                  </a:cubicBezTo>
                  <a:cubicBezTo>
                    <a:pt x="875" y="328"/>
                    <a:pt x="875" y="328"/>
                    <a:pt x="875" y="328"/>
                  </a:cubicBezTo>
                  <a:cubicBezTo>
                    <a:pt x="883" y="315"/>
                    <a:pt x="888" y="304"/>
                    <a:pt x="892" y="292"/>
                  </a:cubicBezTo>
                  <a:cubicBezTo>
                    <a:pt x="893" y="293"/>
                    <a:pt x="893" y="293"/>
                    <a:pt x="893" y="293"/>
                  </a:cubicBezTo>
                  <a:cubicBezTo>
                    <a:pt x="893" y="291"/>
                    <a:pt x="900" y="266"/>
                    <a:pt x="900" y="260"/>
                  </a:cubicBezTo>
                  <a:cubicBezTo>
                    <a:pt x="892" y="296"/>
                    <a:pt x="890" y="290"/>
                    <a:pt x="875" y="322"/>
                  </a:cubicBezTo>
                  <a:cubicBezTo>
                    <a:pt x="880" y="310"/>
                    <a:pt x="884" y="301"/>
                    <a:pt x="888" y="287"/>
                  </a:cubicBezTo>
                  <a:cubicBezTo>
                    <a:pt x="890" y="282"/>
                    <a:pt x="891" y="280"/>
                    <a:pt x="891" y="280"/>
                  </a:cubicBezTo>
                  <a:cubicBezTo>
                    <a:pt x="892" y="275"/>
                    <a:pt x="891" y="273"/>
                    <a:pt x="893" y="265"/>
                  </a:cubicBezTo>
                  <a:cubicBezTo>
                    <a:pt x="894" y="263"/>
                    <a:pt x="894" y="263"/>
                    <a:pt x="894" y="263"/>
                  </a:cubicBezTo>
                  <a:cubicBezTo>
                    <a:pt x="900" y="239"/>
                    <a:pt x="895" y="241"/>
                    <a:pt x="896" y="219"/>
                  </a:cubicBezTo>
                  <a:cubicBezTo>
                    <a:pt x="898" y="214"/>
                    <a:pt x="899" y="238"/>
                    <a:pt x="897" y="253"/>
                  </a:cubicBezTo>
                  <a:cubicBezTo>
                    <a:pt x="901" y="242"/>
                    <a:pt x="894" y="275"/>
                    <a:pt x="898" y="263"/>
                  </a:cubicBezTo>
                  <a:cubicBezTo>
                    <a:pt x="899" y="256"/>
                    <a:pt x="899" y="256"/>
                    <a:pt x="899" y="256"/>
                  </a:cubicBezTo>
                  <a:cubicBezTo>
                    <a:pt x="900" y="249"/>
                    <a:pt x="901" y="250"/>
                    <a:pt x="900" y="254"/>
                  </a:cubicBezTo>
                  <a:cubicBezTo>
                    <a:pt x="901" y="245"/>
                    <a:pt x="901" y="247"/>
                    <a:pt x="901" y="243"/>
                  </a:cubicBezTo>
                  <a:cubicBezTo>
                    <a:pt x="902" y="206"/>
                    <a:pt x="905" y="248"/>
                    <a:pt x="905" y="211"/>
                  </a:cubicBezTo>
                  <a:cubicBezTo>
                    <a:pt x="905" y="215"/>
                    <a:pt x="906" y="225"/>
                    <a:pt x="907" y="223"/>
                  </a:cubicBezTo>
                  <a:cubicBezTo>
                    <a:pt x="907" y="230"/>
                    <a:pt x="906" y="237"/>
                    <a:pt x="905" y="243"/>
                  </a:cubicBezTo>
                  <a:cubicBezTo>
                    <a:pt x="907" y="244"/>
                    <a:pt x="907" y="244"/>
                    <a:pt x="907" y="244"/>
                  </a:cubicBezTo>
                  <a:cubicBezTo>
                    <a:pt x="910" y="218"/>
                    <a:pt x="905" y="203"/>
                    <a:pt x="900" y="193"/>
                  </a:cubicBezTo>
                  <a:close/>
                  <a:moveTo>
                    <a:pt x="568" y="512"/>
                  </a:moveTo>
                  <a:cubicBezTo>
                    <a:pt x="578" y="510"/>
                    <a:pt x="578" y="510"/>
                    <a:pt x="578" y="510"/>
                  </a:cubicBezTo>
                  <a:cubicBezTo>
                    <a:pt x="574" y="511"/>
                    <a:pt x="571" y="512"/>
                    <a:pt x="568" y="512"/>
                  </a:cubicBezTo>
                  <a:close/>
                  <a:moveTo>
                    <a:pt x="443" y="18"/>
                  </a:moveTo>
                  <a:cubicBezTo>
                    <a:pt x="465" y="12"/>
                    <a:pt x="465" y="12"/>
                    <a:pt x="465" y="12"/>
                  </a:cubicBezTo>
                  <a:cubicBezTo>
                    <a:pt x="454" y="13"/>
                    <a:pt x="452" y="16"/>
                    <a:pt x="438" y="18"/>
                  </a:cubicBezTo>
                  <a:cubicBezTo>
                    <a:pt x="439" y="16"/>
                    <a:pt x="438" y="15"/>
                    <a:pt x="453" y="12"/>
                  </a:cubicBezTo>
                  <a:cubicBezTo>
                    <a:pt x="466" y="11"/>
                    <a:pt x="452" y="13"/>
                    <a:pt x="459" y="13"/>
                  </a:cubicBezTo>
                  <a:cubicBezTo>
                    <a:pt x="469" y="9"/>
                    <a:pt x="472" y="13"/>
                    <a:pt x="483" y="10"/>
                  </a:cubicBezTo>
                  <a:cubicBezTo>
                    <a:pt x="496" y="9"/>
                    <a:pt x="492" y="11"/>
                    <a:pt x="496" y="11"/>
                  </a:cubicBezTo>
                  <a:cubicBezTo>
                    <a:pt x="483" y="12"/>
                    <a:pt x="502" y="12"/>
                    <a:pt x="486" y="14"/>
                  </a:cubicBezTo>
                  <a:cubicBezTo>
                    <a:pt x="499" y="14"/>
                    <a:pt x="495" y="11"/>
                    <a:pt x="506" y="11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18" y="13"/>
                    <a:pt x="540" y="14"/>
                    <a:pt x="553" y="12"/>
                  </a:cubicBezTo>
                  <a:cubicBezTo>
                    <a:pt x="542" y="11"/>
                    <a:pt x="560" y="11"/>
                    <a:pt x="558" y="10"/>
                  </a:cubicBezTo>
                  <a:cubicBezTo>
                    <a:pt x="556" y="12"/>
                    <a:pt x="540" y="11"/>
                    <a:pt x="541" y="10"/>
                  </a:cubicBezTo>
                  <a:cubicBezTo>
                    <a:pt x="548" y="9"/>
                    <a:pt x="565" y="9"/>
                    <a:pt x="573" y="10"/>
                  </a:cubicBezTo>
                  <a:cubicBezTo>
                    <a:pt x="560" y="8"/>
                    <a:pt x="560" y="8"/>
                    <a:pt x="560" y="8"/>
                  </a:cubicBezTo>
                  <a:cubicBezTo>
                    <a:pt x="566" y="8"/>
                    <a:pt x="588" y="7"/>
                    <a:pt x="589" y="7"/>
                  </a:cubicBezTo>
                  <a:cubicBezTo>
                    <a:pt x="596" y="8"/>
                    <a:pt x="606" y="8"/>
                    <a:pt x="609" y="10"/>
                  </a:cubicBezTo>
                  <a:cubicBezTo>
                    <a:pt x="605" y="9"/>
                    <a:pt x="601" y="10"/>
                    <a:pt x="597" y="10"/>
                  </a:cubicBezTo>
                  <a:cubicBezTo>
                    <a:pt x="592" y="9"/>
                    <a:pt x="592" y="9"/>
                    <a:pt x="592" y="9"/>
                  </a:cubicBezTo>
                  <a:cubicBezTo>
                    <a:pt x="585" y="10"/>
                    <a:pt x="585" y="10"/>
                    <a:pt x="585" y="10"/>
                  </a:cubicBezTo>
                  <a:cubicBezTo>
                    <a:pt x="593" y="11"/>
                    <a:pt x="610" y="13"/>
                    <a:pt x="614" y="15"/>
                  </a:cubicBezTo>
                  <a:cubicBezTo>
                    <a:pt x="595" y="13"/>
                    <a:pt x="565" y="12"/>
                    <a:pt x="530" y="16"/>
                  </a:cubicBezTo>
                  <a:cubicBezTo>
                    <a:pt x="530" y="16"/>
                    <a:pt x="530" y="16"/>
                    <a:pt x="532" y="16"/>
                  </a:cubicBezTo>
                  <a:cubicBezTo>
                    <a:pt x="514" y="16"/>
                    <a:pt x="512" y="16"/>
                    <a:pt x="498" y="17"/>
                  </a:cubicBezTo>
                  <a:cubicBezTo>
                    <a:pt x="502" y="16"/>
                    <a:pt x="502" y="16"/>
                    <a:pt x="502" y="16"/>
                  </a:cubicBezTo>
                  <a:cubicBezTo>
                    <a:pt x="500" y="15"/>
                    <a:pt x="488" y="17"/>
                    <a:pt x="476" y="18"/>
                  </a:cubicBezTo>
                  <a:cubicBezTo>
                    <a:pt x="473" y="19"/>
                    <a:pt x="466" y="20"/>
                    <a:pt x="461" y="20"/>
                  </a:cubicBezTo>
                  <a:cubicBezTo>
                    <a:pt x="463" y="19"/>
                    <a:pt x="463" y="19"/>
                    <a:pt x="463" y="19"/>
                  </a:cubicBezTo>
                  <a:cubicBezTo>
                    <a:pt x="460" y="19"/>
                    <a:pt x="449" y="20"/>
                    <a:pt x="436" y="22"/>
                  </a:cubicBezTo>
                  <a:cubicBezTo>
                    <a:pt x="441" y="20"/>
                    <a:pt x="441" y="20"/>
                    <a:pt x="441" y="20"/>
                  </a:cubicBezTo>
                  <a:cubicBezTo>
                    <a:pt x="444" y="19"/>
                    <a:pt x="448" y="18"/>
                    <a:pt x="453" y="17"/>
                  </a:cubicBezTo>
                  <a:cubicBezTo>
                    <a:pt x="450" y="18"/>
                    <a:pt x="447" y="18"/>
                    <a:pt x="443" y="18"/>
                  </a:cubicBezTo>
                  <a:close/>
                  <a:moveTo>
                    <a:pt x="598" y="486"/>
                  </a:moveTo>
                  <a:cubicBezTo>
                    <a:pt x="594" y="487"/>
                    <a:pt x="592" y="488"/>
                    <a:pt x="591" y="488"/>
                  </a:cubicBezTo>
                  <a:cubicBezTo>
                    <a:pt x="599" y="486"/>
                    <a:pt x="599" y="486"/>
                    <a:pt x="599" y="486"/>
                  </a:cubicBezTo>
                  <a:lnTo>
                    <a:pt x="598" y="486"/>
                  </a:lnTo>
                  <a:close/>
                  <a:moveTo>
                    <a:pt x="620" y="481"/>
                  </a:moveTo>
                  <a:cubicBezTo>
                    <a:pt x="617" y="481"/>
                    <a:pt x="616" y="481"/>
                    <a:pt x="615" y="481"/>
                  </a:cubicBezTo>
                  <a:cubicBezTo>
                    <a:pt x="622" y="479"/>
                    <a:pt x="622" y="479"/>
                    <a:pt x="622" y="479"/>
                  </a:cubicBezTo>
                  <a:lnTo>
                    <a:pt x="620" y="481"/>
                  </a:lnTo>
                  <a:close/>
                  <a:moveTo>
                    <a:pt x="679" y="440"/>
                  </a:moveTo>
                  <a:cubicBezTo>
                    <a:pt x="679" y="440"/>
                    <a:pt x="671" y="444"/>
                    <a:pt x="660" y="449"/>
                  </a:cubicBezTo>
                  <a:cubicBezTo>
                    <a:pt x="660" y="448"/>
                    <a:pt x="660" y="448"/>
                    <a:pt x="660" y="448"/>
                  </a:cubicBezTo>
                  <a:cubicBezTo>
                    <a:pt x="661" y="448"/>
                    <a:pt x="661" y="448"/>
                    <a:pt x="661" y="447"/>
                  </a:cubicBezTo>
                  <a:cubicBezTo>
                    <a:pt x="664" y="446"/>
                    <a:pt x="665" y="446"/>
                    <a:pt x="666" y="446"/>
                  </a:cubicBezTo>
                  <a:cubicBezTo>
                    <a:pt x="672" y="441"/>
                    <a:pt x="662" y="445"/>
                    <a:pt x="651" y="450"/>
                  </a:cubicBezTo>
                  <a:cubicBezTo>
                    <a:pt x="648" y="452"/>
                    <a:pt x="648" y="452"/>
                    <a:pt x="648" y="452"/>
                  </a:cubicBezTo>
                  <a:cubicBezTo>
                    <a:pt x="638" y="455"/>
                    <a:pt x="632" y="456"/>
                    <a:pt x="619" y="461"/>
                  </a:cubicBezTo>
                  <a:cubicBezTo>
                    <a:pt x="590" y="476"/>
                    <a:pt x="590" y="476"/>
                    <a:pt x="590" y="476"/>
                  </a:cubicBezTo>
                  <a:cubicBezTo>
                    <a:pt x="581" y="479"/>
                    <a:pt x="581" y="479"/>
                    <a:pt x="581" y="479"/>
                  </a:cubicBezTo>
                  <a:cubicBezTo>
                    <a:pt x="577" y="479"/>
                    <a:pt x="563" y="483"/>
                    <a:pt x="568" y="480"/>
                  </a:cubicBezTo>
                  <a:cubicBezTo>
                    <a:pt x="566" y="480"/>
                    <a:pt x="571" y="478"/>
                    <a:pt x="577" y="477"/>
                  </a:cubicBezTo>
                  <a:cubicBezTo>
                    <a:pt x="578" y="477"/>
                    <a:pt x="577" y="477"/>
                    <a:pt x="578" y="477"/>
                  </a:cubicBezTo>
                  <a:cubicBezTo>
                    <a:pt x="579" y="476"/>
                    <a:pt x="579" y="475"/>
                    <a:pt x="572" y="476"/>
                  </a:cubicBezTo>
                  <a:cubicBezTo>
                    <a:pt x="579" y="474"/>
                    <a:pt x="580" y="474"/>
                    <a:pt x="585" y="472"/>
                  </a:cubicBezTo>
                  <a:cubicBezTo>
                    <a:pt x="578" y="474"/>
                    <a:pt x="578" y="474"/>
                    <a:pt x="578" y="474"/>
                  </a:cubicBezTo>
                  <a:cubicBezTo>
                    <a:pt x="589" y="471"/>
                    <a:pt x="605" y="463"/>
                    <a:pt x="605" y="462"/>
                  </a:cubicBezTo>
                  <a:cubicBezTo>
                    <a:pt x="602" y="465"/>
                    <a:pt x="594" y="466"/>
                    <a:pt x="588" y="467"/>
                  </a:cubicBezTo>
                  <a:cubicBezTo>
                    <a:pt x="593" y="465"/>
                    <a:pt x="602" y="461"/>
                    <a:pt x="595" y="464"/>
                  </a:cubicBezTo>
                  <a:cubicBezTo>
                    <a:pt x="592" y="465"/>
                    <a:pt x="572" y="472"/>
                    <a:pt x="587" y="468"/>
                  </a:cubicBezTo>
                  <a:cubicBezTo>
                    <a:pt x="581" y="471"/>
                    <a:pt x="573" y="474"/>
                    <a:pt x="566" y="475"/>
                  </a:cubicBezTo>
                  <a:cubicBezTo>
                    <a:pt x="574" y="472"/>
                    <a:pt x="568" y="473"/>
                    <a:pt x="570" y="471"/>
                  </a:cubicBezTo>
                  <a:cubicBezTo>
                    <a:pt x="563" y="474"/>
                    <a:pt x="564" y="475"/>
                    <a:pt x="563" y="476"/>
                  </a:cubicBezTo>
                  <a:cubicBezTo>
                    <a:pt x="541" y="480"/>
                    <a:pt x="532" y="479"/>
                    <a:pt x="509" y="485"/>
                  </a:cubicBezTo>
                  <a:cubicBezTo>
                    <a:pt x="506" y="486"/>
                    <a:pt x="523" y="482"/>
                    <a:pt x="521" y="483"/>
                  </a:cubicBezTo>
                  <a:cubicBezTo>
                    <a:pt x="504" y="489"/>
                    <a:pt x="498" y="486"/>
                    <a:pt x="483" y="489"/>
                  </a:cubicBezTo>
                  <a:cubicBezTo>
                    <a:pt x="488" y="490"/>
                    <a:pt x="488" y="490"/>
                    <a:pt x="488" y="490"/>
                  </a:cubicBezTo>
                  <a:cubicBezTo>
                    <a:pt x="483" y="492"/>
                    <a:pt x="472" y="494"/>
                    <a:pt x="466" y="495"/>
                  </a:cubicBezTo>
                  <a:cubicBezTo>
                    <a:pt x="464" y="494"/>
                    <a:pt x="448" y="496"/>
                    <a:pt x="460" y="493"/>
                  </a:cubicBezTo>
                  <a:cubicBezTo>
                    <a:pt x="434" y="496"/>
                    <a:pt x="437" y="500"/>
                    <a:pt x="407" y="504"/>
                  </a:cubicBezTo>
                  <a:cubicBezTo>
                    <a:pt x="421" y="502"/>
                    <a:pt x="423" y="502"/>
                    <a:pt x="434" y="501"/>
                  </a:cubicBezTo>
                  <a:cubicBezTo>
                    <a:pt x="422" y="503"/>
                    <a:pt x="432" y="502"/>
                    <a:pt x="431" y="503"/>
                  </a:cubicBezTo>
                  <a:cubicBezTo>
                    <a:pt x="424" y="503"/>
                    <a:pt x="401" y="507"/>
                    <a:pt x="417" y="503"/>
                  </a:cubicBezTo>
                  <a:cubicBezTo>
                    <a:pt x="407" y="505"/>
                    <a:pt x="388" y="506"/>
                    <a:pt x="384" y="507"/>
                  </a:cubicBezTo>
                  <a:cubicBezTo>
                    <a:pt x="392" y="507"/>
                    <a:pt x="392" y="507"/>
                    <a:pt x="392" y="507"/>
                  </a:cubicBezTo>
                  <a:cubicBezTo>
                    <a:pt x="379" y="508"/>
                    <a:pt x="366" y="510"/>
                    <a:pt x="360" y="512"/>
                  </a:cubicBezTo>
                  <a:cubicBezTo>
                    <a:pt x="377" y="511"/>
                    <a:pt x="376" y="508"/>
                    <a:pt x="398" y="507"/>
                  </a:cubicBezTo>
                  <a:cubicBezTo>
                    <a:pt x="421" y="506"/>
                    <a:pt x="392" y="508"/>
                    <a:pt x="408" y="509"/>
                  </a:cubicBezTo>
                  <a:cubicBezTo>
                    <a:pt x="424" y="506"/>
                    <a:pt x="424" y="506"/>
                    <a:pt x="424" y="506"/>
                  </a:cubicBezTo>
                  <a:cubicBezTo>
                    <a:pt x="416" y="506"/>
                    <a:pt x="416" y="506"/>
                    <a:pt x="416" y="506"/>
                  </a:cubicBezTo>
                  <a:cubicBezTo>
                    <a:pt x="419" y="504"/>
                    <a:pt x="442" y="503"/>
                    <a:pt x="439" y="501"/>
                  </a:cubicBezTo>
                  <a:cubicBezTo>
                    <a:pt x="456" y="501"/>
                    <a:pt x="461" y="499"/>
                    <a:pt x="480" y="498"/>
                  </a:cubicBezTo>
                  <a:cubicBezTo>
                    <a:pt x="484" y="496"/>
                    <a:pt x="477" y="497"/>
                    <a:pt x="472" y="498"/>
                  </a:cubicBezTo>
                  <a:cubicBezTo>
                    <a:pt x="481" y="497"/>
                    <a:pt x="481" y="494"/>
                    <a:pt x="494" y="493"/>
                  </a:cubicBezTo>
                  <a:cubicBezTo>
                    <a:pt x="500" y="492"/>
                    <a:pt x="495" y="491"/>
                    <a:pt x="485" y="493"/>
                  </a:cubicBezTo>
                  <a:cubicBezTo>
                    <a:pt x="494" y="492"/>
                    <a:pt x="503" y="490"/>
                    <a:pt x="513" y="488"/>
                  </a:cubicBezTo>
                  <a:cubicBezTo>
                    <a:pt x="502" y="489"/>
                    <a:pt x="502" y="489"/>
                    <a:pt x="502" y="489"/>
                  </a:cubicBezTo>
                  <a:cubicBezTo>
                    <a:pt x="513" y="487"/>
                    <a:pt x="513" y="487"/>
                    <a:pt x="513" y="487"/>
                  </a:cubicBezTo>
                  <a:cubicBezTo>
                    <a:pt x="504" y="487"/>
                    <a:pt x="504" y="487"/>
                    <a:pt x="504" y="487"/>
                  </a:cubicBezTo>
                  <a:cubicBezTo>
                    <a:pt x="524" y="483"/>
                    <a:pt x="548" y="478"/>
                    <a:pt x="559" y="477"/>
                  </a:cubicBezTo>
                  <a:cubicBezTo>
                    <a:pt x="541" y="483"/>
                    <a:pt x="512" y="489"/>
                    <a:pt x="502" y="493"/>
                  </a:cubicBezTo>
                  <a:cubicBezTo>
                    <a:pt x="506" y="493"/>
                    <a:pt x="516" y="489"/>
                    <a:pt x="521" y="490"/>
                  </a:cubicBezTo>
                  <a:cubicBezTo>
                    <a:pt x="527" y="487"/>
                    <a:pt x="527" y="487"/>
                    <a:pt x="527" y="487"/>
                  </a:cubicBezTo>
                  <a:cubicBezTo>
                    <a:pt x="533" y="485"/>
                    <a:pt x="547" y="482"/>
                    <a:pt x="549" y="483"/>
                  </a:cubicBezTo>
                  <a:cubicBezTo>
                    <a:pt x="532" y="487"/>
                    <a:pt x="527" y="490"/>
                    <a:pt x="519" y="493"/>
                  </a:cubicBezTo>
                  <a:cubicBezTo>
                    <a:pt x="519" y="493"/>
                    <a:pt x="518" y="494"/>
                    <a:pt x="515" y="494"/>
                  </a:cubicBezTo>
                  <a:cubicBezTo>
                    <a:pt x="515" y="494"/>
                    <a:pt x="515" y="494"/>
                    <a:pt x="515" y="494"/>
                  </a:cubicBezTo>
                  <a:cubicBezTo>
                    <a:pt x="515" y="494"/>
                    <a:pt x="515" y="494"/>
                    <a:pt x="515" y="494"/>
                  </a:cubicBezTo>
                  <a:cubicBezTo>
                    <a:pt x="510" y="495"/>
                    <a:pt x="501" y="497"/>
                    <a:pt x="497" y="498"/>
                  </a:cubicBezTo>
                  <a:cubicBezTo>
                    <a:pt x="490" y="499"/>
                    <a:pt x="495" y="497"/>
                    <a:pt x="495" y="497"/>
                  </a:cubicBezTo>
                  <a:cubicBezTo>
                    <a:pt x="474" y="499"/>
                    <a:pt x="460" y="505"/>
                    <a:pt x="438" y="507"/>
                  </a:cubicBezTo>
                  <a:cubicBezTo>
                    <a:pt x="437" y="506"/>
                    <a:pt x="420" y="508"/>
                    <a:pt x="425" y="507"/>
                  </a:cubicBezTo>
                  <a:cubicBezTo>
                    <a:pt x="412" y="508"/>
                    <a:pt x="405" y="510"/>
                    <a:pt x="397" y="512"/>
                  </a:cubicBezTo>
                  <a:cubicBezTo>
                    <a:pt x="395" y="511"/>
                    <a:pt x="377" y="513"/>
                    <a:pt x="384" y="512"/>
                  </a:cubicBezTo>
                  <a:cubicBezTo>
                    <a:pt x="372" y="514"/>
                    <a:pt x="372" y="514"/>
                    <a:pt x="372" y="514"/>
                  </a:cubicBezTo>
                  <a:cubicBezTo>
                    <a:pt x="363" y="514"/>
                    <a:pt x="346" y="516"/>
                    <a:pt x="343" y="515"/>
                  </a:cubicBezTo>
                  <a:cubicBezTo>
                    <a:pt x="334" y="516"/>
                    <a:pt x="341" y="517"/>
                    <a:pt x="328" y="517"/>
                  </a:cubicBezTo>
                  <a:cubicBezTo>
                    <a:pt x="329" y="517"/>
                    <a:pt x="328" y="517"/>
                    <a:pt x="331" y="517"/>
                  </a:cubicBezTo>
                  <a:cubicBezTo>
                    <a:pt x="325" y="516"/>
                    <a:pt x="311" y="517"/>
                    <a:pt x="305" y="518"/>
                  </a:cubicBezTo>
                  <a:cubicBezTo>
                    <a:pt x="314" y="518"/>
                    <a:pt x="307" y="518"/>
                    <a:pt x="318" y="518"/>
                  </a:cubicBezTo>
                  <a:cubicBezTo>
                    <a:pt x="318" y="519"/>
                    <a:pt x="306" y="520"/>
                    <a:pt x="294" y="519"/>
                  </a:cubicBezTo>
                  <a:cubicBezTo>
                    <a:pt x="310" y="518"/>
                    <a:pt x="281" y="518"/>
                    <a:pt x="289" y="517"/>
                  </a:cubicBezTo>
                  <a:cubicBezTo>
                    <a:pt x="263" y="517"/>
                    <a:pt x="248" y="519"/>
                    <a:pt x="226" y="520"/>
                  </a:cubicBezTo>
                  <a:cubicBezTo>
                    <a:pt x="201" y="519"/>
                    <a:pt x="170" y="514"/>
                    <a:pt x="151" y="511"/>
                  </a:cubicBezTo>
                  <a:cubicBezTo>
                    <a:pt x="153" y="512"/>
                    <a:pt x="153" y="512"/>
                    <a:pt x="153" y="512"/>
                  </a:cubicBezTo>
                  <a:cubicBezTo>
                    <a:pt x="142" y="510"/>
                    <a:pt x="142" y="510"/>
                    <a:pt x="142" y="510"/>
                  </a:cubicBezTo>
                  <a:cubicBezTo>
                    <a:pt x="135" y="508"/>
                    <a:pt x="142" y="508"/>
                    <a:pt x="132" y="506"/>
                  </a:cubicBezTo>
                  <a:cubicBezTo>
                    <a:pt x="136" y="505"/>
                    <a:pt x="150" y="510"/>
                    <a:pt x="160" y="511"/>
                  </a:cubicBezTo>
                  <a:cubicBezTo>
                    <a:pt x="143" y="506"/>
                    <a:pt x="177" y="513"/>
                    <a:pt x="166" y="509"/>
                  </a:cubicBezTo>
                  <a:cubicBezTo>
                    <a:pt x="158" y="512"/>
                    <a:pt x="128" y="502"/>
                    <a:pt x="113" y="497"/>
                  </a:cubicBezTo>
                  <a:cubicBezTo>
                    <a:pt x="99" y="491"/>
                    <a:pt x="120" y="498"/>
                    <a:pt x="113" y="495"/>
                  </a:cubicBezTo>
                  <a:cubicBezTo>
                    <a:pt x="108" y="495"/>
                    <a:pt x="108" y="495"/>
                    <a:pt x="108" y="495"/>
                  </a:cubicBezTo>
                  <a:cubicBezTo>
                    <a:pt x="102" y="492"/>
                    <a:pt x="101" y="491"/>
                    <a:pt x="101" y="490"/>
                  </a:cubicBezTo>
                  <a:cubicBezTo>
                    <a:pt x="87" y="484"/>
                    <a:pt x="71" y="475"/>
                    <a:pt x="60" y="467"/>
                  </a:cubicBezTo>
                  <a:cubicBezTo>
                    <a:pt x="74" y="477"/>
                    <a:pt x="54" y="465"/>
                    <a:pt x="68" y="475"/>
                  </a:cubicBezTo>
                  <a:cubicBezTo>
                    <a:pt x="63" y="473"/>
                    <a:pt x="54" y="466"/>
                    <a:pt x="47" y="459"/>
                  </a:cubicBezTo>
                  <a:cubicBezTo>
                    <a:pt x="54" y="465"/>
                    <a:pt x="39" y="448"/>
                    <a:pt x="54" y="464"/>
                  </a:cubicBezTo>
                  <a:cubicBezTo>
                    <a:pt x="53" y="460"/>
                    <a:pt x="46" y="456"/>
                    <a:pt x="40" y="448"/>
                  </a:cubicBezTo>
                  <a:cubicBezTo>
                    <a:pt x="42" y="450"/>
                    <a:pt x="44" y="452"/>
                    <a:pt x="47" y="454"/>
                  </a:cubicBezTo>
                  <a:cubicBezTo>
                    <a:pt x="35" y="443"/>
                    <a:pt x="25" y="419"/>
                    <a:pt x="23" y="415"/>
                  </a:cubicBezTo>
                  <a:cubicBezTo>
                    <a:pt x="18" y="406"/>
                    <a:pt x="13" y="390"/>
                    <a:pt x="12" y="376"/>
                  </a:cubicBezTo>
                  <a:cubicBezTo>
                    <a:pt x="12" y="363"/>
                    <a:pt x="13" y="348"/>
                    <a:pt x="17" y="333"/>
                  </a:cubicBezTo>
                  <a:cubicBezTo>
                    <a:pt x="17" y="336"/>
                    <a:pt x="17" y="336"/>
                    <a:pt x="17" y="336"/>
                  </a:cubicBezTo>
                  <a:cubicBezTo>
                    <a:pt x="19" y="327"/>
                    <a:pt x="22" y="314"/>
                    <a:pt x="27" y="303"/>
                  </a:cubicBezTo>
                  <a:cubicBezTo>
                    <a:pt x="29" y="300"/>
                    <a:pt x="29" y="300"/>
                    <a:pt x="29" y="300"/>
                  </a:cubicBezTo>
                  <a:cubicBezTo>
                    <a:pt x="32" y="292"/>
                    <a:pt x="39" y="277"/>
                    <a:pt x="45" y="265"/>
                  </a:cubicBezTo>
                  <a:cubicBezTo>
                    <a:pt x="45" y="265"/>
                    <a:pt x="39" y="276"/>
                    <a:pt x="41" y="270"/>
                  </a:cubicBezTo>
                  <a:cubicBezTo>
                    <a:pt x="38" y="276"/>
                    <a:pt x="35" y="281"/>
                    <a:pt x="37" y="280"/>
                  </a:cubicBezTo>
                  <a:cubicBezTo>
                    <a:pt x="34" y="286"/>
                    <a:pt x="33" y="285"/>
                    <a:pt x="30" y="290"/>
                  </a:cubicBezTo>
                  <a:cubicBezTo>
                    <a:pt x="34" y="282"/>
                    <a:pt x="37" y="274"/>
                    <a:pt x="41" y="266"/>
                  </a:cubicBezTo>
                  <a:cubicBezTo>
                    <a:pt x="42" y="265"/>
                    <a:pt x="43" y="264"/>
                    <a:pt x="43" y="264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6" y="256"/>
                    <a:pt x="48" y="254"/>
                    <a:pt x="47" y="255"/>
                  </a:cubicBezTo>
                  <a:cubicBezTo>
                    <a:pt x="55" y="243"/>
                    <a:pt x="56" y="237"/>
                    <a:pt x="66" y="225"/>
                  </a:cubicBezTo>
                  <a:cubicBezTo>
                    <a:pt x="63" y="231"/>
                    <a:pt x="61" y="235"/>
                    <a:pt x="55" y="244"/>
                  </a:cubicBezTo>
                  <a:cubicBezTo>
                    <a:pt x="58" y="239"/>
                    <a:pt x="62" y="234"/>
                    <a:pt x="65" y="230"/>
                  </a:cubicBezTo>
                  <a:cubicBezTo>
                    <a:pt x="61" y="237"/>
                    <a:pt x="44" y="262"/>
                    <a:pt x="49" y="259"/>
                  </a:cubicBezTo>
                  <a:cubicBezTo>
                    <a:pt x="58" y="242"/>
                    <a:pt x="74" y="218"/>
                    <a:pt x="84" y="205"/>
                  </a:cubicBezTo>
                  <a:cubicBezTo>
                    <a:pt x="92" y="199"/>
                    <a:pt x="100" y="188"/>
                    <a:pt x="111" y="178"/>
                  </a:cubicBezTo>
                  <a:cubicBezTo>
                    <a:pt x="113" y="177"/>
                    <a:pt x="116" y="174"/>
                    <a:pt x="115" y="176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26" y="166"/>
                    <a:pt x="144" y="151"/>
                    <a:pt x="157" y="140"/>
                  </a:cubicBezTo>
                  <a:cubicBezTo>
                    <a:pt x="166" y="136"/>
                    <a:pt x="166" y="136"/>
                    <a:pt x="166" y="136"/>
                  </a:cubicBezTo>
                  <a:cubicBezTo>
                    <a:pt x="192" y="120"/>
                    <a:pt x="159" y="137"/>
                    <a:pt x="186" y="120"/>
                  </a:cubicBezTo>
                  <a:cubicBezTo>
                    <a:pt x="193" y="117"/>
                    <a:pt x="220" y="102"/>
                    <a:pt x="222" y="103"/>
                  </a:cubicBezTo>
                  <a:cubicBezTo>
                    <a:pt x="227" y="101"/>
                    <a:pt x="229" y="100"/>
                    <a:pt x="230" y="99"/>
                  </a:cubicBezTo>
                  <a:cubicBezTo>
                    <a:pt x="225" y="100"/>
                    <a:pt x="214" y="106"/>
                    <a:pt x="220" y="102"/>
                  </a:cubicBezTo>
                  <a:cubicBezTo>
                    <a:pt x="229" y="97"/>
                    <a:pt x="234" y="96"/>
                    <a:pt x="242" y="93"/>
                  </a:cubicBezTo>
                  <a:cubicBezTo>
                    <a:pt x="242" y="93"/>
                    <a:pt x="236" y="96"/>
                    <a:pt x="239" y="95"/>
                  </a:cubicBezTo>
                  <a:cubicBezTo>
                    <a:pt x="258" y="86"/>
                    <a:pt x="295" y="75"/>
                    <a:pt x="314" y="69"/>
                  </a:cubicBezTo>
                  <a:cubicBezTo>
                    <a:pt x="307" y="71"/>
                    <a:pt x="306" y="72"/>
                    <a:pt x="296" y="74"/>
                  </a:cubicBezTo>
                  <a:cubicBezTo>
                    <a:pt x="296" y="73"/>
                    <a:pt x="301" y="72"/>
                    <a:pt x="303" y="71"/>
                  </a:cubicBezTo>
                  <a:cubicBezTo>
                    <a:pt x="302" y="70"/>
                    <a:pt x="294" y="74"/>
                    <a:pt x="283" y="76"/>
                  </a:cubicBezTo>
                  <a:cubicBezTo>
                    <a:pt x="289" y="74"/>
                    <a:pt x="294" y="72"/>
                    <a:pt x="300" y="70"/>
                  </a:cubicBezTo>
                  <a:cubicBezTo>
                    <a:pt x="290" y="71"/>
                    <a:pt x="290" y="71"/>
                    <a:pt x="290" y="71"/>
                  </a:cubicBezTo>
                  <a:cubicBezTo>
                    <a:pt x="303" y="66"/>
                    <a:pt x="315" y="63"/>
                    <a:pt x="328" y="59"/>
                  </a:cubicBezTo>
                  <a:cubicBezTo>
                    <a:pt x="322" y="60"/>
                    <a:pt x="316" y="61"/>
                    <a:pt x="311" y="63"/>
                  </a:cubicBezTo>
                  <a:cubicBezTo>
                    <a:pt x="312" y="61"/>
                    <a:pt x="315" y="59"/>
                    <a:pt x="307" y="61"/>
                  </a:cubicBezTo>
                  <a:cubicBezTo>
                    <a:pt x="327" y="54"/>
                    <a:pt x="325" y="51"/>
                    <a:pt x="348" y="47"/>
                  </a:cubicBezTo>
                  <a:cubicBezTo>
                    <a:pt x="348" y="47"/>
                    <a:pt x="348" y="47"/>
                    <a:pt x="348" y="47"/>
                  </a:cubicBezTo>
                  <a:cubicBezTo>
                    <a:pt x="357" y="44"/>
                    <a:pt x="357" y="44"/>
                    <a:pt x="357" y="44"/>
                  </a:cubicBezTo>
                  <a:cubicBezTo>
                    <a:pt x="371" y="41"/>
                    <a:pt x="371" y="41"/>
                    <a:pt x="371" y="41"/>
                  </a:cubicBezTo>
                  <a:cubicBezTo>
                    <a:pt x="363" y="45"/>
                    <a:pt x="353" y="47"/>
                    <a:pt x="346" y="49"/>
                  </a:cubicBezTo>
                  <a:cubicBezTo>
                    <a:pt x="363" y="48"/>
                    <a:pt x="367" y="42"/>
                    <a:pt x="386" y="38"/>
                  </a:cubicBezTo>
                  <a:cubicBezTo>
                    <a:pt x="402" y="38"/>
                    <a:pt x="367" y="44"/>
                    <a:pt x="368" y="46"/>
                  </a:cubicBezTo>
                  <a:cubicBezTo>
                    <a:pt x="372" y="44"/>
                    <a:pt x="382" y="43"/>
                    <a:pt x="381" y="44"/>
                  </a:cubicBezTo>
                  <a:cubicBezTo>
                    <a:pt x="363" y="47"/>
                    <a:pt x="370" y="48"/>
                    <a:pt x="351" y="51"/>
                  </a:cubicBezTo>
                  <a:cubicBezTo>
                    <a:pt x="360" y="48"/>
                    <a:pt x="349" y="50"/>
                    <a:pt x="351" y="49"/>
                  </a:cubicBezTo>
                  <a:cubicBezTo>
                    <a:pt x="348" y="50"/>
                    <a:pt x="331" y="55"/>
                    <a:pt x="318" y="58"/>
                  </a:cubicBezTo>
                  <a:cubicBezTo>
                    <a:pt x="315" y="61"/>
                    <a:pt x="329" y="57"/>
                    <a:pt x="337" y="55"/>
                  </a:cubicBezTo>
                  <a:cubicBezTo>
                    <a:pt x="352" y="50"/>
                    <a:pt x="368" y="49"/>
                    <a:pt x="380" y="45"/>
                  </a:cubicBezTo>
                  <a:cubicBezTo>
                    <a:pt x="396" y="41"/>
                    <a:pt x="381" y="46"/>
                    <a:pt x="382" y="46"/>
                  </a:cubicBezTo>
                  <a:cubicBezTo>
                    <a:pt x="397" y="44"/>
                    <a:pt x="388" y="43"/>
                    <a:pt x="393" y="42"/>
                  </a:cubicBezTo>
                  <a:cubicBezTo>
                    <a:pt x="415" y="37"/>
                    <a:pt x="418" y="39"/>
                    <a:pt x="434" y="37"/>
                  </a:cubicBezTo>
                  <a:cubicBezTo>
                    <a:pt x="447" y="34"/>
                    <a:pt x="480" y="30"/>
                    <a:pt x="503" y="29"/>
                  </a:cubicBezTo>
                  <a:cubicBezTo>
                    <a:pt x="500" y="30"/>
                    <a:pt x="503" y="31"/>
                    <a:pt x="505" y="31"/>
                  </a:cubicBezTo>
                  <a:cubicBezTo>
                    <a:pt x="518" y="27"/>
                    <a:pt x="514" y="29"/>
                    <a:pt x="531" y="27"/>
                  </a:cubicBezTo>
                  <a:cubicBezTo>
                    <a:pt x="516" y="26"/>
                    <a:pt x="516" y="26"/>
                    <a:pt x="516" y="26"/>
                  </a:cubicBezTo>
                  <a:cubicBezTo>
                    <a:pt x="528" y="26"/>
                    <a:pt x="537" y="24"/>
                    <a:pt x="548" y="25"/>
                  </a:cubicBezTo>
                  <a:cubicBezTo>
                    <a:pt x="534" y="23"/>
                    <a:pt x="567" y="23"/>
                    <a:pt x="575" y="23"/>
                  </a:cubicBezTo>
                  <a:cubicBezTo>
                    <a:pt x="587" y="24"/>
                    <a:pt x="599" y="23"/>
                    <a:pt x="605" y="25"/>
                  </a:cubicBezTo>
                  <a:cubicBezTo>
                    <a:pt x="604" y="25"/>
                    <a:pt x="604" y="25"/>
                    <a:pt x="604" y="25"/>
                  </a:cubicBezTo>
                  <a:cubicBezTo>
                    <a:pt x="621" y="27"/>
                    <a:pt x="621" y="27"/>
                    <a:pt x="621" y="27"/>
                  </a:cubicBezTo>
                  <a:cubicBezTo>
                    <a:pt x="619" y="29"/>
                    <a:pt x="619" y="29"/>
                    <a:pt x="619" y="29"/>
                  </a:cubicBezTo>
                  <a:cubicBezTo>
                    <a:pt x="630" y="31"/>
                    <a:pt x="645" y="31"/>
                    <a:pt x="641" y="30"/>
                  </a:cubicBezTo>
                  <a:cubicBezTo>
                    <a:pt x="653" y="32"/>
                    <a:pt x="646" y="31"/>
                    <a:pt x="648" y="33"/>
                  </a:cubicBezTo>
                  <a:cubicBezTo>
                    <a:pt x="641" y="33"/>
                    <a:pt x="625" y="33"/>
                    <a:pt x="621" y="31"/>
                  </a:cubicBezTo>
                  <a:cubicBezTo>
                    <a:pt x="622" y="31"/>
                    <a:pt x="625" y="31"/>
                    <a:pt x="626" y="31"/>
                  </a:cubicBezTo>
                  <a:cubicBezTo>
                    <a:pt x="594" y="27"/>
                    <a:pt x="615" y="33"/>
                    <a:pt x="599" y="32"/>
                  </a:cubicBezTo>
                  <a:cubicBezTo>
                    <a:pt x="607" y="33"/>
                    <a:pt x="613" y="35"/>
                    <a:pt x="622" y="35"/>
                  </a:cubicBezTo>
                  <a:cubicBezTo>
                    <a:pt x="626" y="35"/>
                    <a:pt x="643" y="36"/>
                    <a:pt x="652" y="36"/>
                  </a:cubicBezTo>
                  <a:cubicBezTo>
                    <a:pt x="640" y="36"/>
                    <a:pt x="634" y="34"/>
                    <a:pt x="625" y="33"/>
                  </a:cubicBezTo>
                  <a:cubicBezTo>
                    <a:pt x="633" y="34"/>
                    <a:pt x="634" y="32"/>
                    <a:pt x="641" y="34"/>
                  </a:cubicBezTo>
                  <a:cubicBezTo>
                    <a:pt x="639" y="34"/>
                    <a:pt x="639" y="34"/>
                    <a:pt x="639" y="34"/>
                  </a:cubicBezTo>
                  <a:cubicBezTo>
                    <a:pt x="647" y="34"/>
                    <a:pt x="647" y="34"/>
                    <a:pt x="647" y="34"/>
                  </a:cubicBezTo>
                  <a:cubicBezTo>
                    <a:pt x="648" y="36"/>
                    <a:pt x="670" y="39"/>
                    <a:pt x="657" y="38"/>
                  </a:cubicBezTo>
                  <a:cubicBezTo>
                    <a:pt x="669" y="40"/>
                    <a:pt x="661" y="37"/>
                    <a:pt x="672" y="39"/>
                  </a:cubicBezTo>
                  <a:cubicBezTo>
                    <a:pt x="651" y="35"/>
                    <a:pt x="651" y="35"/>
                    <a:pt x="651" y="35"/>
                  </a:cubicBezTo>
                  <a:cubicBezTo>
                    <a:pt x="652" y="33"/>
                    <a:pt x="652" y="33"/>
                    <a:pt x="652" y="33"/>
                  </a:cubicBezTo>
                  <a:cubicBezTo>
                    <a:pt x="660" y="34"/>
                    <a:pt x="661" y="35"/>
                    <a:pt x="669" y="36"/>
                  </a:cubicBezTo>
                  <a:cubicBezTo>
                    <a:pt x="669" y="34"/>
                    <a:pt x="669" y="34"/>
                    <a:pt x="669" y="34"/>
                  </a:cubicBezTo>
                  <a:cubicBezTo>
                    <a:pt x="683" y="38"/>
                    <a:pt x="683" y="38"/>
                    <a:pt x="683" y="38"/>
                  </a:cubicBezTo>
                  <a:cubicBezTo>
                    <a:pt x="682" y="37"/>
                    <a:pt x="694" y="39"/>
                    <a:pt x="696" y="40"/>
                  </a:cubicBezTo>
                  <a:cubicBezTo>
                    <a:pt x="703" y="42"/>
                    <a:pt x="698" y="44"/>
                    <a:pt x="711" y="46"/>
                  </a:cubicBezTo>
                  <a:cubicBezTo>
                    <a:pt x="710" y="45"/>
                    <a:pt x="710" y="45"/>
                    <a:pt x="710" y="45"/>
                  </a:cubicBezTo>
                  <a:cubicBezTo>
                    <a:pt x="718" y="47"/>
                    <a:pt x="723" y="48"/>
                    <a:pt x="733" y="52"/>
                  </a:cubicBezTo>
                  <a:cubicBezTo>
                    <a:pt x="732" y="52"/>
                    <a:pt x="730" y="51"/>
                    <a:pt x="728" y="51"/>
                  </a:cubicBezTo>
                  <a:cubicBezTo>
                    <a:pt x="743" y="57"/>
                    <a:pt x="766" y="65"/>
                    <a:pt x="771" y="71"/>
                  </a:cubicBezTo>
                  <a:cubicBezTo>
                    <a:pt x="770" y="71"/>
                    <a:pt x="764" y="68"/>
                    <a:pt x="763" y="69"/>
                  </a:cubicBezTo>
                  <a:cubicBezTo>
                    <a:pt x="743" y="57"/>
                    <a:pt x="747" y="64"/>
                    <a:pt x="721" y="53"/>
                  </a:cubicBezTo>
                  <a:cubicBezTo>
                    <a:pt x="721" y="49"/>
                    <a:pt x="698" y="48"/>
                    <a:pt x="694" y="44"/>
                  </a:cubicBezTo>
                  <a:cubicBezTo>
                    <a:pt x="704" y="47"/>
                    <a:pt x="719" y="49"/>
                    <a:pt x="717" y="48"/>
                  </a:cubicBezTo>
                  <a:cubicBezTo>
                    <a:pt x="708" y="46"/>
                    <a:pt x="693" y="42"/>
                    <a:pt x="687" y="41"/>
                  </a:cubicBezTo>
                  <a:cubicBezTo>
                    <a:pt x="693" y="43"/>
                    <a:pt x="691" y="44"/>
                    <a:pt x="686" y="44"/>
                  </a:cubicBezTo>
                  <a:cubicBezTo>
                    <a:pt x="701" y="46"/>
                    <a:pt x="730" y="57"/>
                    <a:pt x="751" y="67"/>
                  </a:cubicBezTo>
                  <a:cubicBezTo>
                    <a:pt x="749" y="64"/>
                    <a:pt x="749" y="64"/>
                    <a:pt x="749" y="64"/>
                  </a:cubicBezTo>
                  <a:cubicBezTo>
                    <a:pt x="768" y="71"/>
                    <a:pt x="746" y="65"/>
                    <a:pt x="760" y="71"/>
                  </a:cubicBezTo>
                  <a:cubicBezTo>
                    <a:pt x="767" y="73"/>
                    <a:pt x="767" y="73"/>
                    <a:pt x="767" y="73"/>
                  </a:cubicBezTo>
                  <a:cubicBezTo>
                    <a:pt x="768" y="74"/>
                    <a:pt x="768" y="74"/>
                    <a:pt x="768" y="74"/>
                  </a:cubicBezTo>
                  <a:cubicBezTo>
                    <a:pt x="771" y="75"/>
                    <a:pt x="775" y="76"/>
                    <a:pt x="779" y="78"/>
                  </a:cubicBezTo>
                  <a:cubicBezTo>
                    <a:pt x="772" y="73"/>
                    <a:pt x="774" y="77"/>
                    <a:pt x="767" y="72"/>
                  </a:cubicBezTo>
                  <a:cubicBezTo>
                    <a:pt x="760" y="68"/>
                    <a:pt x="768" y="71"/>
                    <a:pt x="770" y="71"/>
                  </a:cubicBezTo>
                  <a:cubicBezTo>
                    <a:pt x="775" y="73"/>
                    <a:pt x="791" y="83"/>
                    <a:pt x="781" y="78"/>
                  </a:cubicBezTo>
                  <a:cubicBezTo>
                    <a:pt x="787" y="81"/>
                    <a:pt x="793" y="84"/>
                    <a:pt x="799" y="88"/>
                  </a:cubicBezTo>
                  <a:cubicBezTo>
                    <a:pt x="799" y="88"/>
                    <a:pt x="795" y="86"/>
                    <a:pt x="793" y="85"/>
                  </a:cubicBezTo>
                  <a:cubicBezTo>
                    <a:pt x="797" y="88"/>
                    <a:pt x="801" y="91"/>
                    <a:pt x="805" y="94"/>
                  </a:cubicBezTo>
                  <a:cubicBezTo>
                    <a:pt x="805" y="94"/>
                    <a:pt x="805" y="94"/>
                    <a:pt x="805" y="94"/>
                  </a:cubicBezTo>
                  <a:cubicBezTo>
                    <a:pt x="815" y="100"/>
                    <a:pt x="827" y="112"/>
                    <a:pt x="835" y="118"/>
                  </a:cubicBezTo>
                  <a:cubicBezTo>
                    <a:pt x="821" y="102"/>
                    <a:pt x="843" y="124"/>
                    <a:pt x="842" y="122"/>
                  </a:cubicBezTo>
                  <a:cubicBezTo>
                    <a:pt x="847" y="128"/>
                    <a:pt x="846" y="132"/>
                    <a:pt x="835" y="121"/>
                  </a:cubicBezTo>
                  <a:cubicBezTo>
                    <a:pt x="832" y="117"/>
                    <a:pt x="824" y="110"/>
                    <a:pt x="818" y="105"/>
                  </a:cubicBezTo>
                  <a:cubicBezTo>
                    <a:pt x="825" y="112"/>
                    <a:pt x="828" y="114"/>
                    <a:pt x="833" y="120"/>
                  </a:cubicBezTo>
                  <a:cubicBezTo>
                    <a:pt x="829" y="116"/>
                    <a:pt x="840" y="128"/>
                    <a:pt x="839" y="129"/>
                  </a:cubicBezTo>
                  <a:cubicBezTo>
                    <a:pt x="837" y="128"/>
                    <a:pt x="835" y="127"/>
                    <a:pt x="828" y="119"/>
                  </a:cubicBezTo>
                  <a:cubicBezTo>
                    <a:pt x="818" y="108"/>
                    <a:pt x="828" y="117"/>
                    <a:pt x="825" y="114"/>
                  </a:cubicBezTo>
                  <a:cubicBezTo>
                    <a:pt x="823" y="109"/>
                    <a:pt x="809" y="100"/>
                    <a:pt x="802" y="94"/>
                  </a:cubicBezTo>
                  <a:cubicBezTo>
                    <a:pt x="801" y="93"/>
                    <a:pt x="804" y="95"/>
                    <a:pt x="805" y="95"/>
                  </a:cubicBezTo>
                  <a:cubicBezTo>
                    <a:pt x="799" y="91"/>
                    <a:pt x="784" y="81"/>
                    <a:pt x="782" y="82"/>
                  </a:cubicBezTo>
                  <a:cubicBezTo>
                    <a:pt x="789" y="85"/>
                    <a:pt x="794" y="89"/>
                    <a:pt x="800" y="92"/>
                  </a:cubicBezTo>
                  <a:cubicBezTo>
                    <a:pt x="803" y="95"/>
                    <a:pt x="794" y="90"/>
                    <a:pt x="799" y="94"/>
                  </a:cubicBezTo>
                  <a:cubicBezTo>
                    <a:pt x="803" y="96"/>
                    <a:pt x="807" y="99"/>
                    <a:pt x="811" y="103"/>
                  </a:cubicBezTo>
                  <a:cubicBezTo>
                    <a:pt x="810" y="103"/>
                    <a:pt x="810" y="103"/>
                    <a:pt x="810" y="103"/>
                  </a:cubicBezTo>
                  <a:cubicBezTo>
                    <a:pt x="819" y="111"/>
                    <a:pt x="832" y="124"/>
                    <a:pt x="841" y="135"/>
                  </a:cubicBezTo>
                  <a:cubicBezTo>
                    <a:pt x="845" y="135"/>
                    <a:pt x="851" y="140"/>
                    <a:pt x="856" y="143"/>
                  </a:cubicBezTo>
                  <a:cubicBezTo>
                    <a:pt x="867" y="161"/>
                    <a:pt x="876" y="182"/>
                    <a:pt x="879" y="203"/>
                  </a:cubicBezTo>
                  <a:cubicBezTo>
                    <a:pt x="879" y="203"/>
                    <a:pt x="880" y="203"/>
                    <a:pt x="880" y="204"/>
                  </a:cubicBezTo>
                  <a:cubicBezTo>
                    <a:pt x="881" y="210"/>
                    <a:pt x="882" y="222"/>
                    <a:pt x="880" y="221"/>
                  </a:cubicBezTo>
                  <a:cubicBezTo>
                    <a:pt x="883" y="228"/>
                    <a:pt x="882" y="247"/>
                    <a:pt x="883" y="244"/>
                  </a:cubicBezTo>
                  <a:cubicBezTo>
                    <a:pt x="883" y="246"/>
                    <a:pt x="883" y="246"/>
                    <a:pt x="883" y="246"/>
                  </a:cubicBezTo>
                  <a:cubicBezTo>
                    <a:pt x="880" y="254"/>
                    <a:pt x="877" y="266"/>
                    <a:pt x="868" y="286"/>
                  </a:cubicBezTo>
                  <a:cubicBezTo>
                    <a:pt x="867" y="290"/>
                    <a:pt x="867" y="291"/>
                    <a:pt x="869" y="291"/>
                  </a:cubicBezTo>
                  <a:cubicBezTo>
                    <a:pt x="867" y="295"/>
                    <a:pt x="864" y="298"/>
                    <a:pt x="862" y="302"/>
                  </a:cubicBezTo>
                  <a:cubicBezTo>
                    <a:pt x="863" y="299"/>
                    <a:pt x="863" y="297"/>
                    <a:pt x="866" y="291"/>
                  </a:cubicBezTo>
                  <a:cubicBezTo>
                    <a:pt x="861" y="301"/>
                    <a:pt x="855" y="311"/>
                    <a:pt x="849" y="320"/>
                  </a:cubicBezTo>
                  <a:cubicBezTo>
                    <a:pt x="850" y="318"/>
                    <a:pt x="850" y="318"/>
                    <a:pt x="850" y="318"/>
                  </a:cubicBezTo>
                  <a:cubicBezTo>
                    <a:pt x="842" y="329"/>
                    <a:pt x="842" y="329"/>
                    <a:pt x="842" y="329"/>
                  </a:cubicBezTo>
                  <a:cubicBezTo>
                    <a:pt x="847" y="323"/>
                    <a:pt x="854" y="313"/>
                    <a:pt x="853" y="317"/>
                  </a:cubicBezTo>
                  <a:cubicBezTo>
                    <a:pt x="845" y="330"/>
                    <a:pt x="839" y="336"/>
                    <a:pt x="831" y="347"/>
                  </a:cubicBezTo>
                  <a:cubicBezTo>
                    <a:pt x="829" y="345"/>
                    <a:pt x="826" y="348"/>
                    <a:pt x="828" y="344"/>
                  </a:cubicBezTo>
                  <a:cubicBezTo>
                    <a:pt x="828" y="343"/>
                    <a:pt x="829" y="343"/>
                    <a:pt x="829" y="343"/>
                  </a:cubicBezTo>
                  <a:cubicBezTo>
                    <a:pt x="831" y="338"/>
                    <a:pt x="837" y="329"/>
                    <a:pt x="841" y="323"/>
                  </a:cubicBezTo>
                  <a:cubicBezTo>
                    <a:pt x="823" y="344"/>
                    <a:pt x="828" y="339"/>
                    <a:pt x="810" y="356"/>
                  </a:cubicBezTo>
                  <a:cubicBezTo>
                    <a:pt x="807" y="357"/>
                    <a:pt x="825" y="339"/>
                    <a:pt x="820" y="342"/>
                  </a:cubicBezTo>
                  <a:cubicBezTo>
                    <a:pt x="826" y="337"/>
                    <a:pt x="831" y="331"/>
                    <a:pt x="836" y="325"/>
                  </a:cubicBezTo>
                  <a:cubicBezTo>
                    <a:pt x="833" y="328"/>
                    <a:pt x="833" y="329"/>
                    <a:pt x="832" y="331"/>
                  </a:cubicBezTo>
                  <a:cubicBezTo>
                    <a:pt x="841" y="318"/>
                    <a:pt x="846" y="314"/>
                    <a:pt x="850" y="303"/>
                  </a:cubicBezTo>
                  <a:cubicBezTo>
                    <a:pt x="855" y="297"/>
                    <a:pt x="845" y="313"/>
                    <a:pt x="850" y="306"/>
                  </a:cubicBezTo>
                  <a:cubicBezTo>
                    <a:pt x="847" y="313"/>
                    <a:pt x="844" y="319"/>
                    <a:pt x="843" y="323"/>
                  </a:cubicBezTo>
                  <a:cubicBezTo>
                    <a:pt x="854" y="308"/>
                    <a:pt x="847" y="313"/>
                    <a:pt x="855" y="300"/>
                  </a:cubicBezTo>
                  <a:cubicBezTo>
                    <a:pt x="861" y="290"/>
                    <a:pt x="861" y="290"/>
                    <a:pt x="861" y="290"/>
                  </a:cubicBezTo>
                  <a:cubicBezTo>
                    <a:pt x="864" y="284"/>
                    <a:pt x="859" y="292"/>
                    <a:pt x="859" y="292"/>
                  </a:cubicBezTo>
                  <a:cubicBezTo>
                    <a:pt x="862" y="285"/>
                    <a:pt x="864" y="282"/>
                    <a:pt x="866" y="276"/>
                  </a:cubicBezTo>
                  <a:cubicBezTo>
                    <a:pt x="865" y="278"/>
                    <a:pt x="863" y="281"/>
                    <a:pt x="863" y="280"/>
                  </a:cubicBezTo>
                  <a:cubicBezTo>
                    <a:pt x="868" y="271"/>
                    <a:pt x="870" y="261"/>
                    <a:pt x="874" y="252"/>
                  </a:cubicBezTo>
                  <a:cubicBezTo>
                    <a:pt x="872" y="257"/>
                    <a:pt x="873" y="246"/>
                    <a:pt x="873" y="241"/>
                  </a:cubicBezTo>
                  <a:cubicBezTo>
                    <a:pt x="872" y="248"/>
                    <a:pt x="869" y="254"/>
                    <a:pt x="867" y="260"/>
                  </a:cubicBezTo>
                  <a:cubicBezTo>
                    <a:pt x="861" y="283"/>
                    <a:pt x="853" y="297"/>
                    <a:pt x="838" y="320"/>
                  </a:cubicBezTo>
                  <a:cubicBezTo>
                    <a:pt x="839" y="318"/>
                    <a:pt x="839" y="318"/>
                    <a:pt x="839" y="318"/>
                  </a:cubicBezTo>
                  <a:cubicBezTo>
                    <a:pt x="810" y="350"/>
                    <a:pt x="819" y="348"/>
                    <a:pt x="790" y="373"/>
                  </a:cubicBezTo>
                  <a:cubicBezTo>
                    <a:pt x="788" y="373"/>
                    <a:pt x="775" y="384"/>
                    <a:pt x="775" y="382"/>
                  </a:cubicBezTo>
                  <a:cubicBezTo>
                    <a:pt x="785" y="375"/>
                    <a:pt x="782" y="376"/>
                    <a:pt x="779" y="377"/>
                  </a:cubicBezTo>
                  <a:cubicBezTo>
                    <a:pt x="774" y="381"/>
                    <a:pt x="771" y="386"/>
                    <a:pt x="760" y="392"/>
                  </a:cubicBezTo>
                  <a:cubicBezTo>
                    <a:pt x="763" y="388"/>
                    <a:pt x="753" y="394"/>
                    <a:pt x="763" y="387"/>
                  </a:cubicBezTo>
                  <a:cubicBezTo>
                    <a:pt x="748" y="396"/>
                    <a:pt x="741" y="402"/>
                    <a:pt x="733" y="407"/>
                  </a:cubicBezTo>
                  <a:cubicBezTo>
                    <a:pt x="709" y="423"/>
                    <a:pt x="725" y="410"/>
                    <a:pt x="700" y="424"/>
                  </a:cubicBezTo>
                  <a:cubicBezTo>
                    <a:pt x="703" y="421"/>
                    <a:pt x="703" y="421"/>
                    <a:pt x="703" y="421"/>
                  </a:cubicBezTo>
                  <a:cubicBezTo>
                    <a:pt x="687" y="430"/>
                    <a:pt x="687" y="430"/>
                    <a:pt x="687" y="430"/>
                  </a:cubicBezTo>
                  <a:cubicBezTo>
                    <a:pt x="693" y="428"/>
                    <a:pt x="693" y="428"/>
                    <a:pt x="693" y="428"/>
                  </a:cubicBezTo>
                  <a:cubicBezTo>
                    <a:pt x="687" y="432"/>
                    <a:pt x="680" y="435"/>
                    <a:pt x="674" y="438"/>
                  </a:cubicBezTo>
                  <a:cubicBezTo>
                    <a:pt x="662" y="444"/>
                    <a:pt x="679" y="437"/>
                    <a:pt x="678" y="439"/>
                  </a:cubicBezTo>
                  <a:cubicBezTo>
                    <a:pt x="681" y="435"/>
                    <a:pt x="681" y="435"/>
                    <a:pt x="681" y="435"/>
                  </a:cubicBezTo>
                  <a:cubicBezTo>
                    <a:pt x="690" y="432"/>
                    <a:pt x="700" y="425"/>
                    <a:pt x="702" y="426"/>
                  </a:cubicBezTo>
                  <a:cubicBezTo>
                    <a:pt x="689" y="432"/>
                    <a:pt x="693" y="432"/>
                    <a:pt x="688" y="435"/>
                  </a:cubicBezTo>
                  <a:cubicBezTo>
                    <a:pt x="700" y="428"/>
                    <a:pt x="700" y="428"/>
                    <a:pt x="700" y="428"/>
                  </a:cubicBezTo>
                  <a:cubicBezTo>
                    <a:pt x="704" y="427"/>
                    <a:pt x="704" y="427"/>
                    <a:pt x="704" y="427"/>
                  </a:cubicBezTo>
                  <a:cubicBezTo>
                    <a:pt x="717" y="422"/>
                    <a:pt x="726" y="416"/>
                    <a:pt x="732" y="412"/>
                  </a:cubicBezTo>
                  <a:cubicBezTo>
                    <a:pt x="727" y="414"/>
                    <a:pt x="725" y="417"/>
                    <a:pt x="720" y="419"/>
                  </a:cubicBezTo>
                  <a:cubicBezTo>
                    <a:pt x="725" y="413"/>
                    <a:pt x="740" y="406"/>
                    <a:pt x="752" y="396"/>
                  </a:cubicBezTo>
                  <a:cubicBezTo>
                    <a:pt x="753" y="397"/>
                    <a:pt x="757" y="394"/>
                    <a:pt x="756" y="395"/>
                  </a:cubicBezTo>
                  <a:cubicBezTo>
                    <a:pt x="755" y="396"/>
                    <a:pt x="753" y="397"/>
                    <a:pt x="752" y="398"/>
                  </a:cubicBezTo>
                  <a:cubicBezTo>
                    <a:pt x="753" y="398"/>
                    <a:pt x="746" y="403"/>
                    <a:pt x="759" y="396"/>
                  </a:cubicBezTo>
                  <a:cubicBezTo>
                    <a:pt x="755" y="400"/>
                    <a:pt x="747" y="408"/>
                    <a:pt x="747" y="408"/>
                  </a:cubicBezTo>
                  <a:cubicBezTo>
                    <a:pt x="740" y="413"/>
                    <a:pt x="729" y="419"/>
                    <a:pt x="723" y="422"/>
                  </a:cubicBezTo>
                  <a:cubicBezTo>
                    <a:pt x="723" y="422"/>
                    <a:pt x="723" y="422"/>
                    <a:pt x="723" y="422"/>
                  </a:cubicBezTo>
                  <a:cubicBezTo>
                    <a:pt x="716" y="426"/>
                    <a:pt x="702" y="433"/>
                    <a:pt x="700" y="433"/>
                  </a:cubicBezTo>
                  <a:cubicBezTo>
                    <a:pt x="696" y="435"/>
                    <a:pt x="684" y="441"/>
                    <a:pt x="697" y="436"/>
                  </a:cubicBezTo>
                  <a:cubicBezTo>
                    <a:pt x="690" y="440"/>
                    <a:pt x="684" y="443"/>
                    <a:pt x="677" y="446"/>
                  </a:cubicBezTo>
                  <a:cubicBezTo>
                    <a:pt x="679" y="443"/>
                    <a:pt x="660" y="450"/>
                    <a:pt x="679" y="440"/>
                  </a:cubicBezTo>
                  <a:close/>
                  <a:moveTo>
                    <a:pt x="708" y="446"/>
                  </a:moveTo>
                  <a:cubicBezTo>
                    <a:pt x="708" y="448"/>
                    <a:pt x="694" y="455"/>
                    <a:pt x="690" y="458"/>
                  </a:cubicBezTo>
                  <a:cubicBezTo>
                    <a:pt x="687" y="460"/>
                    <a:pt x="670" y="467"/>
                    <a:pt x="673" y="465"/>
                  </a:cubicBezTo>
                  <a:cubicBezTo>
                    <a:pt x="685" y="460"/>
                    <a:pt x="683" y="457"/>
                    <a:pt x="694" y="455"/>
                  </a:cubicBezTo>
                  <a:cubicBezTo>
                    <a:pt x="695" y="453"/>
                    <a:pt x="693" y="454"/>
                    <a:pt x="688" y="455"/>
                  </a:cubicBezTo>
                  <a:cubicBezTo>
                    <a:pt x="690" y="454"/>
                    <a:pt x="690" y="454"/>
                    <a:pt x="690" y="454"/>
                  </a:cubicBezTo>
                  <a:cubicBezTo>
                    <a:pt x="695" y="452"/>
                    <a:pt x="698" y="450"/>
                    <a:pt x="702" y="448"/>
                  </a:cubicBezTo>
                  <a:cubicBezTo>
                    <a:pt x="706" y="447"/>
                    <a:pt x="709" y="445"/>
                    <a:pt x="708" y="446"/>
                  </a:cubicBezTo>
                  <a:close/>
                  <a:moveTo>
                    <a:pt x="751" y="423"/>
                  </a:moveTo>
                  <a:cubicBezTo>
                    <a:pt x="740" y="429"/>
                    <a:pt x="729" y="436"/>
                    <a:pt x="722" y="439"/>
                  </a:cubicBezTo>
                  <a:cubicBezTo>
                    <a:pt x="725" y="437"/>
                    <a:pt x="725" y="437"/>
                    <a:pt x="725" y="437"/>
                  </a:cubicBezTo>
                  <a:cubicBezTo>
                    <a:pt x="776" y="409"/>
                    <a:pt x="753" y="418"/>
                    <a:pt x="722" y="432"/>
                  </a:cubicBezTo>
                  <a:cubicBezTo>
                    <a:pt x="738" y="423"/>
                    <a:pt x="756" y="414"/>
                    <a:pt x="772" y="403"/>
                  </a:cubicBezTo>
                  <a:cubicBezTo>
                    <a:pt x="770" y="403"/>
                    <a:pt x="770" y="403"/>
                    <a:pt x="770" y="403"/>
                  </a:cubicBezTo>
                  <a:cubicBezTo>
                    <a:pt x="775" y="400"/>
                    <a:pt x="779" y="397"/>
                    <a:pt x="782" y="395"/>
                  </a:cubicBezTo>
                  <a:cubicBezTo>
                    <a:pt x="783" y="396"/>
                    <a:pt x="759" y="417"/>
                    <a:pt x="751" y="423"/>
                  </a:cubicBezTo>
                  <a:close/>
                  <a:moveTo>
                    <a:pt x="787" y="400"/>
                  </a:moveTo>
                  <a:cubicBezTo>
                    <a:pt x="788" y="399"/>
                    <a:pt x="787" y="399"/>
                    <a:pt x="785" y="400"/>
                  </a:cubicBezTo>
                  <a:cubicBezTo>
                    <a:pt x="795" y="393"/>
                    <a:pt x="795" y="393"/>
                    <a:pt x="795" y="393"/>
                  </a:cubicBezTo>
                  <a:cubicBezTo>
                    <a:pt x="794" y="394"/>
                    <a:pt x="796" y="393"/>
                    <a:pt x="787" y="400"/>
                  </a:cubicBezTo>
                  <a:close/>
                  <a:moveTo>
                    <a:pt x="881" y="298"/>
                  </a:moveTo>
                  <a:cubicBezTo>
                    <a:pt x="879" y="305"/>
                    <a:pt x="871" y="317"/>
                    <a:pt x="870" y="318"/>
                  </a:cubicBezTo>
                  <a:cubicBezTo>
                    <a:pt x="871" y="321"/>
                    <a:pt x="857" y="340"/>
                    <a:pt x="851" y="347"/>
                  </a:cubicBezTo>
                  <a:cubicBezTo>
                    <a:pt x="836" y="364"/>
                    <a:pt x="840" y="356"/>
                    <a:pt x="826" y="371"/>
                  </a:cubicBezTo>
                  <a:cubicBezTo>
                    <a:pt x="832" y="367"/>
                    <a:pt x="832" y="367"/>
                    <a:pt x="832" y="367"/>
                  </a:cubicBezTo>
                  <a:cubicBezTo>
                    <a:pt x="819" y="380"/>
                    <a:pt x="813" y="385"/>
                    <a:pt x="797" y="396"/>
                  </a:cubicBezTo>
                  <a:cubicBezTo>
                    <a:pt x="794" y="397"/>
                    <a:pt x="805" y="391"/>
                    <a:pt x="808" y="388"/>
                  </a:cubicBezTo>
                  <a:cubicBezTo>
                    <a:pt x="805" y="389"/>
                    <a:pt x="802" y="391"/>
                    <a:pt x="799" y="392"/>
                  </a:cubicBezTo>
                  <a:cubicBezTo>
                    <a:pt x="803" y="390"/>
                    <a:pt x="808" y="383"/>
                    <a:pt x="809" y="385"/>
                  </a:cubicBezTo>
                  <a:cubicBezTo>
                    <a:pt x="809" y="384"/>
                    <a:pt x="813" y="379"/>
                    <a:pt x="804" y="387"/>
                  </a:cubicBezTo>
                  <a:cubicBezTo>
                    <a:pt x="810" y="381"/>
                    <a:pt x="810" y="381"/>
                    <a:pt x="810" y="381"/>
                  </a:cubicBezTo>
                  <a:cubicBezTo>
                    <a:pt x="809" y="381"/>
                    <a:pt x="809" y="381"/>
                    <a:pt x="809" y="381"/>
                  </a:cubicBezTo>
                  <a:cubicBezTo>
                    <a:pt x="815" y="376"/>
                    <a:pt x="815" y="376"/>
                    <a:pt x="815" y="376"/>
                  </a:cubicBezTo>
                  <a:cubicBezTo>
                    <a:pt x="818" y="374"/>
                    <a:pt x="823" y="370"/>
                    <a:pt x="827" y="367"/>
                  </a:cubicBezTo>
                  <a:cubicBezTo>
                    <a:pt x="828" y="367"/>
                    <a:pt x="824" y="371"/>
                    <a:pt x="821" y="373"/>
                  </a:cubicBezTo>
                  <a:cubicBezTo>
                    <a:pt x="828" y="368"/>
                    <a:pt x="834" y="363"/>
                    <a:pt x="837" y="359"/>
                  </a:cubicBezTo>
                  <a:cubicBezTo>
                    <a:pt x="827" y="368"/>
                    <a:pt x="832" y="363"/>
                    <a:pt x="829" y="364"/>
                  </a:cubicBezTo>
                  <a:cubicBezTo>
                    <a:pt x="834" y="358"/>
                    <a:pt x="843" y="348"/>
                    <a:pt x="846" y="344"/>
                  </a:cubicBezTo>
                  <a:cubicBezTo>
                    <a:pt x="854" y="336"/>
                    <a:pt x="860" y="329"/>
                    <a:pt x="857" y="336"/>
                  </a:cubicBezTo>
                  <a:cubicBezTo>
                    <a:pt x="860" y="330"/>
                    <a:pt x="866" y="324"/>
                    <a:pt x="868" y="316"/>
                  </a:cubicBezTo>
                  <a:cubicBezTo>
                    <a:pt x="862" y="329"/>
                    <a:pt x="866" y="315"/>
                    <a:pt x="857" y="331"/>
                  </a:cubicBezTo>
                  <a:cubicBezTo>
                    <a:pt x="852" y="334"/>
                    <a:pt x="865" y="318"/>
                    <a:pt x="870" y="310"/>
                  </a:cubicBezTo>
                  <a:cubicBezTo>
                    <a:pt x="868" y="315"/>
                    <a:pt x="871" y="311"/>
                    <a:pt x="870" y="313"/>
                  </a:cubicBezTo>
                  <a:cubicBezTo>
                    <a:pt x="877" y="300"/>
                    <a:pt x="872" y="305"/>
                    <a:pt x="867" y="313"/>
                  </a:cubicBezTo>
                  <a:cubicBezTo>
                    <a:pt x="869" y="309"/>
                    <a:pt x="871" y="304"/>
                    <a:pt x="873" y="299"/>
                  </a:cubicBezTo>
                  <a:cubicBezTo>
                    <a:pt x="873" y="300"/>
                    <a:pt x="873" y="300"/>
                    <a:pt x="873" y="300"/>
                  </a:cubicBezTo>
                  <a:cubicBezTo>
                    <a:pt x="875" y="295"/>
                    <a:pt x="877" y="290"/>
                    <a:pt x="879" y="285"/>
                  </a:cubicBezTo>
                  <a:cubicBezTo>
                    <a:pt x="881" y="284"/>
                    <a:pt x="882" y="284"/>
                    <a:pt x="880" y="288"/>
                  </a:cubicBezTo>
                  <a:cubicBezTo>
                    <a:pt x="882" y="285"/>
                    <a:pt x="883" y="283"/>
                    <a:pt x="885" y="280"/>
                  </a:cubicBezTo>
                  <a:cubicBezTo>
                    <a:pt x="883" y="284"/>
                    <a:pt x="882" y="288"/>
                    <a:pt x="880" y="293"/>
                  </a:cubicBezTo>
                  <a:cubicBezTo>
                    <a:pt x="884" y="288"/>
                    <a:pt x="886" y="279"/>
                    <a:pt x="888" y="272"/>
                  </a:cubicBezTo>
                  <a:cubicBezTo>
                    <a:pt x="891" y="265"/>
                    <a:pt x="884" y="290"/>
                    <a:pt x="881" y="298"/>
                  </a:cubicBezTo>
                  <a:close/>
                  <a:moveTo>
                    <a:pt x="889" y="232"/>
                  </a:moveTo>
                  <a:cubicBezTo>
                    <a:pt x="889" y="226"/>
                    <a:pt x="889" y="220"/>
                    <a:pt x="888" y="215"/>
                  </a:cubicBezTo>
                  <a:cubicBezTo>
                    <a:pt x="889" y="213"/>
                    <a:pt x="889" y="213"/>
                    <a:pt x="889" y="213"/>
                  </a:cubicBezTo>
                  <a:cubicBezTo>
                    <a:pt x="887" y="186"/>
                    <a:pt x="878" y="168"/>
                    <a:pt x="864" y="143"/>
                  </a:cubicBezTo>
                  <a:cubicBezTo>
                    <a:pt x="867" y="146"/>
                    <a:pt x="872" y="156"/>
                    <a:pt x="871" y="154"/>
                  </a:cubicBezTo>
                  <a:cubicBezTo>
                    <a:pt x="863" y="139"/>
                    <a:pt x="862" y="143"/>
                    <a:pt x="854" y="128"/>
                  </a:cubicBezTo>
                  <a:cubicBezTo>
                    <a:pt x="868" y="148"/>
                    <a:pt x="845" y="116"/>
                    <a:pt x="859" y="133"/>
                  </a:cubicBezTo>
                  <a:cubicBezTo>
                    <a:pt x="841" y="109"/>
                    <a:pt x="817" y="86"/>
                    <a:pt x="800" y="75"/>
                  </a:cubicBezTo>
                  <a:cubicBezTo>
                    <a:pt x="804" y="79"/>
                    <a:pt x="793" y="72"/>
                    <a:pt x="792" y="72"/>
                  </a:cubicBezTo>
                  <a:cubicBezTo>
                    <a:pt x="788" y="69"/>
                    <a:pt x="790" y="69"/>
                    <a:pt x="793" y="72"/>
                  </a:cubicBezTo>
                  <a:cubicBezTo>
                    <a:pt x="785" y="66"/>
                    <a:pt x="784" y="64"/>
                    <a:pt x="786" y="64"/>
                  </a:cubicBezTo>
                  <a:cubicBezTo>
                    <a:pt x="792" y="67"/>
                    <a:pt x="798" y="71"/>
                    <a:pt x="804" y="75"/>
                  </a:cubicBezTo>
                  <a:cubicBezTo>
                    <a:pt x="798" y="71"/>
                    <a:pt x="796" y="68"/>
                    <a:pt x="791" y="65"/>
                  </a:cubicBezTo>
                  <a:cubicBezTo>
                    <a:pt x="791" y="65"/>
                    <a:pt x="791" y="65"/>
                    <a:pt x="791" y="65"/>
                  </a:cubicBezTo>
                  <a:cubicBezTo>
                    <a:pt x="791" y="65"/>
                    <a:pt x="791" y="65"/>
                    <a:pt x="791" y="65"/>
                  </a:cubicBezTo>
                  <a:cubicBezTo>
                    <a:pt x="789" y="63"/>
                    <a:pt x="786" y="62"/>
                    <a:pt x="783" y="60"/>
                  </a:cubicBezTo>
                  <a:cubicBezTo>
                    <a:pt x="780" y="59"/>
                    <a:pt x="780" y="60"/>
                    <a:pt x="780" y="60"/>
                  </a:cubicBezTo>
                  <a:cubicBezTo>
                    <a:pt x="773" y="58"/>
                    <a:pt x="765" y="55"/>
                    <a:pt x="755" y="52"/>
                  </a:cubicBezTo>
                  <a:cubicBezTo>
                    <a:pt x="756" y="52"/>
                    <a:pt x="756" y="52"/>
                    <a:pt x="756" y="52"/>
                  </a:cubicBezTo>
                  <a:cubicBezTo>
                    <a:pt x="749" y="49"/>
                    <a:pt x="741" y="46"/>
                    <a:pt x="734" y="44"/>
                  </a:cubicBezTo>
                  <a:cubicBezTo>
                    <a:pt x="737" y="44"/>
                    <a:pt x="737" y="44"/>
                    <a:pt x="737" y="44"/>
                  </a:cubicBezTo>
                  <a:cubicBezTo>
                    <a:pt x="733" y="43"/>
                    <a:pt x="729" y="42"/>
                    <a:pt x="724" y="41"/>
                  </a:cubicBezTo>
                  <a:cubicBezTo>
                    <a:pt x="725" y="39"/>
                    <a:pt x="720" y="39"/>
                    <a:pt x="722" y="38"/>
                  </a:cubicBezTo>
                  <a:cubicBezTo>
                    <a:pt x="714" y="33"/>
                    <a:pt x="693" y="31"/>
                    <a:pt x="675" y="27"/>
                  </a:cubicBezTo>
                  <a:cubicBezTo>
                    <a:pt x="678" y="27"/>
                    <a:pt x="678" y="27"/>
                    <a:pt x="678" y="27"/>
                  </a:cubicBezTo>
                  <a:cubicBezTo>
                    <a:pt x="668" y="27"/>
                    <a:pt x="644" y="21"/>
                    <a:pt x="628" y="20"/>
                  </a:cubicBezTo>
                  <a:cubicBezTo>
                    <a:pt x="629" y="19"/>
                    <a:pt x="629" y="19"/>
                    <a:pt x="629" y="19"/>
                  </a:cubicBezTo>
                  <a:cubicBezTo>
                    <a:pt x="638" y="20"/>
                    <a:pt x="640" y="19"/>
                    <a:pt x="636" y="18"/>
                  </a:cubicBezTo>
                  <a:cubicBezTo>
                    <a:pt x="639" y="18"/>
                    <a:pt x="644" y="18"/>
                    <a:pt x="648" y="18"/>
                  </a:cubicBezTo>
                  <a:cubicBezTo>
                    <a:pt x="653" y="19"/>
                    <a:pt x="668" y="21"/>
                    <a:pt x="669" y="23"/>
                  </a:cubicBezTo>
                  <a:cubicBezTo>
                    <a:pt x="658" y="21"/>
                    <a:pt x="659" y="21"/>
                    <a:pt x="664" y="23"/>
                  </a:cubicBezTo>
                  <a:cubicBezTo>
                    <a:pt x="675" y="24"/>
                    <a:pt x="695" y="28"/>
                    <a:pt x="694" y="25"/>
                  </a:cubicBezTo>
                  <a:cubicBezTo>
                    <a:pt x="709" y="29"/>
                    <a:pt x="699" y="27"/>
                    <a:pt x="709" y="30"/>
                  </a:cubicBezTo>
                  <a:cubicBezTo>
                    <a:pt x="710" y="31"/>
                    <a:pt x="707" y="31"/>
                    <a:pt x="703" y="30"/>
                  </a:cubicBezTo>
                  <a:cubicBezTo>
                    <a:pt x="717" y="34"/>
                    <a:pt x="732" y="38"/>
                    <a:pt x="746" y="43"/>
                  </a:cubicBezTo>
                  <a:cubicBezTo>
                    <a:pt x="748" y="42"/>
                    <a:pt x="719" y="32"/>
                    <a:pt x="734" y="35"/>
                  </a:cubicBezTo>
                  <a:cubicBezTo>
                    <a:pt x="738" y="36"/>
                    <a:pt x="738" y="34"/>
                    <a:pt x="753" y="40"/>
                  </a:cubicBezTo>
                  <a:cubicBezTo>
                    <a:pt x="753" y="40"/>
                    <a:pt x="751" y="40"/>
                    <a:pt x="750" y="39"/>
                  </a:cubicBezTo>
                  <a:cubicBezTo>
                    <a:pt x="757" y="42"/>
                    <a:pt x="757" y="43"/>
                    <a:pt x="764" y="46"/>
                  </a:cubicBezTo>
                  <a:cubicBezTo>
                    <a:pt x="766" y="49"/>
                    <a:pt x="755" y="43"/>
                    <a:pt x="750" y="42"/>
                  </a:cubicBezTo>
                  <a:cubicBezTo>
                    <a:pt x="755" y="44"/>
                    <a:pt x="760" y="46"/>
                    <a:pt x="765" y="48"/>
                  </a:cubicBezTo>
                  <a:cubicBezTo>
                    <a:pt x="764" y="48"/>
                    <a:pt x="764" y="48"/>
                    <a:pt x="764" y="48"/>
                  </a:cubicBezTo>
                  <a:cubicBezTo>
                    <a:pt x="769" y="50"/>
                    <a:pt x="773" y="53"/>
                    <a:pt x="778" y="55"/>
                  </a:cubicBezTo>
                  <a:cubicBezTo>
                    <a:pt x="785" y="57"/>
                    <a:pt x="767" y="49"/>
                    <a:pt x="767" y="48"/>
                  </a:cubicBezTo>
                  <a:cubicBezTo>
                    <a:pt x="770" y="49"/>
                    <a:pt x="773" y="51"/>
                    <a:pt x="777" y="52"/>
                  </a:cubicBezTo>
                  <a:cubicBezTo>
                    <a:pt x="788" y="56"/>
                    <a:pt x="815" y="73"/>
                    <a:pt x="822" y="83"/>
                  </a:cubicBezTo>
                  <a:cubicBezTo>
                    <a:pt x="832" y="92"/>
                    <a:pt x="829" y="87"/>
                    <a:pt x="832" y="88"/>
                  </a:cubicBezTo>
                  <a:cubicBezTo>
                    <a:pt x="839" y="93"/>
                    <a:pt x="844" y="100"/>
                    <a:pt x="850" y="105"/>
                  </a:cubicBezTo>
                  <a:cubicBezTo>
                    <a:pt x="851" y="104"/>
                    <a:pt x="857" y="112"/>
                    <a:pt x="858" y="111"/>
                  </a:cubicBezTo>
                  <a:cubicBezTo>
                    <a:pt x="861" y="115"/>
                    <a:pt x="864" y="119"/>
                    <a:pt x="866" y="122"/>
                  </a:cubicBezTo>
                  <a:cubicBezTo>
                    <a:pt x="873" y="127"/>
                    <a:pt x="857" y="109"/>
                    <a:pt x="855" y="106"/>
                  </a:cubicBezTo>
                  <a:cubicBezTo>
                    <a:pt x="852" y="99"/>
                    <a:pt x="862" y="113"/>
                    <a:pt x="860" y="109"/>
                  </a:cubicBezTo>
                  <a:cubicBezTo>
                    <a:pt x="853" y="101"/>
                    <a:pt x="851" y="101"/>
                    <a:pt x="847" y="98"/>
                  </a:cubicBezTo>
                  <a:cubicBezTo>
                    <a:pt x="843" y="93"/>
                    <a:pt x="841" y="91"/>
                    <a:pt x="842" y="90"/>
                  </a:cubicBezTo>
                  <a:cubicBezTo>
                    <a:pt x="853" y="103"/>
                    <a:pt x="850" y="95"/>
                    <a:pt x="859" y="106"/>
                  </a:cubicBezTo>
                  <a:cubicBezTo>
                    <a:pt x="859" y="107"/>
                    <a:pt x="859" y="107"/>
                    <a:pt x="859" y="107"/>
                  </a:cubicBezTo>
                  <a:cubicBezTo>
                    <a:pt x="860" y="106"/>
                    <a:pt x="872" y="122"/>
                    <a:pt x="876" y="128"/>
                  </a:cubicBezTo>
                  <a:cubicBezTo>
                    <a:pt x="883" y="142"/>
                    <a:pt x="868" y="119"/>
                    <a:pt x="867" y="120"/>
                  </a:cubicBezTo>
                  <a:cubicBezTo>
                    <a:pt x="871" y="125"/>
                    <a:pt x="875" y="130"/>
                    <a:pt x="878" y="135"/>
                  </a:cubicBezTo>
                  <a:cubicBezTo>
                    <a:pt x="873" y="129"/>
                    <a:pt x="877" y="136"/>
                    <a:pt x="870" y="128"/>
                  </a:cubicBezTo>
                  <a:cubicBezTo>
                    <a:pt x="876" y="137"/>
                    <a:pt x="876" y="139"/>
                    <a:pt x="882" y="148"/>
                  </a:cubicBezTo>
                  <a:cubicBezTo>
                    <a:pt x="874" y="138"/>
                    <a:pt x="887" y="162"/>
                    <a:pt x="886" y="164"/>
                  </a:cubicBezTo>
                  <a:cubicBezTo>
                    <a:pt x="882" y="153"/>
                    <a:pt x="872" y="134"/>
                    <a:pt x="872" y="134"/>
                  </a:cubicBezTo>
                  <a:cubicBezTo>
                    <a:pt x="871" y="132"/>
                    <a:pt x="864" y="121"/>
                    <a:pt x="861" y="117"/>
                  </a:cubicBezTo>
                  <a:cubicBezTo>
                    <a:pt x="854" y="111"/>
                    <a:pt x="854" y="111"/>
                    <a:pt x="854" y="111"/>
                  </a:cubicBezTo>
                  <a:cubicBezTo>
                    <a:pt x="860" y="119"/>
                    <a:pt x="868" y="129"/>
                    <a:pt x="865" y="127"/>
                  </a:cubicBezTo>
                  <a:cubicBezTo>
                    <a:pt x="868" y="130"/>
                    <a:pt x="870" y="134"/>
                    <a:pt x="873" y="138"/>
                  </a:cubicBezTo>
                  <a:cubicBezTo>
                    <a:pt x="864" y="127"/>
                    <a:pt x="864" y="128"/>
                    <a:pt x="855" y="119"/>
                  </a:cubicBezTo>
                  <a:cubicBezTo>
                    <a:pt x="869" y="140"/>
                    <a:pt x="882" y="156"/>
                    <a:pt x="887" y="176"/>
                  </a:cubicBezTo>
                  <a:cubicBezTo>
                    <a:pt x="886" y="173"/>
                    <a:pt x="886" y="173"/>
                    <a:pt x="886" y="173"/>
                  </a:cubicBezTo>
                  <a:cubicBezTo>
                    <a:pt x="898" y="213"/>
                    <a:pt x="892" y="224"/>
                    <a:pt x="889" y="232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174" name="矩形 173"/>
            <p:cNvSpPr/>
            <p:nvPr/>
          </p:nvSpPr>
          <p:spPr>
            <a:xfrm>
              <a:off x="1185569" y="4644353"/>
              <a:ext cx="1070149" cy="74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rgbClr val="C00000"/>
                  </a:solidFill>
                  <a:latin typeface="+mj-lt"/>
                  <a:cs typeface="+mn-ea"/>
                  <a:sym typeface="+mn-lt"/>
                </a:rPr>
                <a:t>自动控制原理</a:t>
              </a:r>
              <a:endParaRPr lang="zh-CN" altLang="en-US" sz="3200" dirty="0">
                <a:solidFill>
                  <a:srgbClr val="C00000"/>
                </a:solidFill>
                <a:latin typeface="+mj-lt"/>
                <a:cs typeface="+mn-ea"/>
                <a:sym typeface="+mn-lt"/>
              </a:endParaRPr>
            </a:p>
          </p:txBody>
        </p:sp>
      </p:grpSp>
      <p:cxnSp>
        <p:nvCxnSpPr>
          <p:cNvPr id="3" name="直接箭头连接符 2"/>
          <p:cNvCxnSpPr/>
          <p:nvPr/>
        </p:nvCxnSpPr>
        <p:spPr>
          <a:xfrm>
            <a:off x="3491880" y="3626465"/>
            <a:ext cx="502270" cy="794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979712" y="4421187"/>
            <a:ext cx="1152128" cy="423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/>
          <p:nvPr/>
        </p:nvCxnSpPr>
        <p:spPr>
          <a:xfrm>
            <a:off x="2176921" y="5420959"/>
            <a:ext cx="750378" cy="15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 flipV="1">
            <a:off x="2123728" y="5870234"/>
            <a:ext cx="1152128" cy="508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 flipH="1">
            <a:off x="5076056" y="3658701"/>
            <a:ext cx="868963" cy="84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endCxn id="173" idx="12"/>
          </p:cNvCxnSpPr>
          <p:nvPr/>
        </p:nvCxnSpPr>
        <p:spPr>
          <a:xfrm flipH="1">
            <a:off x="5698581" y="4632916"/>
            <a:ext cx="1089175" cy="506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/>
          <p:nvPr/>
        </p:nvCxnSpPr>
        <p:spPr>
          <a:xfrm flipH="1">
            <a:off x="5728593" y="5471340"/>
            <a:ext cx="1308613" cy="25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 flipH="1" flipV="1">
            <a:off x="5369364" y="5928471"/>
            <a:ext cx="1246333" cy="433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4799328" y="2529113"/>
            <a:ext cx="4344672" cy="4328887"/>
          </a:xfrm>
          <a:prstGeom prst="rect">
            <a:avLst/>
          </a:prstGeom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836613"/>
            <a:ext cx="6826250" cy="1143000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课程学习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539552" y="3848496"/>
            <a:ext cx="3024336" cy="253283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>
                <a:schemeClr val="tx2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数学基础宽而深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控制原理抽象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计算复杂且繁琐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绘图困难</a:t>
            </a:r>
            <a:endParaRPr lang="zh-CN" altLang="en-US" b="1" dirty="0">
              <a:ea typeface="黑体" panose="02010609060101010101" pitchFamily="49" charset="-122"/>
            </a:endParaRPr>
          </a:p>
        </p:txBody>
      </p:sp>
      <p:sp>
        <p:nvSpPr>
          <p:cNvPr id="19460" name="AutoShape 4"/>
          <p:cNvSpPr/>
          <p:nvPr/>
        </p:nvSpPr>
        <p:spPr>
          <a:xfrm>
            <a:off x="107505" y="1772816"/>
            <a:ext cx="4176464" cy="2160240"/>
          </a:xfrm>
          <a:prstGeom prst="horizontalScroll">
            <a:avLst>
              <a:gd name="adj" fmla="val 125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计算机数学语言</a:t>
            </a:r>
            <a:endParaRPr lang="zh-CN" altLang="en-US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MATLAB</a:t>
            </a:r>
            <a:endParaRPr lang="en-US" altLang="zh-CN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数值解</a:t>
            </a:r>
            <a:r>
              <a:rPr lang="en-US" altLang="zh-CN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解析解（数学运算）</a:t>
            </a:r>
            <a:endParaRPr lang="zh-CN" altLang="en-US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70691"/>
          <p:cNvSpPr/>
          <p:nvPr/>
        </p:nvSpPr>
        <p:spPr>
          <a:xfrm>
            <a:off x="1995488" y="2414588"/>
            <a:ext cx="58737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1-1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自动控制的基本原理与方式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7" name="矩形 70693"/>
          <p:cNvSpPr/>
          <p:nvPr/>
        </p:nvSpPr>
        <p:spPr>
          <a:xfrm>
            <a:off x="1995488" y="3422650"/>
            <a:ext cx="4556125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1-2</a:t>
            </a:r>
            <a:r>
              <a:rPr lang="en-US" altLang="zh-CN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自动控制系统的分类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8" name="矩形 70695"/>
          <p:cNvSpPr/>
          <p:nvPr/>
        </p:nvSpPr>
        <p:spPr>
          <a:xfrm>
            <a:off x="1947863" y="4437063"/>
            <a:ext cx="499745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1-3</a:t>
            </a:r>
            <a:r>
              <a:rPr lang="en-US" altLang="zh-CN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对控制系统的基本要求</a:t>
            </a:r>
            <a:endParaRPr lang="zh-CN" altLang="en-US" sz="32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9" name="文本框 70698"/>
          <p:cNvSpPr txBox="1"/>
          <p:nvPr/>
        </p:nvSpPr>
        <p:spPr>
          <a:xfrm>
            <a:off x="2492375" y="1050925"/>
            <a:ext cx="445293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第一章     绪论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31760"/>
          <p:cNvSpPr txBox="1"/>
          <p:nvPr/>
        </p:nvSpPr>
        <p:spPr>
          <a:xfrm>
            <a:off x="1042988" y="2636838"/>
            <a:ext cx="7559675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第一节  自动控制的基本原理与方式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145413"/>
          <p:cNvSpPr txBox="1"/>
          <p:nvPr/>
        </p:nvSpPr>
        <p:spPr>
          <a:xfrm>
            <a:off x="130810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3555" name="Picture 2" descr="hot_4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055" y="3068960"/>
            <a:ext cx="3600000" cy="27004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7" name="Rectangle 5"/>
          <p:cNvSpPr/>
          <p:nvPr/>
        </p:nvSpPr>
        <p:spPr>
          <a:xfrm>
            <a:off x="179512" y="1700808"/>
            <a:ext cx="8627303" cy="9787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dirty="0">
                <a:latin typeface="_x000B__x000C_"/>
                <a:ea typeface="楷体_GB2312" pitchFamily="49" charset="-122"/>
              </a:rPr>
              <a:t>   现代的高新技术让导弹长上了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眼睛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和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大脑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3200" dirty="0">
                <a:latin typeface="_x000B__x000C_"/>
                <a:ea typeface="楷体_GB2312" pitchFamily="49" charset="-122"/>
              </a:rPr>
              <a:t>，利用负反馈控制原理去紧紧盯住目标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3558" name="Picture 6" descr="13_09_15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055" y="3068960"/>
            <a:ext cx="3735104" cy="2520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" name="组合 9"/>
          <p:cNvGrpSpPr/>
          <p:nvPr/>
        </p:nvGrpSpPr>
        <p:grpSpPr>
          <a:xfrm>
            <a:off x="759855" y="6007734"/>
            <a:ext cx="2752399" cy="720360"/>
            <a:chOff x="1470499" y="1595070"/>
            <a:chExt cx="2764985" cy="1569985"/>
          </a:xfrm>
          <a:noFill/>
        </p:grpSpPr>
        <p:sp>
          <p:nvSpPr>
            <p:cNvPr id="11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2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26968" y="6143319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飞机导航系统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600810" y="6007734"/>
            <a:ext cx="2752399" cy="720360"/>
            <a:chOff x="1470499" y="1595070"/>
            <a:chExt cx="2764985" cy="1569985"/>
          </a:xfrm>
          <a:noFill/>
        </p:grpSpPr>
        <p:sp>
          <p:nvSpPr>
            <p:cNvPr id="16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7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645097" y="6072995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导弹制造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/>
          <p:nvPr/>
        </p:nvSpPr>
        <p:spPr>
          <a:xfrm>
            <a:off x="4619625" y="6172200"/>
            <a:ext cx="3657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哈勃望远镜－特殊地卫星</a:t>
            </a:r>
            <a:endParaRPr lang="zh-CN" altLang="en-US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1143000" y="61722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楷体_GB2312" pitchFamily="49" charset="-122"/>
              </a:rPr>
              <a:t>中巴资源卫星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415778" y="1686094"/>
            <a:ext cx="6480720" cy="68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控制其准确地进入预定轨道运行并回收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4581" name="Picture 5" descr="中巴资源卫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2368550"/>
            <a:ext cx="2930230" cy="3721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Picture 6" descr="哈勃望远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38" y="2368550"/>
            <a:ext cx="3584575" cy="369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4" name="文本框 145413"/>
          <p:cNvSpPr txBox="1"/>
          <p:nvPr/>
        </p:nvSpPr>
        <p:spPr>
          <a:xfrm>
            <a:off x="1143000" y="2921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195801" y="952500"/>
            <a:ext cx="2752399" cy="720360"/>
            <a:chOff x="1470499" y="1595070"/>
            <a:chExt cx="2764985" cy="1569985"/>
          </a:xfrm>
          <a:noFill/>
        </p:grpSpPr>
        <p:sp>
          <p:nvSpPr>
            <p:cNvPr id="10" name="椭圆 31"/>
            <p:cNvSpPr/>
            <p:nvPr/>
          </p:nvSpPr>
          <p:spPr>
            <a:xfrm>
              <a:off x="1470499" y="1595070"/>
              <a:ext cx="2764985" cy="156998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591" y="connsiteY0-592"/>
                </a:cxn>
                <a:cxn ang="0">
                  <a:pos x="connsiteX1-593" y="connsiteY1-594"/>
                </a:cxn>
                <a:cxn ang="0">
                  <a:pos x="connsiteX2-595" y="connsiteY2-596"/>
                </a:cxn>
                <a:cxn ang="0">
                  <a:pos x="connsiteX3-597" y="connsiteY3-598"/>
                </a:cxn>
                <a:cxn ang="0">
                  <a:pos x="connsiteX4-599" y="connsiteY4-60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grpFill/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方正静蕾简体" panose="02000000000000000000" pitchFamily="2" charset="-122"/>
              </a:endParaRPr>
            </a:p>
          </p:txBody>
        </p:sp>
        <p:sp>
          <p:nvSpPr>
            <p:cNvPr id="11" name="TextBox 25"/>
            <p:cNvSpPr txBox="1"/>
            <p:nvPr/>
          </p:nvSpPr>
          <p:spPr>
            <a:xfrm>
              <a:off x="1596630" y="2207738"/>
              <a:ext cx="2516836" cy="3336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华文细黑" panose="020106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153374" y="999163"/>
            <a:ext cx="266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人造地球卫星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147459"/>
          <p:cNvSpPr/>
          <p:nvPr/>
        </p:nvSpPr>
        <p:spPr>
          <a:xfrm>
            <a:off x="590334" y="4940210"/>
            <a:ext cx="396044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一列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CRH3“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和谐号”动车组停靠在改扩建的新北京南站站台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25603" name="图片 147460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70" y="1878767"/>
            <a:ext cx="4079875" cy="2714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图片 1" descr="QQ截图20190806091542"/>
          <p:cNvPicPr>
            <a:picLocks noChangeAspect="1"/>
          </p:cNvPicPr>
          <p:nvPr/>
        </p:nvPicPr>
        <p:blipFill rotWithShape="1">
          <a:blip r:embed="rId2"/>
          <a:srcRect t="14588"/>
          <a:stretch>
            <a:fillRect/>
          </a:stretch>
        </p:blipFill>
        <p:spPr>
          <a:xfrm>
            <a:off x="5292080" y="1484784"/>
            <a:ext cx="3295650" cy="3079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56176" y="5458340"/>
            <a:ext cx="2133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雷达技术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5606" name="文本框 145413"/>
          <p:cNvSpPr txBox="1"/>
          <p:nvPr/>
        </p:nvSpPr>
        <p:spPr>
          <a:xfrm>
            <a:off x="1079500" y="312738"/>
            <a:ext cx="73437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文本框 151556"/>
          <p:cNvSpPr txBox="1"/>
          <p:nvPr/>
        </p:nvSpPr>
        <p:spPr>
          <a:xfrm>
            <a:off x="6056" y="2754069"/>
            <a:ext cx="3255696" cy="24814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zh-CN" altLang="en-US" sz="3600" b="1" dirty="0">
                <a:latin typeface="宋体" panose="02010600030101010101" pitchFamily="2" charset="-122"/>
                <a:ea typeface="楷体_GB2312" pitchFamily="49" charset="-122"/>
              </a:rPr>
              <a:t>现代科学技术中的自动控制技术得到了广泛的应用         </a:t>
            </a:r>
            <a:endParaRPr lang="zh-CN" altLang="en-US" sz="3600" b="1" dirty="0"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26635" name="文本框 145413"/>
          <p:cNvSpPr txBox="1"/>
          <p:nvPr/>
        </p:nvSpPr>
        <p:spPr>
          <a:xfrm>
            <a:off x="118745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2" name="成组"/>
          <p:cNvGrpSpPr/>
          <p:nvPr/>
        </p:nvGrpSpPr>
        <p:grpSpPr>
          <a:xfrm>
            <a:off x="3126328" y="2332067"/>
            <a:ext cx="2891343" cy="3629015"/>
            <a:chOff x="0" y="0"/>
            <a:chExt cx="8253499" cy="8322885"/>
          </a:xfrm>
        </p:grpSpPr>
        <p:sp>
          <p:nvSpPr>
            <p:cNvPr id="13" name="形状"/>
            <p:cNvSpPr/>
            <p:nvPr/>
          </p:nvSpPr>
          <p:spPr>
            <a:xfrm>
              <a:off x="-1" y="-1"/>
              <a:ext cx="8253501" cy="8322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496" extrusionOk="0">
                  <a:moveTo>
                    <a:pt x="6850" y="6768"/>
                  </a:moveTo>
                  <a:cubicBezTo>
                    <a:pt x="7745" y="6494"/>
                    <a:pt x="8380" y="5911"/>
                    <a:pt x="8829" y="5116"/>
                  </a:cubicBezTo>
                  <a:cubicBezTo>
                    <a:pt x="9071" y="4685"/>
                    <a:pt x="9277" y="4236"/>
                    <a:pt x="9507" y="3796"/>
                  </a:cubicBezTo>
                  <a:cubicBezTo>
                    <a:pt x="10235" y="2403"/>
                    <a:pt x="11382" y="1517"/>
                    <a:pt x="12870" y="1024"/>
                  </a:cubicBezTo>
                  <a:cubicBezTo>
                    <a:pt x="13552" y="799"/>
                    <a:pt x="14252" y="684"/>
                    <a:pt x="14966" y="630"/>
                  </a:cubicBezTo>
                  <a:cubicBezTo>
                    <a:pt x="15864" y="560"/>
                    <a:pt x="16761" y="554"/>
                    <a:pt x="17656" y="670"/>
                  </a:cubicBezTo>
                  <a:cubicBezTo>
                    <a:pt x="17772" y="686"/>
                    <a:pt x="17888" y="702"/>
                    <a:pt x="18001" y="727"/>
                  </a:cubicBezTo>
                  <a:cubicBezTo>
                    <a:pt x="18073" y="740"/>
                    <a:pt x="18096" y="724"/>
                    <a:pt x="18089" y="652"/>
                  </a:cubicBezTo>
                  <a:cubicBezTo>
                    <a:pt x="18076" y="514"/>
                    <a:pt x="18076" y="375"/>
                    <a:pt x="18096" y="237"/>
                  </a:cubicBezTo>
                  <a:cubicBezTo>
                    <a:pt x="18133" y="-12"/>
                    <a:pt x="18265" y="-73"/>
                    <a:pt x="18454" y="94"/>
                  </a:cubicBezTo>
                  <a:cubicBezTo>
                    <a:pt x="18933" y="517"/>
                    <a:pt x="19460" y="894"/>
                    <a:pt x="19853" y="1408"/>
                  </a:cubicBezTo>
                  <a:cubicBezTo>
                    <a:pt x="20013" y="1617"/>
                    <a:pt x="20214" y="1790"/>
                    <a:pt x="20424" y="1953"/>
                  </a:cubicBezTo>
                  <a:cubicBezTo>
                    <a:pt x="20465" y="1986"/>
                    <a:pt x="20458" y="2009"/>
                    <a:pt x="20426" y="2036"/>
                  </a:cubicBezTo>
                  <a:cubicBezTo>
                    <a:pt x="19919" y="2467"/>
                    <a:pt x="19507" y="3001"/>
                    <a:pt x="18930" y="3353"/>
                  </a:cubicBezTo>
                  <a:cubicBezTo>
                    <a:pt x="18663" y="3515"/>
                    <a:pt x="18422" y="3719"/>
                    <a:pt x="18158" y="3886"/>
                  </a:cubicBezTo>
                  <a:cubicBezTo>
                    <a:pt x="17894" y="4051"/>
                    <a:pt x="17820" y="4043"/>
                    <a:pt x="17822" y="3720"/>
                  </a:cubicBezTo>
                  <a:cubicBezTo>
                    <a:pt x="17823" y="3558"/>
                    <a:pt x="17812" y="3394"/>
                    <a:pt x="17803" y="3232"/>
                  </a:cubicBezTo>
                  <a:cubicBezTo>
                    <a:pt x="17798" y="3122"/>
                    <a:pt x="17723" y="3081"/>
                    <a:pt x="17627" y="3139"/>
                  </a:cubicBezTo>
                  <a:cubicBezTo>
                    <a:pt x="17545" y="3186"/>
                    <a:pt x="17461" y="3157"/>
                    <a:pt x="17381" y="3147"/>
                  </a:cubicBezTo>
                  <a:cubicBezTo>
                    <a:pt x="16668" y="3066"/>
                    <a:pt x="15965" y="3100"/>
                    <a:pt x="15271" y="3289"/>
                  </a:cubicBezTo>
                  <a:cubicBezTo>
                    <a:pt x="14103" y="3609"/>
                    <a:pt x="13178" y="4289"/>
                    <a:pt x="12415" y="5201"/>
                  </a:cubicBezTo>
                  <a:cubicBezTo>
                    <a:pt x="11880" y="5841"/>
                    <a:pt x="11477" y="6562"/>
                    <a:pt x="11147" y="7322"/>
                  </a:cubicBezTo>
                  <a:cubicBezTo>
                    <a:pt x="11024" y="7606"/>
                    <a:pt x="10897" y="7888"/>
                    <a:pt x="10745" y="8164"/>
                  </a:cubicBezTo>
                  <a:cubicBezTo>
                    <a:pt x="10806" y="8187"/>
                    <a:pt x="10832" y="8134"/>
                    <a:pt x="10863" y="8107"/>
                  </a:cubicBezTo>
                  <a:cubicBezTo>
                    <a:pt x="11150" y="7838"/>
                    <a:pt x="11440" y="7574"/>
                    <a:pt x="11717" y="7295"/>
                  </a:cubicBezTo>
                  <a:cubicBezTo>
                    <a:pt x="12369" y="6635"/>
                    <a:pt x="13143" y="6181"/>
                    <a:pt x="14035" y="5904"/>
                  </a:cubicBezTo>
                  <a:cubicBezTo>
                    <a:pt x="15305" y="5505"/>
                    <a:pt x="16595" y="5225"/>
                    <a:pt x="17931" y="5184"/>
                  </a:cubicBezTo>
                  <a:cubicBezTo>
                    <a:pt x="18026" y="5181"/>
                    <a:pt x="18049" y="5153"/>
                    <a:pt x="18038" y="5065"/>
                  </a:cubicBezTo>
                  <a:cubicBezTo>
                    <a:pt x="18020" y="4887"/>
                    <a:pt x="18015" y="4706"/>
                    <a:pt x="18027" y="4527"/>
                  </a:cubicBezTo>
                  <a:cubicBezTo>
                    <a:pt x="18035" y="4379"/>
                    <a:pt x="18084" y="4353"/>
                    <a:pt x="18222" y="4421"/>
                  </a:cubicBezTo>
                  <a:cubicBezTo>
                    <a:pt x="18339" y="4479"/>
                    <a:pt x="18428" y="4570"/>
                    <a:pt x="18517" y="4664"/>
                  </a:cubicBezTo>
                  <a:cubicBezTo>
                    <a:pt x="18924" y="5084"/>
                    <a:pt x="19351" y="5485"/>
                    <a:pt x="19795" y="5864"/>
                  </a:cubicBezTo>
                  <a:cubicBezTo>
                    <a:pt x="20060" y="6092"/>
                    <a:pt x="20337" y="6304"/>
                    <a:pt x="20641" y="6482"/>
                  </a:cubicBezTo>
                  <a:cubicBezTo>
                    <a:pt x="20716" y="6526"/>
                    <a:pt x="20768" y="6595"/>
                    <a:pt x="20862" y="6621"/>
                  </a:cubicBezTo>
                  <a:cubicBezTo>
                    <a:pt x="20951" y="6647"/>
                    <a:pt x="20938" y="6730"/>
                    <a:pt x="20877" y="6782"/>
                  </a:cubicBezTo>
                  <a:cubicBezTo>
                    <a:pt x="20492" y="7101"/>
                    <a:pt x="20165" y="7488"/>
                    <a:pt x="19715" y="7730"/>
                  </a:cubicBezTo>
                  <a:cubicBezTo>
                    <a:pt x="19183" y="8016"/>
                    <a:pt x="18746" y="8428"/>
                    <a:pt x="18250" y="8765"/>
                  </a:cubicBezTo>
                  <a:cubicBezTo>
                    <a:pt x="18216" y="8788"/>
                    <a:pt x="18187" y="8815"/>
                    <a:pt x="18153" y="8835"/>
                  </a:cubicBezTo>
                  <a:cubicBezTo>
                    <a:pt x="17974" y="8941"/>
                    <a:pt x="17855" y="8887"/>
                    <a:pt x="17826" y="8683"/>
                  </a:cubicBezTo>
                  <a:cubicBezTo>
                    <a:pt x="17795" y="8474"/>
                    <a:pt x="17802" y="8263"/>
                    <a:pt x="17826" y="8052"/>
                  </a:cubicBezTo>
                  <a:cubicBezTo>
                    <a:pt x="17838" y="7934"/>
                    <a:pt x="17795" y="7923"/>
                    <a:pt x="17693" y="7937"/>
                  </a:cubicBezTo>
                  <a:cubicBezTo>
                    <a:pt x="16326" y="8137"/>
                    <a:pt x="15073" y="8619"/>
                    <a:pt x="13942" y="9405"/>
                  </a:cubicBezTo>
                  <a:cubicBezTo>
                    <a:pt x="13634" y="9619"/>
                    <a:pt x="13337" y="9844"/>
                    <a:pt x="13042" y="10072"/>
                  </a:cubicBezTo>
                  <a:cubicBezTo>
                    <a:pt x="12752" y="10293"/>
                    <a:pt x="12465" y="10519"/>
                    <a:pt x="12159" y="10721"/>
                  </a:cubicBezTo>
                  <a:cubicBezTo>
                    <a:pt x="12079" y="10773"/>
                    <a:pt x="12085" y="10812"/>
                    <a:pt x="12154" y="10859"/>
                  </a:cubicBezTo>
                  <a:cubicBezTo>
                    <a:pt x="12283" y="10949"/>
                    <a:pt x="12418" y="11032"/>
                    <a:pt x="12552" y="11114"/>
                  </a:cubicBezTo>
                  <a:cubicBezTo>
                    <a:pt x="12953" y="11357"/>
                    <a:pt x="13389" y="11504"/>
                    <a:pt x="13826" y="11642"/>
                  </a:cubicBezTo>
                  <a:cubicBezTo>
                    <a:pt x="14381" y="11821"/>
                    <a:pt x="14933" y="12017"/>
                    <a:pt x="15511" y="12112"/>
                  </a:cubicBezTo>
                  <a:cubicBezTo>
                    <a:pt x="16106" y="12212"/>
                    <a:pt x="16707" y="12206"/>
                    <a:pt x="17309" y="12200"/>
                  </a:cubicBezTo>
                  <a:cubicBezTo>
                    <a:pt x="17522" y="12199"/>
                    <a:pt x="17737" y="12191"/>
                    <a:pt x="17947" y="12200"/>
                  </a:cubicBezTo>
                  <a:cubicBezTo>
                    <a:pt x="18049" y="12203"/>
                    <a:pt x="18081" y="12179"/>
                    <a:pt x="18081" y="12077"/>
                  </a:cubicBezTo>
                  <a:cubicBezTo>
                    <a:pt x="18083" y="11710"/>
                    <a:pt x="18116" y="11346"/>
                    <a:pt x="18167" y="10982"/>
                  </a:cubicBezTo>
                  <a:cubicBezTo>
                    <a:pt x="18173" y="10932"/>
                    <a:pt x="18167" y="10873"/>
                    <a:pt x="18230" y="10851"/>
                  </a:cubicBezTo>
                  <a:cubicBezTo>
                    <a:pt x="18296" y="10832"/>
                    <a:pt x="18322" y="10886"/>
                    <a:pt x="18356" y="10923"/>
                  </a:cubicBezTo>
                  <a:cubicBezTo>
                    <a:pt x="18698" y="11299"/>
                    <a:pt x="19088" y="11630"/>
                    <a:pt x="19457" y="11982"/>
                  </a:cubicBezTo>
                  <a:cubicBezTo>
                    <a:pt x="19702" y="12217"/>
                    <a:pt x="19928" y="12470"/>
                    <a:pt x="20146" y="12733"/>
                  </a:cubicBezTo>
                  <a:cubicBezTo>
                    <a:pt x="20287" y="12904"/>
                    <a:pt x="20487" y="13020"/>
                    <a:pt x="20647" y="13177"/>
                  </a:cubicBezTo>
                  <a:cubicBezTo>
                    <a:pt x="20820" y="13349"/>
                    <a:pt x="21009" y="13505"/>
                    <a:pt x="21199" y="13660"/>
                  </a:cubicBezTo>
                  <a:cubicBezTo>
                    <a:pt x="21281" y="13728"/>
                    <a:pt x="21342" y="13812"/>
                    <a:pt x="21410" y="13889"/>
                  </a:cubicBezTo>
                  <a:cubicBezTo>
                    <a:pt x="21453" y="13938"/>
                    <a:pt x="21434" y="13988"/>
                    <a:pt x="21396" y="14029"/>
                  </a:cubicBezTo>
                  <a:cubicBezTo>
                    <a:pt x="21210" y="14227"/>
                    <a:pt x="21041" y="14444"/>
                    <a:pt x="20840" y="14625"/>
                  </a:cubicBezTo>
                  <a:cubicBezTo>
                    <a:pt x="20237" y="15164"/>
                    <a:pt x="19653" y="15725"/>
                    <a:pt x="19015" y="16227"/>
                  </a:cubicBezTo>
                  <a:cubicBezTo>
                    <a:pt x="18906" y="16314"/>
                    <a:pt x="18815" y="16423"/>
                    <a:pt x="18712" y="16520"/>
                  </a:cubicBezTo>
                  <a:cubicBezTo>
                    <a:pt x="18625" y="16602"/>
                    <a:pt x="18534" y="16682"/>
                    <a:pt x="18419" y="16725"/>
                  </a:cubicBezTo>
                  <a:cubicBezTo>
                    <a:pt x="18256" y="16789"/>
                    <a:pt x="18138" y="16725"/>
                    <a:pt x="18107" y="16556"/>
                  </a:cubicBezTo>
                  <a:cubicBezTo>
                    <a:pt x="18076" y="16379"/>
                    <a:pt x="18124" y="16207"/>
                    <a:pt x="18152" y="16034"/>
                  </a:cubicBezTo>
                  <a:cubicBezTo>
                    <a:pt x="18173" y="15895"/>
                    <a:pt x="18216" y="15758"/>
                    <a:pt x="18210" y="15626"/>
                  </a:cubicBezTo>
                  <a:cubicBezTo>
                    <a:pt x="17218" y="16009"/>
                    <a:pt x="16225" y="15963"/>
                    <a:pt x="15239" y="15638"/>
                  </a:cubicBezTo>
                  <a:cubicBezTo>
                    <a:pt x="14663" y="15449"/>
                    <a:pt x="14094" y="15233"/>
                    <a:pt x="13527" y="15016"/>
                  </a:cubicBezTo>
                  <a:cubicBezTo>
                    <a:pt x="13023" y="14824"/>
                    <a:pt x="12534" y="14596"/>
                    <a:pt x="12130" y="14223"/>
                  </a:cubicBezTo>
                  <a:cubicBezTo>
                    <a:pt x="12124" y="14236"/>
                    <a:pt x="12118" y="14244"/>
                    <a:pt x="12119" y="14252"/>
                  </a:cubicBezTo>
                  <a:cubicBezTo>
                    <a:pt x="12349" y="14974"/>
                    <a:pt x="12612" y="15682"/>
                    <a:pt x="13045" y="16318"/>
                  </a:cubicBezTo>
                  <a:cubicBezTo>
                    <a:pt x="13203" y="16550"/>
                    <a:pt x="13389" y="16758"/>
                    <a:pt x="13587" y="16958"/>
                  </a:cubicBezTo>
                  <a:cubicBezTo>
                    <a:pt x="13912" y="17288"/>
                    <a:pt x="14321" y="17470"/>
                    <a:pt x="14745" y="17632"/>
                  </a:cubicBezTo>
                  <a:cubicBezTo>
                    <a:pt x="15753" y="18021"/>
                    <a:pt x="16807" y="18165"/>
                    <a:pt x="17881" y="18175"/>
                  </a:cubicBezTo>
                  <a:cubicBezTo>
                    <a:pt x="18099" y="18177"/>
                    <a:pt x="18316" y="18171"/>
                    <a:pt x="18534" y="18171"/>
                  </a:cubicBezTo>
                  <a:cubicBezTo>
                    <a:pt x="18609" y="18171"/>
                    <a:pt x="18632" y="18154"/>
                    <a:pt x="18598" y="18074"/>
                  </a:cubicBezTo>
                  <a:cubicBezTo>
                    <a:pt x="18476" y="17782"/>
                    <a:pt x="18468" y="17479"/>
                    <a:pt x="18509" y="17169"/>
                  </a:cubicBezTo>
                  <a:cubicBezTo>
                    <a:pt x="18516" y="17119"/>
                    <a:pt x="18520" y="17063"/>
                    <a:pt x="18583" y="17043"/>
                  </a:cubicBezTo>
                  <a:cubicBezTo>
                    <a:pt x="18644" y="17024"/>
                    <a:pt x="18680" y="17068"/>
                    <a:pt x="18718" y="17101"/>
                  </a:cubicBezTo>
                  <a:cubicBezTo>
                    <a:pt x="19245" y="17594"/>
                    <a:pt x="19808" y="18036"/>
                    <a:pt x="20447" y="18377"/>
                  </a:cubicBezTo>
                  <a:cubicBezTo>
                    <a:pt x="20651" y="18488"/>
                    <a:pt x="20860" y="18593"/>
                    <a:pt x="21069" y="18696"/>
                  </a:cubicBezTo>
                  <a:cubicBezTo>
                    <a:pt x="21275" y="18799"/>
                    <a:pt x="21420" y="18969"/>
                    <a:pt x="21557" y="19146"/>
                  </a:cubicBezTo>
                  <a:cubicBezTo>
                    <a:pt x="21594" y="19196"/>
                    <a:pt x="21582" y="19243"/>
                    <a:pt x="21530" y="19280"/>
                  </a:cubicBezTo>
                  <a:cubicBezTo>
                    <a:pt x="21064" y="19612"/>
                    <a:pt x="20673" y="20031"/>
                    <a:pt x="20217" y="20371"/>
                  </a:cubicBezTo>
                  <a:cubicBezTo>
                    <a:pt x="19933" y="20583"/>
                    <a:pt x="19693" y="20841"/>
                    <a:pt x="19434" y="21082"/>
                  </a:cubicBezTo>
                  <a:cubicBezTo>
                    <a:pt x="19300" y="21208"/>
                    <a:pt x="19157" y="21325"/>
                    <a:pt x="19021" y="21450"/>
                  </a:cubicBezTo>
                  <a:cubicBezTo>
                    <a:pt x="18935" y="21527"/>
                    <a:pt x="18872" y="21503"/>
                    <a:pt x="18815" y="21418"/>
                  </a:cubicBezTo>
                  <a:cubicBezTo>
                    <a:pt x="18755" y="21330"/>
                    <a:pt x="18732" y="21228"/>
                    <a:pt x="18718" y="21123"/>
                  </a:cubicBezTo>
                  <a:cubicBezTo>
                    <a:pt x="18704" y="20993"/>
                    <a:pt x="18698" y="20862"/>
                    <a:pt x="18717" y="20730"/>
                  </a:cubicBezTo>
                  <a:cubicBezTo>
                    <a:pt x="18729" y="20641"/>
                    <a:pt x="18695" y="20633"/>
                    <a:pt x="18618" y="20645"/>
                  </a:cubicBezTo>
                  <a:cubicBezTo>
                    <a:pt x="18083" y="20746"/>
                    <a:pt x="17541" y="20784"/>
                    <a:pt x="16994" y="20777"/>
                  </a:cubicBezTo>
                  <a:cubicBezTo>
                    <a:pt x="15489" y="20759"/>
                    <a:pt x="14058" y="20460"/>
                    <a:pt x="12755" y="19682"/>
                  </a:cubicBezTo>
                  <a:cubicBezTo>
                    <a:pt x="12460" y="19506"/>
                    <a:pt x="12176" y="19316"/>
                    <a:pt x="11915" y="19098"/>
                  </a:cubicBezTo>
                  <a:cubicBezTo>
                    <a:pt x="10760" y="18133"/>
                    <a:pt x="9778" y="17028"/>
                    <a:pt x="9090" y="15681"/>
                  </a:cubicBezTo>
                  <a:cubicBezTo>
                    <a:pt x="8810" y="15136"/>
                    <a:pt x="8479" y="14613"/>
                    <a:pt x="8033" y="14174"/>
                  </a:cubicBezTo>
                  <a:cubicBezTo>
                    <a:pt x="7743" y="13887"/>
                    <a:pt x="7401" y="13687"/>
                    <a:pt x="7009" y="13564"/>
                  </a:cubicBezTo>
                  <a:cubicBezTo>
                    <a:pt x="6799" y="13498"/>
                    <a:pt x="6578" y="13490"/>
                    <a:pt x="6364" y="13481"/>
                  </a:cubicBezTo>
                  <a:cubicBezTo>
                    <a:pt x="5277" y="13432"/>
                    <a:pt x="4190" y="13408"/>
                    <a:pt x="3102" y="13422"/>
                  </a:cubicBezTo>
                  <a:cubicBezTo>
                    <a:pt x="2458" y="13429"/>
                    <a:pt x="1826" y="13517"/>
                    <a:pt x="1190" y="13601"/>
                  </a:cubicBezTo>
                  <a:cubicBezTo>
                    <a:pt x="998" y="13625"/>
                    <a:pt x="805" y="13631"/>
                    <a:pt x="611" y="13611"/>
                  </a:cubicBezTo>
                  <a:cubicBezTo>
                    <a:pt x="329" y="13581"/>
                    <a:pt x="237" y="13482"/>
                    <a:pt x="227" y="13205"/>
                  </a:cubicBezTo>
                  <a:cubicBezTo>
                    <a:pt x="224" y="13076"/>
                    <a:pt x="224" y="12948"/>
                    <a:pt x="241" y="12822"/>
                  </a:cubicBezTo>
                  <a:cubicBezTo>
                    <a:pt x="309" y="12338"/>
                    <a:pt x="272" y="11853"/>
                    <a:pt x="240" y="11369"/>
                  </a:cubicBezTo>
                  <a:cubicBezTo>
                    <a:pt x="143" y="9920"/>
                    <a:pt x="80" y="8468"/>
                    <a:pt x="146" y="7014"/>
                  </a:cubicBezTo>
                  <a:cubicBezTo>
                    <a:pt x="149" y="6950"/>
                    <a:pt x="163" y="6882"/>
                    <a:pt x="60" y="6864"/>
                  </a:cubicBezTo>
                  <a:cubicBezTo>
                    <a:pt x="9" y="6855"/>
                    <a:pt x="-6" y="6797"/>
                    <a:pt x="2" y="6746"/>
                  </a:cubicBezTo>
                  <a:cubicBezTo>
                    <a:pt x="8" y="6702"/>
                    <a:pt x="34" y="6671"/>
                    <a:pt x="78" y="6668"/>
                  </a:cubicBezTo>
                  <a:cubicBezTo>
                    <a:pt x="117" y="6667"/>
                    <a:pt x="144" y="6653"/>
                    <a:pt x="169" y="6621"/>
                  </a:cubicBezTo>
                  <a:cubicBezTo>
                    <a:pt x="197" y="6588"/>
                    <a:pt x="244" y="6588"/>
                    <a:pt x="261" y="6624"/>
                  </a:cubicBezTo>
                  <a:cubicBezTo>
                    <a:pt x="295" y="6700"/>
                    <a:pt x="358" y="6685"/>
                    <a:pt x="415" y="6686"/>
                  </a:cubicBezTo>
                  <a:cubicBezTo>
                    <a:pt x="1921" y="6758"/>
                    <a:pt x="3429" y="6730"/>
                    <a:pt x="4935" y="6726"/>
                  </a:cubicBezTo>
                  <a:cubicBezTo>
                    <a:pt x="5415" y="6724"/>
                    <a:pt x="5895" y="6729"/>
                    <a:pt x="6374" y="6732"/>
                  </a:cubicBezTo>
                  <a:cubicBezTo>
                    <a:pt x="6421" y="6732"/>
                    <a:pt x="6469" y="6727"/>
                    <a:pt x="6503" y="6779"/>
                  </a:cubicBezTo>
                  <a:cubicBezTo>
                    <a:pt x="6538" y="6834"/>
                    <a:pt x="6599" y="6791"/>
                    <a:pt x="6648" y="6800"/>
                  </a:cubicBezTo>
                  <a:cubicBezTo>
                    <a:pt x="6681" y="6793"/>
                    <a:pt x="6713" y="6779"/>
                    <a:pt x="6736" y="6820"/>
                  </a:cubicBezTo>
                  <a:cubicBezTo>
                    <a:pt x="6710" y="6914"/>
                    <a:pt x="6630" y="6905"/>
                    <a:pt x="6559" y="6908"/>
                  </a:cubicBezTo>
                  <a:cubicBezTo>
                    <a:pt x="6358" y="6917"/>
                    <a:pt x="6156" y="6922"/>
                    <a:pt x="5956" y="6926"/>
                  </a:cubicBezTo>
                  <a:cubicBezTo>
                    <a:pt x="5643" y="6937"/>
                    <a:pt x="5328" y="6950"/>
                    <a:pt x="5015" y="6961"/>
                  </a:cubicBezTo>
                  <a:cubicBezTo>
                    <a:pt x="3934" y="6999"/>
                    <a:pt x="2856" y="7017"/>
                    <a:pt x="1777" y="7002"/>
                  </a:cubicBezTo>
                  <a:cubicBezTo>
                    <a:pt x="1407" y="6996"/>
                    <a:pt x="1037" y="6996"/>
                    <a:pt x="667" y="6961"/>
                  </a:cubicBezTo>
                  <a:cubicBezTo>
                    <a:pt x="381" y="6935"/>
                    <a:pt x="352" y="6963"/>
                    <a:pt x="352" y="7245"/>
                  </a:cubicBezTo>
                  <a:cubicBezTo>
                    <a:pt x="352" y="7840"/>
                    <a:pt x="341" y="8431"/>
                    <a:pt x="356" y="9026"/>
                  </a:cubicBezTo>
                  <a:cubicBezTo>
                    <a:pt x="369" y="9559"/>
                    <a:pt x="375" y="10091"/>
                    <a:pt x="404" y="10624"/>
                  </a:cubicBezTo>
                  <a:cubicBezTo>
                    <a:pt x="445" y="11337"/>
                    <a:pt x="491" y="12052"/>
                    <a:pt x="590" y="12762"/>
                  </a:cubicBezTo>
                  <a:cubicBezTo>
                    <a:pt x="607" y="12879"/>
                    <a:pt x="591" y="13000"/>
                    <a:pt x="596" y="13120"/>
                  </a:cubicBezTo>
                  <a:cubicBezTo>
                    <a:pt x="602" y="13290"/>
                    <a:pt x="670" y="13356"/>
                    <a:pt x="843" y="13361"/>
                  </a:cubicBezTo>
                  <a:cubicBezTo>
                    <a:pt x="1064" y="13369"/>
                    <a:pt x="1284" y="13331"/>
                    <a:pt x="1505" y="13308"/>
                  </a:cubicBezTo>
                  <a:cubicBezTo>
                    <a:pt x="1784" y="13281"/>
                    <a:pt x="2067" y="13262"/>
                    <a:pt x="2348" y="13249"/>
                  </a:cubicBezTo>
                  <a:cubicBezTo>
                    <a:pt x="3333" y="13200"/>
                    <a:pt x="4321" y="13209"/>
                    <a:pt x="5308" y="13227"/>
                  </a:cubicBezTo>
                  <a:cubicBezTo>
                    <a:pt x="5713" y="13235"/>
                    <a:pt x="6123" y="13209"/>
                    <a:pt x="6526" y="13275"/>
                  </a:cubicBezTo>
                  <a:cubicBezTo>
                    <a:pt x="6871" y="13329"/>
                    <a:pt x="7230" y="13306"/>
                    <a:pt x="7559" y="13481"/>
                  </a:cubicBezTo>
                  <a:cubicBezTo>
                    <a:pt x="8161" y="13803"/>
                    <a:pt x="8629" y="14250"/>
                    <a:pt x="8955" y="14845"/>
                  </a:cubicBezTo>
                  <a:cubicBezTo>
                    <a:pt x="9148" y="15198"/>
                    <a:pt x="9323" y="15564"/>
                    <a:pt x="9533" y="15907"/>
                  </a:cubicBezTo>
                  <a:cubicBezTo>
                    <a:pt x="9885" y="16481"/>
                    <a:pt x="10301" y="17009"/>
                    <a:pt x="10731" y="17524"/>
                  </a:cubicBezTo>
                  <a:cubicBezTo>
                    <a:pt x="10986" y="17832"/>
                    <a:pt x="11256" y="18125"/>
                    <a:pt x="11546" y="18403"/>
                  </a:cubicBezTo>
                  <a:cubicBezTo>
                    <a:pt x="12595" y="19406"/>
                    <a:pt x="13817" y="20067"/>
                    <a:pt x="15276" y="20269"/>
                  </a:cubicBezTo>
                  <a:cubicBezTo>
                    <a:pt x="15680" y="20324"/>
                    <a:pt x="16082" y="20371"/>
                    <a:pt x="16489" y="20392"/>
                  </a:cubicBezTo>
                  <a:cubicBezTo>
                    <a:pt x="17206" y="20432"/>
                    <a:pt x="17923" y="20403"/>
                    <a:pt x="18640" y="20410"/>
                  </a:cubicBezTo>
                  <a:cubicBezTo>
                    <a:pt x="18892" y="20413"/>
                    <a:pt x="18892" y="20406"/>
                    <a:pt x="18913" y="20644"/>
                  </a:cubicBezTo>
                  <a:cubicBezTo>
                    <a:pt x="18925" y="20764"/>
                    <a:pt x="18945" y="20881"/>
                    <a:pt x="18952" y="21001"/>
                  </a:cubicBezTo>
                  <a:cubicBezTo>
                    <a:pt x="18958" y="21119"/>
                    <a:pt x="19015" y="21142"/>
                    <a:pt x="19122" y="21081"/>
                  </a:cubicBezTo>
                  <a:cubicBezTo>
                    <a:pt x="19271" y="20996"/>
                    <a:pt x="19389" y="20875"/>
                    <a:pt x="19489" y="20740"/>
                  </a:cubicBezTo>
                  <a:cubicBezTo>
                    <a:pt x="19744" y="20394"/>
                    <a:pt x="20102" y="20164"/>
                    <a:pt x="20436" y="19913"/>
                  </a:cubicBezTo>
                  <a:cubicBezTo>
                    <a:pt x="20665" y="19741"/>
                    <a:pt x="20885" y="19562"/>
                    <a:pt x="21083" y="19357"/>
                  </a:cubicBezTo>
                  <a:cubicBezTo>
                    <a:pt x="21199" y="19236"/>
                    <a:pt x="21199" y="19196"/>
                    <a:pt x="21064" y="19090"/>
                  </a:cubicBezTo>
                  <a:cubicBezTo>
                    <a:pt x="20843" y="18916"/>
                    <a:pt x="20596" y="18779"/>
                    <a:pt x="20343" y="18655"/>
                  </a:cubicBezTo>
                  <a:cubicBezTo>
                    <a:pt x="19793" y="18388"/>
                    <a:pt x="19309" y="18037"/>
                    <a:pt x="18887" y="17603"/>
                  </a:cubicBezTo>
                  <a:cubicBezTo>
                    <a:pt x="18852" y="17567"/>
                    <a:pt x="18818" y="17502"/>
                    <a:pt x="18764" y="17520"/>
                  </a:cubicBezTo>
                  <a:cubicBezTo>
                    <a:pt x="18700" y="17543"/>
                    <a:pt x="18734" y="17618"/>
                    <a:pt x="18729" y="17669"/>
                  </a:cubicBezTo>
                  <a:cubicBezTo>
                    <a:pt x="18715" y="17825"/>
                    <a:pt x="18760" y="17978"/>
                    <a:pt x="18752" y="18134"/>
                  </a:cubicBezTo>
                  <a:cubicBezTo>
                    <a:pt x="18747" y="18239"/>
                    <a:pt x="18706" y="18295"/>
                    <a:pt x="18602" y="18315"/>
                  </a:cubicBezTo>
                  <a:cubicBezTo>
                    <a:pt x="18450" y="18345"/>
                    <a:pt x="18299" y="18363"/>
                    <a:pt x="18145" y="18373"/>
                  </a:cubicBezTo>
                  <a:cubicBezTo>
                    <a:pt x="16891" y="18456"/>
                    <a:pt x="15681" y="18283"/>
                    <a:pt x="14530" y="17764"/>
                  </a:cubicBezTo>
                  <a:cubicBezTo>
                    <a:pt x="13869" y="17465"/>
                    <a:pt x="13297" y="17056"/>
                    <a:pt x="12865" y="16473"/>
                  </a:cubicBezTo>
                  <a:cubicBezTo>
                    <a:pt x="12504" y="15984"/>
                    <a:pt x="12286" y="15426"/>
                    <a:pt x="12105" y="14856"/>
                  </a:cubicBezTo>
                  <a:cubicBezTo>
                    <a:pt x="11942" y="14340"/>
                    <a:pt x="11778" y="13822"/>
                    <a:pt x="11556" y="13328"/>
                  </a:cubicBezTo>
                  <a:cubicBezTo>
                    <a:pt x="11365" y="12906"/>
                    <a:pt x="11221" y="12464"/>
                    <a:pt x="11086" y="12023"/>
                  </a:cubicBezTo>
                  <a:cubicBezTo>
                    <a:pt x="10987" y="11698"/>
                    <a:pt x="10877" y="11378"/>
                    <a:pt x="10677" y="11100"/>
                  </a:cubicBezTo>
                  <a:cubicBezTo>
                    <a:pt x="10359" y="10663"/>
                    <a:pt x="9903" y="10425"/>
                    <a:pt x="9389" y="10289"/>
                  </a:cubicBezTo>
                  <a:cubicBezTo>
                    <a:pt x="9018" y="10190"/>
                    <a:pt x="8640" y="10140"/>
                    <a:pt x="8253" y="10137"/>
                  </a:cubicBezTo>
                  <a:cubicBezTo>
                    <a:pt x="7894" y="10135"/>
                    <a:pt x="7536" y="10137"/>
                    <a:pt x="7180" y="10176"/>
                  </a:cubicBezTo>
                  <a:cubicBezTo>
                    <a:pt x="7157" y="10179"/>
                    <a:pt x="7132" y="10179"/>
                    <a:pt x="7108" y="10175"/>
                  </a:cubicBezTo>
                  <a:cubicBezTo>
                    <a:pt x="7069" y="10164"/>
                    <a:pt x="7043" y="10141"/>
                    <a:pt x="7045" y="10099"/>
                  </a:cubicBezTo>
                  <a:cubicBezTo>
                    <a:pt x="7046" y="10062"/>
                    <a:pt x="7071" y="10046"/>
                    <a:pt x="7104" y="10035"/>
                  </a:cubicBezTo>
                  <a:cubicBezTo>
                    <a:pt x="7111" y="10032"/>
                    <a:pt x="7117" y="10031"/>
                    <a:pt x="7123" y="10031"/>
                  </a:cubicBezTo>
                  <a:cubicBezTo>
                    <a:pt x="7100" y="10031"/>
                    <a:pt x="7077" y="10032"/>
                    <a:pt x="7054" y="10035"/>
                  </a:cubicBezTo>
                  <a:cubicBezTo>
                    <a:pt x="6977" y="10041"/>
                    <a:pt x="6899" y="10035"/>
                    <a:pt x="6893" y="9936"/>
                  </a:cubicBezTo>
                  <a:cubicBezTo>
                    <a:pt x="6889" y="9844"/>
                    <a:pt x="6968" y="9832"/>
                    <a:pt x="7040" y="9833"/>
                  </a:cubicBezTo>
                  <a:cubicBezTo>
                    <a:pt x="7310" y="9838"/>
                    <a:pt x="7579" y="9814"/>
                    <a:pt x="7848" y="9785"/>
                  </a:cubicBezTo>
                  <a:cubicBezTo>
                    <a:pt x="8322" y="9727"/>
                    <a:pt x="8783" y="9615"/>
                    <a:pt x="9209" y="9392"/>
                  </a:cubicBezTo>
                  <a:cubicBezTo>
                    <a:pt x="9753" y="9107"/>
                    <a:pt x="10145" y="8670"/>
                    <a:pt x="10459" y="8160"/>
                  </a:cubicBezTo>
                  <a:cubicBezTo>
                    <a:pt x="10742" y="7703"/>
                    <a:pt x="10954" y="7211"/>
                    <a:pt x="11187" y="6730"/>
                  </a:cubicBezTo>
                  <a:cubicBezTo>
                    <a:pt x="11508" y="6069"/>
                    <a:pt x="11843" y="5415"/>
                    <a:pt x="12314" y="4843"/>
                  </a:cubicBezTo>
                  <a:cubicBezTo>
                    <a:pt x="12828" y="4219"/>
                    <a:pt x="13472" y="3764"/>
                    <a:pt x="14209" y="3433"/>
                  </a:cubicBezTo>
                  <a:cubicBezTo>
                    <a:pt x="14766" y="3183"/>
                    <a:pt x="15348" y="3016"/>
                    <a:pt x="15958" y="2943"/>
                  </a:cubicBezTo>
                  <a:cubicBezTo>
                    <a:pt x="16366" y="2895"/>
                    <a:pt x="16774" y="2854"/>
                    <a:pt x="17186" y="2898"/>
                  </a:cubicBezTo>
                  <a:cubicBezTo>
                    <a:pt x="17398" y="2921"/>
                    <a:pt x="17613" y="2901"/>
                    <a:pt x="17823" y="2931"/>
                  </a:cubicBezTo>
                  <a:cubicBezTo>
                    <a:pt x="17975" y="2952"/>
                    <a:pt x="18009" y="2983"/>
                    <a:pt x="18020" y="3128"/>
                  </a:cubicBezTo>
                  <a:cubicBezTo>
                    <a:pt x="18030" y="3263"/>
                    <a:pt x="18020" y="3399"/>
                    <a:pt x="18046" y="3534"/>
                  </a:cubicBezTo>
                  <a:cubicBezTo>
                    <a:pt x="18069" y="3663"/>
                    <a:pt x="18078" y="3673"/>
                    <a:pt x="18193" y="3591"/>
                  </a:cubicBezTo>
                  <a:cubicBezTo>
                    <a:pt x="18394" y="3452"/>
                    <a:pt x="18588" y="3300"/>
                    <a:pt x="18797" y="3172"/>
                  </a:cubicBezTo>
                  <a:cubicBezTo>
                    <a:pt x="19266" y="2883"/>
                    <a:pt x="19607" y="2458"/>
                    <a:pt x="19997" y="2086"/>
                  </a:cubicBezTo>
                  <a:cubicBezTo>
                    <a:pt x="20051" y="2035"/>
                    <a:pt x="20054" y="1986"/>
                    <a:pt x="20000" y="1933"/>
                  </a:cubicBezTo>
                  <a:cubicBezTo>
                    <a:pt x="19543" y="1475"/>
                    <a:pt x="19147" y="954"/>
                    <a:pt x="18603" y="585"/>
                  </a:cubicBezTo>
                  <a:cubicBezTo>
                    <a:pt x="18535" y="540"/>
                    <a:pt x="18485" y="475"/>
                    <a:pt x="18422" y="428"/>
                  </a:cubicBezTo>
                  <a:cubicBezTo>
                    <a:pt x="18351" y="375"/>
                    <a:pt x="18299" y="391"/>
                    <a:pt x="18282" y="476"/>
                  </a:cubicBezTo>
                  <a:cubicBezTo>
                    <a:pt x="18262" y="572"/>
                    <a:pt x="18264" y="666"/>
                    <a:pt x="18304" y="757"/>
                  </a:cubicBezTo>
                  <a:cubicBezTo>
                    <a:pt x="18371" y="910"/>
                    <a:pt x="18319" y="997"/>
                    <a:pt x="18153" y="983"/>
                  </a:cubicBezTo>
                  <a:cubicBezTo>
                    <a:pt x="17835" y="959"/>
                    <a:pt x="17518" y="939"/>
                    <a:pt x="17201" y="927"/>
                  </a:cubicBezTo>
                  <a:cubicBezTo>
                    <a:pt x="16673" y="909"/>
                    <a:pt x="16148" y="865"/>
                    <a:pt x="15621" y="909"/>
                  </a:cubicBezTo>
                  <a:cubicBezTo>
                    <a:pt x="15343" y="930"/>
                    <a:pt x="15067" y="936"/>
                    <a:pt x="14789" y="962"/>
                  </a:cubicBezTo>
                  <a:cubicBezTo>
                    <a:pt x="13958" y="1036"/>
                    <a:pt x="13168" y="1252"/>
                    <a:pt x="12402" y="1572"/>
                  </a:cubicBezTo>
                  <a:cubicBezTo>
                    <a:pt x="11946" y="1761"/>
                    <a:pt x="11514" y="1989"/>
                    <a:pt x="11109" y="2267"/>
                  </a:cubicBezTo>
                  <a:cubicBezTo>
                    <a:pt x="10582" y="2629"/>
                    <a:pt x="10191" y="3109"/>
                    <a:pt x="9868" y="3649"/>
                  </a:cubicBezTo>
                  <a:cubicBezTo>
                    <a:pt x="9579" y="4134"/>
                    <a:pt x="9334" y="4638"/>
                    <a:pt x="9077" y="5142"/>
                  </a:cubicBezTo>
                  <a:cubicBezTo>
                    <a:pt x="8982" y="5330"/>
                    <a:pt x="8876" y="5514"/>
                    <a:pt x="8769" y="5696"/>
                  </a:cubicBezTo>
                  <a:cubicBezTo>
                    <a:pt x="8485" y="6171"/>
                    <a:pt x="8067" y="6477"/>
                    <a:pt x="7545" y="6655"/>
                  </a:cubicBezTo>
                  <a:cubicBezTo>
                    <a:pt x="7336" y="6726"/>
                    <a:pt x="7135" y="6822"/>
                    <a:pt x="6909" y="6843"/>
                  </a:cubicBezTo>
                  <a:cubicBezTo>
                    <a:pt x="6880" y="6828"/>
                    <a:pt x="6846" y="6814"/>
                    <a:pt x="6850" y="6768"/>
                  </a:cubicBezTo>
                  <a:close/>
                  <a:moveTo>
                    <a:pt x="7224" y="10034"/>
                  </a:moveTo>
                  <a:cubicBezTo>
                    <a:pt x="7206" y="10031"/>
                    <a:pt x="7186" y="10029"/>
                    <a:pt x="7166" y="10029"/>
                  </a:cubicBezTo>
                  <a:cubicBezTo>
                    <a:pt x="7186" y="10031"/>
                    <a:pt x="7206" y="10035"/>
                    <a:pt x="7224" y="10034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形状"/>
            <p:cNvSpPr/>
            <p:nvPr/>
          </p:nvSpPr>
          <p:spPr>
            <a:xfrm>
              <a:off x="2543872" y="2621326"/>
              <a:ext cx="105603" cy="41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556" extrusionOk="0">
                  <a:moveTo>
                    <a:pt x="6067" y="10800"/>
                  </a:moveTo>
                  <a:cubicBezTo>
                    <a:pt x="4126" y="9544"/>
                    <a:pt x="1942" y="8037"/>
                    <a:pt x="0" y="6781"/>
                  </a:cubicBezTo>
                  <a:cubicBezTo>
                    <a:pt x="5339" y="4521"/>
                    <a:pt x="10557" y="2260"/>
                    <a:pt x="15897" y="0"/>
                  </a:cubicBezTo>
                  <a:cubicBezTo>
                    <a:pt x="17717" y="1256"/>
                    <a:pt x="19780" y="2512"/>
                    <a:pt x="21600" y="3767"/>
                  </a:cubicBezTo>
                  <a:cubicBezTo>
                    <a:pt x="17596" y="19591"/>
                    <a:pt x="13227" y="21600"/>
                    <a:pt x="6067" y="10800"/>
                  </a:cubicBezTo>
                </a:path>
              </a:pathLst>
            </a:custGeom>
            <a:solidFill>
              <a:srgbClr val="3C3C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形状"/>
            <p:cNvSpPr/>
            <p:nvPr/>
          </p:nvSpPr>
          <p:spPr>
            <a:xfrm>
              <a:off x="107712" y="107702"/>
              <a:ext cx="8033905" cy="8118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6" extrusionOk="0">
                  <a:moveTo>
                    <a:pt x="6615" y="6749"/>
                  </a:moveTo>
                  <a:cubicBezTo>
                    <a:pt x="6686" y="6747"/>
                    <a:pt x="6754" y="6735"/>
                    <a:pt x="6817" y="6705"/>
                  </a:cubicBezTo>
                  <a:cubicBezTo>
                    <a:pt x="7372" y="6547"/>
                    <a:pt x="7925" y="6388"/>
                    <a:pt x="8343" y="5959"/>
                  </a:cubicBezTo>
                  <a:cubicBezTo>
                    <a:pt x="8565" y="5728"/>
                    <a:pt x="8726" y="5455"/>
                    <a:pt x="8873" y="5175"/>
                  </a:cubicBezTo>
                  <a:cubicBezTo>
                    <a:pt x="9105" y="4727"/>
                    <a:pt x="9347" y="4283"/>
                    <a:pt x="9568" y="3830"/>
                  </a:cubicBezTo>
                  <a:cubicBezTo>
                    <a:pt x="10166" y="2606"/>
                    <a:pt x="11142" y="1810"/>
                    <a:pt x="12393" y="1290"/>
                  </a:cubicBezTo>
                  <a:cubicBezTo>
                    <a:pt x="13584" y="795"/>
                    <a:pt x="14818" y="591"/>
                    <a:pt x="16099" y="586"/>
                  </a:cubicBezTo>
                  <a:cubicBezTo>
                    <a:pt x="16830" y="583"/>
                    <a:pt x="17562" y="622"/>
                    <a:pt x="18293" y="672"/>
                  </a:cubicBezTo>
                  <a:cubicBezTo>
                    <a:pt x="18326" y="674"/>
                    <a:pt x="18358" y="678"/>
                    <a:pt x="18391" y="677"/>
                  </a:cubicBezTo>
                  <a:cubicBezTo>
                    <a:pt x="18481" y="675"/>
                    <a:pt x="18511" y="624"/>
                    <a:pt x="18464" y="550"/>
                  </a:cubicBezTo>
                  <a:cubicBezTo>
                    <a:pt x="18358" y="388"/>
                    <a:pt x="18419" y="220"/>
                    <a:pt x="18451" y="56"/>
                  </a:cubicBezTo>
                  <a:cubicBezTo>
                    <a:pt x="18467" y="-24"/>
                    <a:pt x="18542" y="-7"/>
                    <a:pt x="18588" y="38"/>
                  </a:cubicBezTo>
                  <a:cubicBezTo>
                    <a:pt x="18921" y="377"/>
                    <a:pt x="19339" y="619"/>
                    <a:pt x="19652" y="978"/>
                  </a:cubicBezTo>
                  <a:cubicBezTo>
                    <a:pt x="19890" y="1251"/>
                    <a:pt x="20121" y="1531"/>
                    <a:pt x="20406" y="1757"/>
                  </a:cubicBezTo>
                  <a:cubicBezTo>
                    <a:pt x="20445" y="1788"/>
                    <a:pt x="20449" y="1809"/>
                    <a:pt x="20401" y="1838"/>
                  </a:cubicBezTo>
                  <a:cubicBezTo>
                    <a:pt x="20179" y="1980"/>
                    <a:pt x="20010" y="2177"/>
                    <a:pt x="19838" y="2370"/>
                  </a:cubicBezTo>
                  <a:cubicBezTo>
                    <a:pt x="19692" y="2534"/>
                    <a:pt x="19534" y="2684"/>
                    <a:pt x="19356" y="2811"/>
                  </a:cubicBezTo>
                  <a:cubicBezTo>
                    <a:pt x="19012" y="3053"/>
                    <a:pt x="18668" y="3296"/>
                    <a:pt x="18320" y="3533"/>
                  </a:cubicBezTo>
                  <a:cubicBezTo>
                    <a:pt x="18192" y="3621"/>
                    <a:pt x="18186" y="3613"/>
                    <a:pt x="18181" y="3466"/>
                  </a:cubicBezTo>
                  <a:cubicBezTo>
                    <a:pt x="18173" y="3270"/>
                    <a:pt x="18142" y="3076"/>
                    <a:pt x="18154" y="2879"/>
                  </a:cubicBezTo>
                  <a:cubicBezTo>
                    <a:pt x="18161" y="2815"/>
                    <a:pt x="18107" y="2806"/>
                    <a:pt x="18061" y="2803"/>
                  </a:cubicBezTo>
                  <a:cubicBezTo>
                    <a:pt x="17161" y="2720"/>
                    <a:pt x="16266" y="2715"/>
                    <a:pt x="15383" y="2943"/>
                  </a:cubicBezTo>
                  <a:cubicBezTo>
                    <a:pt x="14203" y="3249"/>
                    <a:pt x="13177" y="3805"/>
                    <a:pt x="12393" y="4749"/>
                  </a:cubicBezTo>
                  <a:cubicBezTo>
                    <a:pt x="11974" y="5257"/>
                    <a:pt x="11665" y="5833"/>
                    <a:pt x="11377" y="6419"/>
                  </a:cubicBezTo>
                  <a:cubicBezTo>
                    <a:pt x="11154" y="6872"/>
                    <a:pt x="10937" y="7328"/>
                    <a:pt x="10711" y="7779"/>
                  </a:cubicBezTo>
                  <a:cubicBezTo>
                    <a:pt x="10476" y="8243"/>
                    <a:pt x="10181" y="8667"/>
                    <a:pt x="9792" y="9020"/>
                  </a:cubicBezTo>
                  <a:cubicBezTo>
                    <a:pt x="9228" y="9530"/>
                    <a:pt x="8543" y="9757"/>
                    <a:pt x="7801" y="9847"/>
                  </a:cubicBezTo>
                  <a:cubicBezTo>
                    <a:pt x="7503" y="9883"/>
                    <a:pt x="7206" y="9900"/>
                    <a:pt x="6908" y="9905"/>
                  </a:cubicBezTo>
                  <a:cubicBezTo>
                    <a:pt x="6875" y="9905"/>
                    <a:pt x="6820" y="9889"/>
                    <a:pt x="6818" y="9941"/>
                  </a:cubicBezTo>
                  <a:cubicBezTo>
                    <a:pt x="6815" y="9992"/>
                    <a:pt x="6870" y="9985"/>
                    <a:pt x="6905" y="9989"/>
                  </a:cubicBezTo>
                  <a:cubicBezTo>
                    <a:pt x="7034" y="10003"/>
                    <a:pt x="7165" y="10013"/>
                    <a:pt x="7296" y="10041"/>
                  </a:cubicBezTo>
                  <a:cubicBezTo>
                    <a:pt x="7187" y="10060"/>
                    <a:pt x="7080" y="10078"/>
                    <a:pt x="6962" y="10099"/>
                  </a:cubicBezTo>
                  <a:cubicBezTo>
                    <a:pt x="7004" y="10156"/>
                    <a:pt x="7052" y="10131"/>
                    <a:pt x="7091" y="10127"/>
                  </a:cubicBezTo>
                  <a:cubicBezTo>
                    <a:pt x="7815" y="10069"/>
                    <a:pt x="8539" y="10050"/>
                    <a:pt x="9251" y="10214"/>
                  </a:cubicBezTo>
                  <a:cubicBezTo>
                    <a:pt x="9502" y="10272"/>
                    <a:pt x="9745" y="10355"/>
                    <a:pt x="9975" y="10472"/>
                  </a:cubicBezTo>
                  <a:cubicBezTo>
                    <a:pt x="10497" y="10740"/>
                    <a:pt x="10855" y="11147"/>
                    <a:pt x="11034" y="11703"/>
                  </a:cubicBezTo>
                  <a:cubicBezTo>
                    <a:pt x="11274" y="12435"/>
                    <a:pt x="11518" y="13166"/>
                    <a:pt x="11831" y="13873"/>
                  </a:cubicBezTo>
                  <a:cubicBezTo>
                    <a:pt x="12020" y="14301"/>
                    <a:pt x="12127" y="14758"/>
                    <a:pt x="12274" y="15203"/>
                  </a:cubicBezTo>
                  <a:cubicBezTo>
                    <a:pt x="12386" y="15541"/>
                    <a:pt x="12531" y="15868"/>
                    <a:pt x="12691" y="16186"/>
                  </a:cubicBezTo>
                  <a:cubicBezTo>
                    <a:pt x="13086" y="16951"/>
                    <a:pt x="13712" y="17479"/>
                    <a:pt x="14471" y="17856"/>
                  </a:cubicBezTo>
                  <a:cubicBezTo>
                    <a:pt x="15569" y="18403"/>
                    <a:pt x="16739" y="18606"/>
                    <a:pt x="17959" y="18585"/>
                  </a:cubicBezTo>
                  <a:cubicBezTo>
                    <a:pt x="18216" y="18581"/>
                    <a:pt x="18470" y="18559"/>
                    <a:pt x="18724" y="18521"/>
                  </a:cubicBezTo>
                  <a:cubicBezTo>
                    <a:pt x="18903" y="18493"/>
                    <a:pt x="18907" y="18495"/>
                    <a:pt x="18902" y="18320"/>
                  </a:cubicBezTo>
                  <a:cubicBezTo>
                    <a:pt x="18896" y="18144"/>
                    <a:pt x="18881" y="17967"/>
                    <a:pt x="18872" y="17792"/>
                  </a:cubicBezTo>
                  <a:cubicBezTo>
                    <a:pt x="18869" y="17717"/>
                    <a:pt x="18872" y="17639"/>
                    <a:pt x="18872" y="17558"/>
                  </a:cubicBezTo>
                  <a:cubicBezTo>
                    <a:pt x="18941" y="17574"/>
                    <a:pt x="18965" y="17614"/>
                    <a:pt x="18995" y="17646"/>
                  </a:cubicBezTo>
                  <a:cubicBezTo>
                    <a:pt x="19496" y="18173"/>
                    <a:pt x="20067" y="18602"/>
                    <a:pt x="20729" y="18919"/>
                  </a:cubicBezTo>
                  <a:cubicBezTo>
                    <a:pt x="21008" y="19052"/>
                    <a:pt x="21273" y="19216"/>
                    <a:pt x="21508" y="19420"/>
                  </a:cubicBezTo>
                  <a:cubicBezTo>
                    <a:pt x="21576" y="19480"/>
                    <a:pt x="21590" y="19512"/>
                    <a:pt x="21513" y="19586"/>
                  </a:cubicBezTo>
                  <a:cubicBezTo>
                    <a:pt x="21160" y="19928"/>
                    <a:pt x="20780" y="20237"/>
                    <a:pt x="20376" y="20518"/>
                  </a:cubicBezTo>
                  <a:cubicBezTo>
                    <a:pt x="20158" y="20672"/>
                    <a:pt x="19966" y="20847"/>
                    <a:pt x="19804" y="21058"/>
                  </a:cubicBezTo>
                  <a:cubicBezTo>
                    <a:pt x="19633" y="21278"/>
                    <a:pt x="19435" y="21465"/>
                    <a:pt x="19162" y="21576"/>
                  </a:cubicBezTo>
                  <a:cubicBezTo>
                    <a:pt x="19135" y="21514"/>
                    <a:pt x="19104" y="21439"/>
                    <a:pt x="19108" y="21356"/>
                  </a:cubicBezTo>
                  <a:cubicBezTo>
                    <a:pt x="19121" y="21173"/>
                    <a:pt x="19033" y="20998"/>
                    <a:pt x="19075" y="20811"/>
                  </a:cubicBezTo>
                  <a:cubicBezTo>
                    <a:pt x="19085" y="20772"/>
                    <a:pt x="19041" y="20757"/>
                    <a:pt x="18996" y="20758"/>
                  </a:cubicBezTo>
                  <a:cubicBezTo>
                    <a:pt x="18106" y="20805"/>
                    <a:pt x="17212" y="20808"/>
                    <a:pt x="16321" y="20746"/>
                  </a:cubicBezTo>
                  <a:cubicBezTo>
                    <a:pt x="15738" y="20703"/>
                    <a:pt x="15160" y="20621"/>
                    <a:pt x="14594" y="20477"/>
                  </a:cubicBezTo>
                  <a:cubicBezTo>
                    <a:pt x="13612" y="20229"/>
                    <a:pt x="12745" y="19759"/>
                    <a:pt x="11985" y="19108"/>
                  </a:cubicBezTo>
                  <a:cubicBezTo>
                    <a:pt x="10799" y="18094"/>
                    <a:pt x="9847" y="16890"/>
                    <a:pt x="9112" y="15518"/>
                  </a:cubicBezTo>
                  <a:cubicBezTo>
                    <a:pt x="8966" y="15243"/>
                    <a:pt x="8826" y="14964"/>
                    <a:pt x="8652" y="14703"/>
                  </a:cubicBezTo>
                  <a:cubicBezTo>
                    <a:pt x="8313" y="14198"/>
                    <a:pt x="7851" y="13837"/>
                    <a:pt x="7298" y="13584"/>
                  </a:cubicBezTo>
                  <a:cubicBezTo>
                    <a:pt x="7187" y="13533"/>
                    <a:pt x="7074" y="13500"/>
                    <a:pt x="6951" y="13500"/>
                  </a:cubicBezTo>
                  <a:cubicBezTo>
                    <a:pt x="6697" y="13498"/>
                    <a:pt x="6448" y="13444"/>
                    <a:pt x="6197" y="13408"/>
                  </a:cubicBezTo>
                  <a:cubicBezTo>
                    <a:pt x="6128" y="13398"/>
                    <a:pt x="6054" y="13420"/>
                    <a:pt x="5980" y="13419"/>
                  </a:cubicBezTo>
                  <a:cubicBezTo>
                    <a:pt x="4622" y="13372"/>
                    <a:pt x="3265" y="13347"/>
                    <a:pt x="1909" y="13431"/>
                  </a:cubicBezTo>
                  <a:cubicBezTo>
                    <a:pt x="1551" y="13453"/>
                    <a:pt x="1191" y="13490"/>
                    <a:pt x="834" y="13517"/>
                  </a:cubicBezTo>
                  <a:cubicBezTo>
                    <a:pt x="723" y="13526"/>
                    <a:pt x="610" y="13533"/>
                    <a:pt x="499" y="13528"/>
                  </a:cubicBezTo>
                  <a:cubicBezTo>
                    <a:pt x="345" y="13522"/>
                    <a:pt x="272" y="13448"/>
                    <a:pt x="261" y="13297"/>
                  </a:cubicBezTo>
                  <a:cubicBezTo>
                    <a:pt x="119" y="11563"/>
                    <a:pt x="-10" y="9829"/>
                    <a:pt x="9" y="8087"/>
                  </a:cubicBezTo>
                  <a:cubicBezTo>
                    <a:pt x="12" y="7710"/>
                    <a:pt x="10" y="7333"/>
                    <a:pt x="1" y="6958"/>
                  </a:cubicBezTo>
                  <a:cubicBezTo>
                    <a:pt x="-4" y="6844"/>
                    <a:pt x="25" y="6813"/>
                    <a:pt x="141" y="6819"/>
                  </a:cubicBezTo>
                  <a:cubicBezTo>
                    <a:pt x="1245" y="6874"/>
                    <a:pt x="2350" y="6880"/>
                    <a:pt x="3455" y="6861"/>
                  </a:cubicBezTo>
                  <a:cubicBezTo>
                    <a:pt x="4299" y="6846"/>
                    <a:pt x="5144" y="6824"/>
                    <a:pt x="5988" y="6780"/>
                  </a:cubicBezTo>
                  <a:cubicBezTo>
                    <a:pt x="6194" y="6772"/>
                    <a:pt x="6407" y="6802"/>
                    <a:pt x="6615" y="674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形状"/>
            <p:cNvSpPr/>
            <p:nvPr/>
          </p:nvSpPr>
          <p:spPr>
            <a:xfrm>
              <a:off x="4577867" y="4294215"/>
              <a:ext cx="3549112" cy="2108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0" h="21445" extrusionOk="0">
                  <a:moveTo>
                    <a:pt x="691" y="7704"/>
                  </a:moveTo>
                  <a:cubicBezTo>
                    <a:pt x="926" y="6204"/>
                    <a:pt x="933" y="4663"/>
                    <a:pt x="1030" y="3140"/>
                  </a:cubicBezTo>
                  <a:cubicBezTo>
                    <a:pt x="1072" y="2459"/>
                    <a:pt x="1122" y="1772"/>
                    <a:pt x="1244" y="1109"/>
                  </a:cubicBezTo>
                  <a:cubicBezTo>
                    <a:pt x="1269" y="977"/>
                    <a:pt x="1254" y="679"/>
                    <a:pt x="1401" y="792"/>
                  </a:cubicBezTo>
                  <a:cubicBezTo>
                    <a:pt x="1522" y="882"/>
                    <a:pt x="1754" y="906"/>
                    <a:pt x="1689" y="1300"/>
                  </a:cubicBezTo>
                  <a:cubicBezTo>
                    <a:pt x="1418" y="3038"/>
                    <a:pt x="1450" y="4848"/>
                    <a:pt x="1265" y="6604"/>
                  </a:cubicBezTo>
                  <a:cubicBezTo>
                    <a:pt x="1254" y="6706"/>
                    <a:pt x="1254" y="6819"/>
                    <a:pt x="1247" y="6933"/>
                  </a:cubicBezTo>
                  <a:cubicBezTo>
                    <a:pt x="1247" y="7142"/>
                    <a:pt x="1244" y="7351"/>
                    <a:pt x="1233" y="7560"/>
                  </a:cubicBezTo>
                  <a:cubicBezTo>
                    <a:pt x="1247" y="7447"/>
                    <a:pt x="1272" y="7339"/>
                    <a:pt x="1308" y="7232"/>
                  </a:cubicBezTo>
                  <a:cubicBezTo>
                    <a:pt x="1511" y="5852"/>
                    <a:pt x="1550" y="4442"/>
                    <a:pt x="1650" y="3044"/>
                  </a:cubicBezTo>
                  <a:cubicBezTo>
                    <a:pt x="1686" y="2560"/>
                    <a:pt x="1754" y="2088"/>
                    <a:pt x="1800" y="1605"/>
                  </a:cubicBezTo>
                  <a:cubicBezTo>
                    <a:pt x="1825" y="1300"/>
                    <a:pt x="1886" y="1240"/>
                    <a:pt x="2071" y="1378"/>
                  </a:cubicBezTo>
                  <a:cubicBezTo>
                    <a:pt x="4083" y="2865"/>
                    <a:pt x="6152" y="4030"/>
                    <a:pt x="8339" y="4544"/>
                  </a:cubicBezTo>
                  <a:cubicBezTo>
                    <a:pt x="9670" y="4860"/>
                    <a:pt x="11007" y="4860"/>
                    <a:pt x="12345" y="4872"/>
                  </a:cubicBezTo>
                  <a:cubicBezTo>
                    <a:pt x="12841" y="4878"/>
                    <a:pt x="13337" y="4872"/>
                    <a:pt x="13833" y="4890"/>
                  </a:cubicBezTo>
                  <a:cubicBezTo>
                    <a:pt x="13979" y="4902"/>
                    <a:pt x="14122" y="4860"/>
                    <a:pt x="14264" y="5093"/>
                  </a:cubicBezTo>
                  <a:cubicBezTo>
                    <a:pt x="14400" y="5326"/>
                    <a:pt x="14457" y="5045"/>
                    <a:pt x="14468" y="4818"/>
                  </a:cubicBezTo>
                  <a:cubicBezTo>
                    <a:pt x="14500" y="4113"/>
                    <a:pt x="14535" y="3415"/>
                    <a:pt x="14567" y="2710"/>
                  </a:cubicBezTo>
                  <a:lnTo>
                    <a:pt x="14685" y="320"/>
                  </a:lnTo>
                  <a:cubicBezTo>
                    <a:pt x="14689" y="213"/>
                    <a:pt x="14664" y="75"/>
                    <a:pt x="14732" y="22"/>
                  </a:cubicBezTo>
                  <a:cubicBezTo>
                    <a:pt x="14814" y="-50"/>
                    <a:pt x="14874" y="69"/>
                    <a:pt x="14928" y="147"/>
                  </a:cubicBezTo>
                  <a:cubicBezTo>
                    <a:pt x="15217" y="547"/>
                    <a:pt x="15470" y="1019"/>
                    <a:pt x="15716" y="1485"/>
                  </a:cubicBezTo>
                  <a:cubicBezTo>
                    <a:pt x="16312" y="2608"/>
                    <a:pt x="16883" y="3767"/>
                    <a:pt x="17564" y="4765"/>
                  </a:cubicBezTo>
                  <a:cubicBezTo>
                    <a:pt x="17810" y="5123"/>
                    <a:pt x="18024" y="5529"/>
                    <a:pt x="18199" y="6007"/>
                  </a:cubicBezTo>
                  <a:cubicBezTo>
                    <a:pt x="18363" y="6473"/>
                    <a:pt x="18623" y="6802"/>
                    <a:pt x="18880" y="7118"/>
                  </a:cubicBezTo>
                  <a:cubicBezTo>
                    <a:pt x="19704" y="8152"/>
                    <a:pt x="20418" y="9412"/>
                    <a:pt x="21260" y="10415"/>
                  </a:cubicBezTo>
                  <a:cubicBezTo>
                    <a:pt x="21335" y="10505"/>
                    <a:pt x="21392" y="10631"/>
                    <a:pt x="21463" y="10738"/>
                  </a:cubicBezTo>
                  <a:cubicBezTo>
                    <a:pt x="21584" y="10923"/>
                    <a:pt x="21595" y="11061"/>
                    <a:pt x="21477" y="11312"/>
                  </a:cubicBezTo>
                  <a:cubicBezTo>
                    <a:pt x="21096" y="12172"/>
                    <a:pt x="20625" y="12888"/>
                    <a:pt x="20157" y="13587"/>
                  </a:cubicBezTo>
                  <a:cubicBezTo>
                    <a:pt x="18466" y="16108"/>
                    <a:pt x="16836" y="18748"/>
                    <a:pt x="15081" y="21144"/>
                  </a:cubicBezTo>
                  <a:cubicBezTo>
                    <a:pt x="15038" y="21204"/>
                    <a:pt x="14992" y="21263"/>
                    <a:pt x="14953" y="21329"/>
                  </a:cubicBezTo>
                  <a:cubicBezTo>
                    <a:pt x="14806" y="21550"/>
                    <a:pt x="14732" y="21431"/>
                    <a:pt x="14714" y="21174"/>
                  </a:cubicBezTo>
                  <a:cubicBezTo>
                    <a:pt x="14682" y="20797"/>
                    <a:pt x="14653" y="20427"/>
                    <a:pt x="14646" y="20051"/>
                  </a:cubicBezTo>
                  <a:cubicBezTo>
                    <a:pt x="14628" y="19143"/>
                    <a:pt x="14628" y="18235"/>
                    <a:pt x="14578" y="17327"/>
                  </a:cubicBezTo>
                  <a:cubicBezTo>
                    <a:pt x="14546" y="16741"/>
                    <a:pt x="14450" y="16646"/>
                    <a:pt x="14139" y="16909"/>
                  </a:cubicBezTo>
                  <a:cubicBezTo>
                    <a:pt x="13108" y="17763"/>
                    <a:pt x="12003" y="17894"/>
                    <a:pt x="10882" y="17805"/>
                  </a:cubicBezTo>
                  <a:cubicBezTo>
                    <a:pt x="9562" y="17709"/>
                    <a:pt x="8293" y="17237"/>
                    <a:pt x="7051" y="16490"/>
                  </a:cubicBezTo>
                  <a:cubicBezTo>
                    <a:pt x="5671" y="15654"/>
                    <a:pt x="4244" y="15033"/>
                    <a:pt x="2885" y="14083"/>
                  </a:cubicBezTo>
                  <a:cubicBezTo>
                    <a:pt x="2175" y="13593"/>
                    <a:pt x="1483" y="13038"/>
                    <a:pt x="858" y="12273"/>
                  </a:cubicBezTo>
                  <a:cubicBezTo>
                    <a:pt x="594" y="11951"/>
                    <a:pt x="370" y="11544"/>
                    <a:pt x="148" y="11144"/>
                  </a:cubicBezTo>
                  <a:cubicBezTo>
                    <a:pt x="-5" y="10875"/>
                    <a:pt x="-5" y="10517"/>
                    <a:pt x="2" y="10171"/>
                  </a:cubicBezTo>
                  <a:cubicBezTo>
                    <a:pt x="16" y="8725"/>
                    <a:pt x="148" y="7303"/>
                    <a:pt x="302" y="5882"/>
                  </a:cubicBezTo>
                  <a:cubicBezTo>
                    <a:pt x="509" y="3970"/>
                    <a:pt x="744" y="2071"/>
                    <a:pt x="787" y="111"/>
                  </a:cubicBezTo>
                  <a:cubicBezTo>
                    <a:pt x="1151" y="368"/>
                    <a:pt x="1151" y="374"/>
                    <a:pt x="1054" y="960"/>
                  </a:cubicBezTo>
                  <a:cubicBezTo>
                    <a:pt x="922" y="1766"/>
                    <a:pt x="869" y="2590"/>
                    <a:pt x="848" y="3421"/>
                  </a:cubicBezTo>
                  <a:cubicBezTo>
                    <a:pt x="812" y="4723"/>
                    <a:pt x="726" y="6019"/>
                    <a:pt x="637" y="7309"/>
                  </a:cubicBezTo>
                  <a:cubicBezTo>
                    <a:pt x="637" y="7542"/>
                    <a:pt x="630" y="7769"/>
                    <a:pt x="612" y="8002"/>
                  </a:cubicBezTo>
                  <a:cubicBezTo>
                    <a:pt x="630" y="7895"/>
                    <a:pt x="655" y="7799"/>
                    <a:pt x="691" y="7704"/>
                  </a:cubicBezTo>
                  <a:close/>
                  <a:moveTo>
                    <a:pt x="1079" y="9155"/>
                  </a:moveTo>
                  <a:cubicBezTo>
                    <a:pt x="1097" y="8988"/>
                    <a:pt x="1115" y="8821"/>
                    <a:pt x="1126" y="8647"/>
                  </a:cubicBezTo>
                  <a:cubicBezTo>
                    <a:pt x="1112" y="8821"/>
                    <a:pt x="1094" y="8988"/>
                    <a:pt x="1079" y="9155"/>
                  </a:cubicBezTo>
                  <a:close/>
                  <a:moveTo>
                    <a:pt x="997" y="10368"/>
                  </a:moveTo>
                  <a:cubicBezTo>
                    <a:pt x="1008" y="10177"/>
                    <a:pt x="1022" y="9967"/>
                    <a:pt x="1037" y="9752"/>
                  </a:cubicBezTo>
                  <a:cubicBezTo>
                    <a:pt x="1019" y="9967"/>
                    <a:pt x="1008" y="10177"/>
                    <a:pt x="997" y="10368"/>
                  </a:cubicBezTo>
                  <a:close/>
                  <a:moveTo>
                    <a:pt x="559" y="8564"/>
                  </a:moveTo>
                  <a:cubicBezTo>
                    <a:pt x="551" y="8617"/>
                    <a:pt x="544" y="8671"/>
                    <a:pt x="541" y="8725"/>
                  </a:cubicBezTo>
                  <a:cubicBezTo>
                    <a:pt x="548" y="8665"/>
                    <a:pt x="555" y="8606"/>
                    <a:pt x="562" y="8546"/>
                  </a:cubicBezTo>
                  <a:cubicBezTo>
                    <a:pt x="559" y="8552"/>
                    <a:pt x="559" y="8558"/>
                    <a:pt x="559" y="8564"/>
                  </a:cubicBezTo>
                  <a:close/>
                  <a:moveTo>
                    <a:pt x="516" y="9119"/>
                  </a:moveTo>
                  <a:cubicBezTo>
                    <a:pt x="523" y="9024"/>
                    <a:pt x="530" y="8916"/>
                    <a:pt x="534" y="8815"/>
                  </a:cubicBezTo>
                  <a:cubicBezTo>
                    <a:pt x="527" y="8916"/>
                    <a:pt x="523" y="9018"/>
                    <a:pt x="516" y="9119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形状"/>
            <p:cNvSpPr/>
            <p:nvPr/>
          </p:nvSpPr>
          <p:spPr>
            <a:xfrm>
              <a:off x="4596418" y="1782129"/>
              <a:ext cx="3292870" cy="2289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3" h="21600" extrusionOk="0">
                  <a:moveTo>
                    <a:pt x="15513" y="0"/>
                  </a:moveTo>
                  <a:cubicBezTo>
                    <a:pt x="16518" y="1474"/>
                    <a:pt x="17373" y="2993"/>
                    <a:pt x="18420" y="4218"/>
                  </a:cubicBezTo>
                  <a:cubicBezTo>
                    <a:pt x="19460" y="5432"/>
                    <a:pt x="20399" y="6834"/>
                    <a:pt x="21593" y="7815"/>
                  </a:cubicBezTo>
                  <a:cubicBezTo>
                    <a:pt x="21027" y="8591"/>
                    <a:pt x="20473" y="9406"/>
                    <a:pt x="19818" y="10082"/>
                  </a:cubicBezTo>
                  <a:cubicBezTo>
                    <a:pt x="19468" y="10442"/>
                    <a:pt x="19113" y="10803"/>
                    <a:pt x="18740" y="11141"/>
                  </a:cubicBezTo>
                  <a:cubicBezTo>
                    <a:pt x="17962" y="11850"/>
                    <a:pt x="17211" y="12610"/>
                    <a:pt x="16568" y="13574"/>
                  </a:cubicBezTo>
                  <a:cubicBezTo>
                    <a:pt x="16226" y="14084"/>
                    <a:pt x="15837" y="14483"/>
                    <a:pt x="15332" y="14605"/>
                  </a:cubicBezTo>
                  <a:cubicBezTo>
                    <a:pt x="15159" y="14644"/>
                    <a:pt x="15094" y="14600"/>
                    <a:pt x="15063" y="14356"/>
                  </a:cubicBezTo>
                  <a:cubicBezTo>
                    <a:pt x="14947" y="13519"/>
                    <a:pt x="14763" y="12698"/>
                    <a:pt x="14809" y="11823"/>
                  </a:cubicBezTo>
                  <a:cubicBezTo>
                    <a:pt x="14824" y="11523"/>
                    <a:pt x="14647" y="11573"/>
                    <a:pt x="14524" y="11584"/>
                  </a:cubicBezTo>
                  <a:cubicBezTo>
                    <a:pt x="13642" y="11640"/>
                    <a:pt x="12772" y="11800"/>
                    <a:pt x="11910" y="12061"/>
                  </a:cubicBezTo>
                  <a:cubicBezTo>
                    <a:pt x="9134" y="12898"/>
                    <a:pt x="6650" y="14683"/>
                    <a:pt x="4402" y="17144"/>
                  </a:cubicBezTo>
                  <a:cubicBezTo>
                    <a:pt x="3158" y="18507"/>
                    <a:pt x="1941" y="19932"/>
                    <a:pt x="709" y="21317"/>
                  </a:cubicBezTo>
                  <a:cubicBezTo>
                    <a:pt x="617" y="21423"/>
                    <a:pt x="532" y="21561"/>
                    <a:pt x="390" y="21600"/>
                  </a:cubicBezTo>
                  <a:cubicBezTo>
                    <a:pt x="301" y="20996"/>
                    <a:pt x="305" y="20386"/>
                    <a:pt x="274" y="19788"/>
                  </a:cubicBezTo>
                  <a:cubicBezTo>
                    <a:pt x="120" y="16490"/>
                    <a:pt x="120" y="13186"/>
                    <a:pt x="1" y="9888"/>
                  </a:cubicBezTo>
                  <a:cubicBezTo>
                    <a:pt x="-7" y="9633"/>
                    <a:pt x="78" y="9495"/>
                    <a:pt x="189" y="9328"/>
                  </a:cubicBezTo>
                  <a:cubicBezTo>
                    <a:pt x="1364" y="7594"/>
                    <a:pt x="2784" y="6446"/>
                    <a:pt x="4340" y="5582"/>
                  </a:cubicBezTo>
                  <a:cubicBezTo>
                    <a:pt x="7139" y="4030"/>
                    <a:pt x="10050" y="3159"/>
                    <a:pt x="13030" y="2760"/>
                  </a:cubicBezTo>
                  <a:cubicBezTo>
                    <a:pt x="13634" y="2677"/>
                    <a:pt x="14239" y="2649"/>
                    <a:pt x="14847" y="2600"/>
                  </a:cubicBezTo>
                  <a:cubicBezTo>
                    <a:pt x="14944" y="2594"/>
                    <a:pt x="15044" y="2572"/>
                    <a:pt x="15136" y="2661"/>
                  </a:cubicBezTo>
                  <a:cubicBezTo>
                    <a:pt x="15390" y="2904"/>
                    <a:pt x="15444" y="2644"/>
                    <a:pt x="15448" y="2372"/>
                  </a:cubicBezTo>
                  <a:cubicBezTo>
                    <a:pt x="15452" y="2006"/>
                    <a:pt x="15429" y="1641"/>
                    <a:pt x="15413" y="1286"/>
                  </a:cubicBezTo>
                  <a:cubicBezTo>
                    <a:pt x="15406" y="903"/>
                    <a:pt x="15448" y="532"/>
                    <a:pt x="15513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形状"/>
            <p:cNvSpPr/>
            <p:nvPr/>
          </p:nvSpPr>
          <p:spPr>
            <a:xfrm>
              <a:off x="4300537" y="2950271"/>
              <a:ext cx="217079" cy="1329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5" h="21419" extrusionOk="0">
                  <a:moveTo>
                    <a:pt x="19774" y="15722"/>
                  </a:moveTo>
                  <a:cubicBezTo>
                    <a:pt x="20174" y="16754"/>
                    <a:pt x="20231" y="17785"/>
                    <a:pt x="20974" y="18817"/>
                  </a:cubicBezTo>
                  <a:cubicBezTo>
                    <a:pt x="21545" y="19499"/>
                    <a:pt x="20288" y="19925"/>
                    <a:pt x="16574" y="20209"/>
                  </a:cubicBezTo>
                  <a:cubicBezTo>
                    <a:pt x="14859" y="20351"/>
                    <a:pt x="13316" y="20559"/>
                    <a:pt x="11774" y="20739"/>
                  </a:cubicBezTo>
                  <a:cubicBezTo>
                    <a:pt x="9031" y="20909"/>
                    <a:pt x="9145" y="20549"/>
                    <a:pt x="9145" y="20303"/>
                  </a:cubicBezTo>
                  <a:lnTo>
                    <a:pt x="9145" y="20265"/>
                  </a:lnTo>
                  <a:cubicBezTo>
                    <a:pt x="9088" y="20530"/>
                    <a:pt x="9202" y="20814"/>
                    <a:pt x="8288" y="21060"/>
                  </a:cubicBezTo>
                  <a:cubicBezTo>
                    <a:pt x="7774" y="21108"/>
                    <a:pt x="7202" y="21165"/>
                    <a:pt x="6802" y="21212"/>
                  </a:cubicBezTo>
                  <a:cubicBezTo>
                    <a:pt x="3774" y="21600"/>
                    <a:pt x="3031" y="21420"/>
                    <a:pt x="2859" y="20852"/>
                  </a:cubicBezTo>
                  <a:cubicBezTo>
                    <a:pt x="1202" y="14965"/>
                    <a:pt x="402" y="9049"/>
                    <a:pt x="2" y="3143"/>
                  </a:cubicBezTo>
                  <a:cubicBezTo>
                    <a:pt x="-55" y="2470"/>
                    <a:pt x="1088" y="1988"/>
                    <a:pt x="4459" y="1647"/>
                  </a:cubicBezTo>
                  <a:cubicBezTo>
                    <a:pt x="5145" y="1675"/>
                    <a:pt x="5545" y="1713"/>
                    <a:pt x="5831" y="1761"/>
                  </a:cubicBezTo>
                  <a:lnTo>
                    <a:pt x="5831" y="1638"/>
                  </a:lnTo>
                  <a:cubicBezTo>
                    <a:pt x="5831" y="1533"/>
                    <a:pt x="6002" y="1439"/>
                    <a:pt x="6231" y="1354"/>
                  </a:cubicBezTo>
                  <a:cubicBezTo>
                    <a:pt x="8916" y="909"/>
                    <a:pt x="11602" y="454"/>
                    <a:pt x="14288" y="0"/>
                  </a:cubicBezTo>
                  <a:cubicBezTo>
                    <a:pt x="17259" y="57"/>
                    <a:pt x="16631" y="454"/>
                    <a:pt x="16631" y="738"/>
                  </a:cubicBezTo>
                  <a:cubicBezTo>
                    <a:pt x="16459" y="2735"/>
                    <a:pt x="17888" y="4733"/>
                    <a:pt x="17659" y="6730"/>
                  </a:cubicBezTo>
                  <a:cubicBezTo>
                    <a:pt x="17602" y="7232"/>
                    <a:pt x="17888" y="7714"/>
                    <a:pt x="18459" y="8206"/>
                  </a:cubicBezTo>
                  <a:cubicBezTo>
                    <a:pt x="19031" y="9948"/>
                    <a:pt x="19202" y="11699"/>
                    <a:pt x="20288" y="13450"/>
                  </a:cubicBezTo>
                  <a:cubicBezTo>
                    <a:pt x="20802" y="14208"/>
                    <a:pt x="18402" y="14955"/>
                    <a:pt x="19774" y="15722"/>
                  </a:cubicBezTo>
                  <a:close/>
                  <a:moveTo>
                    <a:pt x="6174" y="5376"/>
                  </a:moveTo>
                  <a:cubicBezTo>
                    <a:pt x="6059" y="4676"/>
                    <a:pt x="5945" y="3957"/>
                    <a:pt x="5888" y="3228"/>
                  </a:cubicBezTo>
                  <a:cubicBezTo>
                    <a:pt x="5888" y="3957"/>
                    <a:pt x="6002" y="4676"/>
                    <a:pt x="6174" y="5376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形状"/>
            <p:cNvSpPr/>
            <p:nvPr/>
          </p:nvSpPr>
          <p:spPr>
            <a:xfrm>
              <a:off x="4464021" y="2818175"/>
              <a:ext cx="162621" cy="1335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8" h="21600" extrusionOk="0">
                  <a:moveTo>
                    <a:pt x="452" y="1861"/>
                  </a:moveTo>
                  <a:cubicBezTo>
                    <a:pt x="4683" y="1253"/>
                    <a:pt x="8914" y="655"/>
                    <a:pt x="15149" y="0"/>
                  </a:cubicBezTo>
                  <a:cubicBezTo>
                    <a:pt x="15149" y="1880"/>
                    <a:pt x="14926" y="3579"/>
                    <a:pt x="15149" y="5298"/>
                  </a:cubicBezTo>
                  <a:cubicBezTo>
                    <a:pt x="15817" y="10045"/>
                    <a:pt x="17004" y="14792"/>
                    <a:pt x="20270" y="19530"/>
                  </a:cubicBezTo>
                  <a:cubicBezTo>
                    <a:pt x="21161" y="20821"/>
                    <a:pt x="21161" y="20821"/>
                    <a:pt x="9879" y="21600"/>
                  </a:cubicBezTo>
                  <a:cubicBezTo>
                    <a:pt x="8691" y="19938"/>
                    <a:pt x="7577" y="18315"/>
                    <a:pt x="6390" y="16710"/>
                  </a:cubicBezTo>
                  <a:cubicBezTo>
                    <a:pt x="4237" y="15704"/>
                    <a:pt x="4460" y="14660"/>
                    <a:pt x="4015" y="13634"/>
                  </a:cubicBezTo>
                  <a:cubicBezTo>
                    <a:pt x="3272" y="12248"/>
                    <a:pt x="2456" y="10881"/>
                    <a:pt x="1862" y="9504"/>
                  </a:cubicBezTo>
                  <a:cubicBezTo>
                    <a:pt x="1714" y="7121"/>
                    <a:pt x="-439" y="4757"/>
                    <a:pt x="81" y="2374"/>
                  </a:cubicBezTo>
                  <a:cubicBezTo>
                    <a:pt x="155" y="2203"/>
                    <a:pt x="-68" y="2022"/>
                    <a:pt x="452" y="1861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形状"/>
            <p:cNvSpPr/>
            <p:nvPr/>
          </p:nvSpPr>
          <p:spPr>
            <a:xfrm>
              <a:off x="4196406" y="3121219"/>
              <a:ext cx="114946" cy="1204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0" h="21561" extrusionOk="0">
                  <a:moveTo>
                    <a:pt x="15615" y="0"/>
                  </a:moveTo>
                  <a:cubicBezTo>
                    <a:pt x="15615" y="1926"/>
                    <a:pt x="15297" y="3705"/>
                    <a:pt x="15615" y="5495"/>
                  </a:cubicBezTo>
                  <a:cubicBezTo>
                    <a:pt x="16250" y="10411"/>
                    <a:pt x="18156" y="15326"/>
                    <a:pt x="20697" y="20221"/>
                  </a:cubicBezTo>
                  <a:cubicBezTo>
                    <a:pt x="20803" y="20432"/>
                    <a:pt x="21121" y="20663"/>
                    <a:pt x="20803" y="20874"/>
                  </a:cubicBezTo>
                  <a:cubicBezTo>
                    <a:pt x="19956" y="21379"/>
                    <a:pt x="15086" y="21495"/>
                    <a:pt x="11486" y="21558"/>
                  </a:cubicBezTo>
                  <a:cubicBezTo>
                    <a:pt x="8203" y="21600"/>
                    <a:pt x="9368" y="21189"/>
                    <a:pt x="9262" y="20968"/>
                  </a:cubicBezTo>
                  <a:cubicBezTo>
                    <a:pt x="6192" y="14832"/>
                    <a:pt x="3650" y="8674"/>
                    <a:pt x="50" y="2526"/>
                  </a:cubicBezTo>
                  <a:cubicBezTo>
                    <a:pt x="-479" y="1347"/>
                    <a:pt x="3121" y="589"/>
                    <a:pt x="15615" y="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形状"/>
            <p:cNvSpPr/>
            <p:nvPr/>
          </p:nvSpPr>
          <p:spPr>
            <a:xfrm>
              <a:off x="4512305" y="4189847"/>
              <a:ext cx="167149" cy="10624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69" h="21517" extrusionOk="0">
                  <a:moveTo>
                    <a:pt x="5072" y="21517"/>
                  </a:moveTo>
                  <a:cubicBezTo>
                    <a:pt x="781" y="20280"/>
                    <a:pt x="-936" y="18995"/>
                    <a:pt x="494" y="17592"/>
                  </a:cubicBezTo>
                  <a:cubicBezTo>
                    <a:pt x="5644" y="12275"/>
                    <a:pt x="5787" y="6899"/>
                    <a:pt x="8362" y="1547"/>
                  </a:cubicBezTo>
                  <a:cubicBezTo>
                    <a:pt x="8434" y="1332"/>
                    <a:pt x="8434" y="1106"/>
                    <a:pt x="8720" y="904"/>
                  </a:cubicBezTo>
                  <a:cubicBezTo>
                    <a:pt x="9077" y="583"/>
                    <a:pt x="8147" y="119"/>
                    <a:pt x="10722" y="12"/>
                  </a:cubicBezTo>
                  <a:cubicBezTo>
                    <a:pt x="13011" y="-83"/>
                    <a:pt x="13226" y="405"/>
                    <a:pt x="14656" y="583"/>
                  </a:cubicBezTo>
                  <a:cubicBezTo>
                    <a:pt x="20664" y="1392"/>
                    <a:pt x="20592" y="2474"/>
                    <a:pt x="20020" y="3628"/>
                  </a:cubicBezTo>
                  <a:cubicBezTo>
                    <a:pt x="18232" y="7850"/>
                    <a:pt x="12582" y="11954"/>
                    <a:pt x="8791" y="16129"/>
                  </a:cubicBezTo>
                  <a:cubicBezTo>
                    <a:pt x="7218" y="17901"/>
                    <a:pt x="5930" y="19697"/>
                    <a:pt x="5072" y="21517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形状"/>
            <p:cNvSpPr/>
            <p:nvPr/>
          </p:nvSpPr>
          <p:spPr>
            <a:xfrm>
              <a:off x="4073267" y="3253315"/>
              <a:ext cx="75889" cy="960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6" h="21600" extrusionOk="0">
                  <a:moveTo>
                    <a:pt x="20566" y="21600"/>
                  </a:moveTo>
                  <a:cubicBezTo>
                    <a:pt x="10486" y="20939"/>
                    <a:pt x="7286" y="20317"/>
                    <a:pt x="7286" y="19431"/>
                  </a:cubicBezTo>
                  <a:cubicBezTo>
                    <a:pt x="8086" y="13426"/>
                    <a:pt x="1526" y="7460"/>
                    <a:pt x="86" y="1468"/>
                  </a:cubicBezTo>
                  <a:cubicBezTo>
                    <a:pt x="-74" y="833"/>
                    <a:pt x="-1034" y="185"/>
                    <a:pt x="10646" y="0"/>
                  </a:cubicBezTo>
                  <a:cubicBezTo>
                    <a:pt x="13686" y="7169"/>
                    <a:pt x="17046" y="14299"/>
                    <a:pt x="20566" y="2160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形状"/>
            <p:cNvSpPr/>
            <p:nvPr/>
          </p:nvSpPr>
          <p:spPr>
            <a:xfrm>
              <a:off x="4137758" y="3217616"/>
              <a:ext cx="86157" cy="1120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589" extrusionOk="0">
                  <a:moveTo>
                    <a:pt x="20926" y="21589"/>
                  </a:moveTo>
                  <a:cubicBezTo>
                    <a:pt x="12663" y="20763"/>
                    <a:pt x="9039" y="20006"/>
                    <a:pt x="8749" y="19101"/>
                  </a:cubicBezTo>
                  <a:cubicBezTo>
                    <a:pt x="6284" y="13186"/>
                    <a:pt x="3095" y="7261"/>
                    <a:pt x="341" y="1335"/>
                  </a:cubicBezTo>
                  <a:cubicBezTo>
                    <a:pt x="196" y="1109"/>
                    <a:pt x="196" y="871"/>
                    <a:pt x="51" y="634"/>
                  </a:cubicBezTo>
                  <a:cubicBezTo>
                    <a:pt x="-239" y="351"/>
                    <a:pt x="631" y="12"/>
                    <a:pt x="4400" y="0"/>
                  </a:cubicBezTo>
                  <a:cubicBezTo>
                    <a:pt x="9764" y="-11"/>
                    <a:pt x="7444" y="396"/>
                    <a:pt x="7444" y="611"/>
                  </a:cubicBezTo>
                  <a:cubicBezTo>
                    <a:pt x="7009" y="7498"/>
                    <a:pt x="13678" y="14351"/>
                    <a:pt x="21216" y="21193"/>
                  </a:cubicBezTo>
                  <a:cubicBezTo>
                    <a:pt x="21361" y="21272"/>
                    <a:pt x="21216" y="21363"/>
                    <a:pt x="20926" y="21589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形状"/>
            <p:cNvSpPr/>
            <p:nvPr/>
          </p:nvSpPr>
          <p:spPr>
            <a:xfrm>
              <a:off x="3946860" y="3346559"/>
              <a:ext cx="68095" cy="707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71" h="21565" extrusionOk="0">
                  <a:moveTo>
                    <a:pt x="1637" y="4077"/>
                  </a:moveTo>
                  <a:cubicBezTo>
                    <a:pt x="-1124" y="2342"/>
                    <a:pt x="6834" y="1126"/>
                    <a:pt x="16578" y="0"/>
                  </a:cubicBezTo>
                  <a:cubicBezTo>
                    <a:pt x="19664" y="125"/>
                    <a:pt x="19014" y="393"/>
                    <a:pt x="19014" y="608"/>
                  </a:cubicBezTo>
                  <a:cubicBezTo>
                    <a:pt x="18365" y="7188"/>
                    <a:pt x="17715" y="13804"/>
                    <a:pt x="16578" y="20402"/>
                  </a:cubicBezTo>
                  <a:cubicBezTo>
                    <a:pt x="16578" y="20813"/>
                    <a:pt x="19339" y="21546"/>
                    <a:pt x="13817" y="21564"/>
                  </a:cubicBezTo>
                  <a:cubicBezTo>
                    <a:pt x="7971" y="21600"/>
                    <a:pt x="6672" y="20903"/>
                    <a:pt x="6834" y="20295"/>
                  </a:cubicBezTo>
                  <a:cubicBezTo>
                    <a:pt x="6834" y="19687"/>
                    <a:pt x="6509" y="19079"/>
                    <a:pt x="6347" y="18489"/>
                  </a:cubicBezTo>
                  <a:cubicBezTo>
                    <a:pt x="662" y="17809"/>
                    <a:pt x="3423" y="16987"/>
                    <a:pt x="2936" y="16236"/>
                  </a:cubicBezTo>
                  <a:cubicBezTo>
                    <a:pt x="2449" y="15377"/>
                    <a:pt x="3423" y="14483"/>
                    <a:pt x="1799" y="13607"/>
                  </a:cubicBezTo>
                  <a:cubicBezTo>
                    <a:pt x="1312" y="12141"/>
                    <a:pt x="2449" y="10657"/>
                    <a:pt x="500" y="9191"/>
                  </a:cubicBezTo>
                  <a:cubicBezTo>
                    <a:pt x="-1936" y="7492"/>
                    <a:pt x="5535" y="5811"/>
                    <a:pt x="1637" y="4077"/>
                  </a:cubicBezTo>
                </a:path>
              </a:pathLst>
            </a:custGeom>
            <a:solidFill>
              <a:srgbClr val="F8F8F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形状"/>
            <p:cNvSpPr/>
            <p:nvPr/>
          </p:nvSpPr>
          <p:spPr>
            <a:xfrm>
              <a:off x="4407103" y="4280127"/>
              <a:ext cx="72579" cy="650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0" h="21563" extrusionOk="0">
                  <a:moveTo>
                    <a:pt x="7530" y="21563"/>
                  </a:moveTo>
                  <a:cubicBezTo>
                    <a:pt x="2855" y="20105"/>
                    <a:pt x="-1658" y="18880"/>
                    <a:pt x="599" y="17227"/>
                  </a:cubicBezTo>
                  <a:cubicBezTo>
                    <a:pt x="4145" y="14583"/>
                    <a:pt x="3178" y="11842"/>
                    <a:pt x="3984" y="9178"/>
                  </a:cubicBezTo>
                  <a:cubicBezTo>
                    <a:pt x="4467" y="6476"/>
                    <a:pt x="6724" y="3793"/>
                    <a:pt x="9464" y="1110"/>
                  </a:cubicBezTo>
                  <a:cubicBezTo>
                    <a:pt x="9948" y="566"/>
                    <a:pt x="10432" y="-37"/>
                    <a:pt x="15590" y="2"/>
                  </a:cubicBezTo>
                  <a:cubicBezTo>
                    <a:pt x="19942" y="41"/>
                    <a:pt x="19942" y="682"/>
                    <a:pt x="19458" y="1110"/>
                  </a:cubicBezTo>
                  <a:cubicBezTo>
                    <a:pt x="10593" y="7759"/>
                    <a:pt x="12527" y="14506"/>
                    <a:pt x="9626" y="21194"/>
                  </a:cubicBezTo>
                  <a:cubicBezTo>
                    <a:pt x="9464" y="21271"/>
                    <a:pt x="8658" y="21330"/>
                    <a:pt x="7530" y="21563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形状"/>
            <p:cNvSpPr/>
            <p:nvPr/>
          </p:nvSpPr>
          <p:spPr>
            <a:xfrm>
              <a:off x="4024467" y="3292167"/>
              <a:ext cx="30341" cy="7971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43" h="21600" extrusionOk="0">
                  <a:moveTo>
                    <a:pt x="5785" y="21600"/>
                  </a:moveTo>
                  <a:cubicBezTo>
                    <a:pt x="-1415" y="20852"/>
                    <a:pt x="2029" y="20025"/>
                    <a:pt x="2029" y="19262"/>
                  </a:cubicBezTo>
                  <a:cubicBezTo>
                    <a:pt x="1090" y="13377"/>
                    <a:pt x="464" y="7492"/>
                    <a:pt x="464" y="1606"/>
                  </a:cubicBezTo>
                  <a:cubicBezTo>
                    <a:pt x="464" y="1161"/>
                    <a:pt x="-3606" y="604"/>
                    <a:pt x="12359" y="0"/>
                  </a:cubicBezTo>
                  <a:cubicBezTo>
                    <a:pt x="4220" y="2943"/>
                    <a:pt x="17994" y="5615"/>
                    <a:pt x="15803" y="8319"/>
                  </a:cubicBezTo>
                  <a:cubicBezTo>
                    <a:pt x="8916" y="8971"/>
                    <a:pt x="15803" y="9623"/>
                    <a:pt x="15803" y="10275"/>
                  </a:cubicBezTo>
                  <a:cubicBezTo>
                    <a:pt x="15490" y="13679"/>
                    <a:pt x="15490" y="17099"/>
                    <a:pt x="11733" y="20518"/>
                  </a:cubicBezTo>
                  <a:cubicBezTo>
                    <a:pt x="11420" y="20932"/>
                    <a:pt x="12359" y="21298"/>
                    <a:pt x="5785" y="21600"/>
                  </a:cubicBezTo>
                </a:path>
              </a:pathLst>
            </a:custGeom>
            <a:solidFill>
              <a:srgbClr val="CFCFC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形状"/>
            <p:cNvSpPr/>
            <p:nvPr/>
          </p:nvSpPr>
          <p:spPr>
            <a:xfrm>
              <a:off x="4491340" y="4214248"/>
              <a:ext cx="73227" cy="481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20" h="21600" extrusionOk="0">
                  <a:moveTo>
                    <a:pt x="1301" y="20492"/>
                  </a:moveTo>
                  <a:cubicBezTo>
                    <a:pt x="3788" y="14321"/>
                    <a:pt x="6585" y="8149"/>
                    <a:pt x="8916" y="1952"/>
                  </a:cubicBezTo>
                  <a:cubicBezTo>
                    <a:pt x="9226" y="870"/>
                    <a:pt x="12179" y="343"/>
                    <a:pt x="19172" y="0"/>
                  </a:cubicBezTo>
                  <a:cubicBezTo>
                    <a:pt x="19638" y="2321"/>
                    <a:pt x="16530" y="4484"/>
                    <a:pt x="14976" y="6699"/>
                  </a:cubicBezTo>
                  <a:cubicBezTo>
                    <a:pt x="11402" y="11684"/>
                    <a:pt x="7362" y="16642"/>
                    <a:pt x="3477" y="21600"/>
                  </a:cubicBezTo>
                  <a:cubicBezTo>
                    <a:pt x="-1962" y="21521"/>
                    <a:pt x="369" y="20967"/>
                    <a:pt x="1301" y="20492"/>
                  </a:cubicBezTo>
                </a:path>
              </a:pathLst>
            </a:custGeom>
            <a:solidFill>
              <a:srgbClr val="F0F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形状"/>
            <p:cNvSpPr/>
            <p:nvPr/>
          </p:nvSpPr>
          <p:spPr>
            <a:xfrm>
              <a:off x="3750866" y="3614459"/>
              <a:ext cx="40661" cy="313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067" h="21447" extrusionOk="0">
                  <a:moveTo>
                    <a:pt x="17333" y="11004"/>
                  </a:moveTo>
                  <a:cubicBezTo>
                    <a:pt x="17333" y="13694"/>
                    <a:pt x="17600" y="16424"/>
                    <a:pt x="17067" y="19154"/>
                  </a:cubicBezTo>
                  <a:cubicBezTo>
                    <a:pt x="16800" y="19957"/>
                    <a:pt x="21600" y="21362"/>
                    <a:pt x="12267" y="21443"/>
                  </a:cubicBezTo>
                  <a:cubicBezTo>
                    <a:pt x="2133" y="21523"/>
                    <a:pt x="800" y="20238"/>
                    <a:pt x="800" y="18994"/>
                  </a:cubicBezTo>
                  <a:cubicBezTo>
                    <a:pt x="800" y="16264"/>
                    <a:pt x="0" y="13533"/>
                    <a:pt x="0" y="10803"/>
                  </a:cubicBezTo>
                  <a:cubicBezTo>
                    <a:pt x="0" y="7993"/>
                    <a:pt x="533" y="5142"/>
                    <a:pt x="1067" y="2332"/>
                  </a:cubicBezTo>
                  <a:cubicBezTo>
                    <a:pt x="1333" y="1288"/>
                    <a:pt x="1600" y="-77"/>
                    <a:pt x="10667" y="3"/>
                  </a:cubicBezTo>
                  <a:cubicBezTo>
                    <a:pt x="17333" y="84"/>
                    <a:pt x="14400" y="1409"/>
                    <a:pt x="14667" y="2171"/>
                  </a:cubicBezTo>
                  <a:cubicBezTo>
                    <a:pt x="15200" y="5102"/>
                    <a:pt x="14667" y="8033"/>
                    <a:pt x="14667" y="11004"/>
                  </a:cubicBezTo>
                  <a:cubicBezTo>
                    <a:pt x="16000" y="11004"/>
                    <a:pt x="16533" y="11004"/>
                    <a:pt x="17333" y="11004"/>
                  </a:cubicBezTo>
                </a:path>
              </a:pathLst>
            </a:cu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形状"/>
            <p:cNvSpPr/>
            <p:nvPr/>
          </p:nvSpPr>
          <p:spPr>
            <a:xfrm>
              <a:off x="4035779" y="3600390"/>
              <a:ext cx="28338" cy="5060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97" h="21554" extrusionOk="0">
                  <a:moveTo>
                    <a:pt x="0" y="20874"/>
                  </a:moveTo>
                  <a:cubicBezTo>
                    <a:pt x="2653" y="14817"/>
                    <a:pt x="4547" y="8735"/>
                    <a:pt x="7200" y="2678"/>
                  </a:cubicBezTo>
                  <a:cubicBezTo>
                    <a:pt x="7579" y="1777"/>
                    <a:pt x="6063" y="851"/>
                    <a:pt x="12126" y="0"/>
                  </a:cubicBezTo>
                  <a:cubicBezTo>
                    <a:pt x="21600" y="6908"/>
                    <a:pt x="17811" y="13791"/>
                    <a:pt x="17432" y="20699"/>
                  </a:cubicBezTo>
                  <a:cubicBezTo>
                    <a:pt x="17432" y="21024"/>
                    <a:pt x="18568" y="21475"/>
                    <a:pt x="12884" y="21550"/>
                  </a:cubicBezTo>
                  <a:cubicBezTo>
                    <a:pt x="6442" y="21600"/>
                    <a:pt x="3032" y="21200"/>
                    <a:pt x="0" y="20874"/>
                  </a:cubicBezTo>
                </a:path>
              </a:pathLst>
            </a:custGeom>
            <a:solidFill>
              <a:srgbClr val="F4F4F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形状"/>
            <p:cNvSpPr/>
            <p:nvPr/>
          </p:nvSpPr>
          <p:spPr>
            <a:xfrm>
              <a:off x="3891643" y="3489015"/>
              <a:ext cx="24408" cy="507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775" h="21600" extrusionOk="0">
                  <a:moveTo>
                    <a:pt x="14775" y="0"/>
                  </a:moveTo>
                  <a:cubicBezTo>
                    <a:pt x="14775" y="7200"/>
                    <a:pt x="14775" y="14425"/>
                    <a:pt x="14775" y="21600"/>
                  </a:cubicBezTo>
                  <a:cubicBezTo>
                    <a:pt x="-2930" y="20700"/>
                    <a:pt x="-6825" y="6250"/>
                    <a:pt x="14775" y="0"/>
                  </a:cubicBezTo>
                </a:path>
              </a:pathLst>
            </a:cu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形状"/>
            <p:cNvSpPr/>
            <p:nvPr/>
          </p:nvSpPr>
          <p:spPr>
            <a:xfrm>
              <a:off x="3939335" y="3450164"/>
              <a:ext cx="32331" cy="56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095" h="21600" extrusionOk="0">
                  <a:moveTo>
                    <a:pt x="7170" y="1158"/>
                  </a:moveTo>
                  <a:cubicBezTo>
                    <a:pt x="13430" y="3273"/>
                    <a:pt x="12178" y="5389"/>
                    <a:pt x="10926" y="7527"/>
                  </a:cubicBezTo>
                  <a:cubicBezTo>
                    <a:pt x="8109" y="9553"/>
                    <a:pt x="9361" y="11579"/>
                    <a:pt x="9674" y="13584"/>
                  </a:cubicBezTo>
                  <a:cubicBezTo>
                    <a:pt x="9987" y="13405"/>
                    <a:pt x="10926" y="13205"/>
                    <a:pt x="12804" y="13027"/>
                  </a:cubicBezTo>
                  <a:cubicBezTo>
                    <a:pt x="17500" y="15053"/>
                    <a:pt x="17813" y="17080"/>
                    <a:pt x="16248" y="19106"/>
                  </a:cubicBezTo>
                  <a:cubicBezTo>
                    <a:pt x="9674" y="19885"/>
                    <a:pt x="16874" y="20843"/>
                    <a:pt x="4978" y="21600"/>
                  </a:cubicBezTo>
                  <a:cubicBezTo>
                    <a:pt x="5291" y="14385"/>
                    <a:pt x="-3787" y="7215"/>
                    <a:pt x="1848" y="0"/>
                  </a:cubicBezTo>
                  <a:lnTo>
                    <a:pt x="1848" y="2672"/>
                  </a:lnTo>
                  <a:lnTo>
                    <a:pt x="4039" y="2672"/>
                  </a:lnTo>
                  <a:lnTo>
                    <a:pt x="7170" y="1158"/>
                  </a:lnTo>
                  <a:close/>
                  <a:moveTo>
                    <a:pt x="9361" y="15476"/>
                  </a:moveTo>
                  <a:cubicBezTo>
                    <a:pt x="10300" y="15187"/>
                    <a:pt x="9987" y="14920"/>
                    <a:pt x="9674" y="14608"/>
                  </a:cubicBezTo>
                  <a:cubicBezTo>
                    <a:pt x="9674" y="14897"/>
                    <a:pt x="9361" y="15187"/>
                    <a:pt x="9361" y="15476"/>
                  </a:cubicBezTo>
                  <a:close/>
                </a:path>
              </a:pathLst>
            </a:custGeom>
            <a:solidFill>
              <a:srgbClr val="68686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形状"/>
            <p:cNvSpPr/>
            <p:nvPr/>
          </p:nvSpPr>
          <p:spPr>
            <a:xfrm>
              <a:off x="4472621" y="3406132"/>
              <a:ext cx="41750" cy="517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06" h="21600" extrusionOk="0">
                  <a:moveTo>
                    <a:pt x="5824" y="0"/>
                  </a:moveTo>
                  <a:cubicBezTo>
                    <a:pt x="9997" y="6178"/>
                    <a:pt x="13679" y="12332"/>
                    <a:pt x="17606" y="18486"/>
                  </a:cubicBezTo>
                  <a:cubicBezTo>
                    <a:pt x="12451" y="19467"/>
                    <a:pt x="16624" y="20595"/>
                    <a:pt x="13679" y="21600"/>
                  </a:cubicBezTo>
                  <a:cubicBezTo>
                    <a:pt x="6315" y="15176"/>
                    <a:pt x="4842" y="8704"/>
                    <a:pt x="2142" y="2256"/>
                  </a:cubicBezTo>
                  <a:cubicBezTo>
                    <a:pt x="1406" y="1496"/>
                    <a:pt x="-3994" y="613"/>
                    <a:pt x="5824" y="0"/>
                  </a:cubicBezTo>
                </a:path>
              </a:pathLst>
            </a:custGeom>
            <a:solidFill>
              <a:srgbClr val="45454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形状"/>
            <p:cNvSpPr/>
            <p:nvPr/>
          </p:nvSpPr>
          <p:spPr>
            <a:xfrm>
              <a:off x="3637770" y="3683274"/>
              <a:ext cx="36830" cy="203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5" h="21541" extrusionOk="0">
                  <a:moveTo>
                    <a:pt x="20782" y="0"/>
                  </a:moveTo>
                  <a:cubicBezTo>
                    <a:pt x="20782" y="7241"/>
                    <a:pt x="20782" y="13554"/>
                    <a:pt x="20782" y="19805"/>
                  </a:cubicBezTo>
                  <a:cubicBezTo>
                    <a:pt x="20782" y="20548"/>
                    <a:pt x="21109" y="21600"/>
                    <a:pt x="14891" y="21538"/>
                  </a:cubicBezTo>
                  <a:cubicBezTo>
                    <a:pt x="9327" y="21476"/>
                    <a:pt x="818" y="21538"/>
                    <a:pt x="818" y="20115"/>
                  </a:cubicBezTo>
                  <a:cubicBezTo>
                    <a:pt x="-164" y="14544"/>
                    <a:pt x="-491" y="8850"/>
                    <a:pt x="1145" y="3218"/>
                  </a:cubicBezTo>
                  <a:cubicBezTo>
                    <a:pt x="1145" y="2352"/>
                    <a:pt x="10309" y="1609"/>
                    <a:pt x="20782" y="0"/>
                  </a:cubicBezTo>
                </a:path>
              </a:pathLst>
            </a:custGeom>
            <a:solidFill>
              <a:srgbClr val="96969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形状"/>
            <p:cNvSpPr/>
            <p:nvPr/>
          </p:nvSpPr>
          <p:spPr>
            <a:xfrm>
              <a:off x="4450198" y="2932140"/>
              <a:ext cx="38247" cy="530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73"/>
                  </a:moveTo>
                  <a:cubicBezTo>
                    <a:pt x="19886" y="20115"/>
                    <a:pt x="18171" y="20858"/>
                    <a:pt x="16457" y="21600"/>
                  </a:cubicBezTo>
                  <a:cubicBezTo>
                    <a:pt x="7886" y="16308"/>
                    <a:pt x="9600" y="10992"/>
                    <a:pt x="6171" y="5699"/>
                  </a:cubicBezTo>
                  <a:cubicBezTo>
                    <a:pt x="5143" y="4047"/>
                    <a:pt x="12000" y="2323"/>
                    <a:pt x="0" y="718"/>
                  </a:cubicBezTo>
                  <a:cubicBezTo>
                    <a:pt x="3771" y="503"/>
                    <a:pt x="7200" y="239"/>
                    <a:pt x="10971" y="0"/>
                  </a:cubicBezTo>
                  <a:cubicBezTo>
                    <a:pt x="14057" y="6466"/>
                    <a:pt x="17829" y="12931"/>
                    <a:pt x="21600" y="19373"/>
                  </a:cubicBezTo>
                </a:path>
              </a:pathLst>
            </a:custGeom>
            <a:solidFill>
              <a:srgbClr val="9C9C9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形状"/>
            <p:cNvSpPr/>
            <p:nvPr/>
          </p:nvSpPr>
          <p:spPr>
            <a:xfrm>
              <a:off x="4346593" y="3033155"/>
              <a:ext cx="29632" cy="525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49" h="21600" extrusionOk="0">
                  <a:moveTo>
                    <a:pt x="11715" y="0"/>
                  </a:moveTo>
                  <a:cubicBezTo>
                    <a:pt x="11715" y="7200"/>
                    <a:pt x="21600" y="14400"/>
                    <a:pt x="16475" y="21600"/>
                  </a:cubicBezTo>
                  <a:cubicBezTo>
                    <a:pt x="8420" y="15584"/>
                    <a:pt x="5125" y="9568"/>
                    <a:pt x="5492" y="3528"/>
                  </a:cubicBezTo>
                  <a:cubicBezTo>
                    <a:pt x="5492" y="2609"/>
                    <a:pt x="8054" y="1619"/>
                    <a:pt x="0" y="749"/>
                  </a:cubicBezTo>
                  <a:cubicBezTo>
                    <a:pt x="4027" y="483"/>
                    <a:pt x="8054" y="217"/>
                    <a:pt x="11715" y="0"/>
                  </a:cubicBezTo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形状"/>
            <p:cNvSpPr/>
            <p:nvPr/>
          </p:nvSpPr>
          <p:spPr>
            <a:xfrm>
              <a:off x="4349536" y="4491391"/>
              <a:ext cx="24979" cy="24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413" h="21600" extrusionOk="0">
                  <a:moveTo>
                    <a:pt x="12413" y="0"/>
                  </a:moveTo>
                  <a:cubicBezTo>
                    <a:pt x="12413" y="7217"/>
                    <a:pt x="12413" y="14383"/>
                    <a:pt x="12413" y="21600"/>
                  </a:cubicBezTo>
                  <a:cubicBezTo>
                    <a:pt x="-9187" y="14485"/>
                    <a:pt x="3602" y="7268"/>
                    <a:pt x="5308" y="51"/>
                  </a:cubicBezTo>
                  <a:cubicBezTo>
                    <a:pt x="7866" y="51"/>
                    <a:pt x="10139" y="51"/>
                    <a:pt x="12413" y="0"/>
                  </a:cubicBezTo>
                </a:path>
              </a:pathLst>
            </a:custGeom>
            <a:solidFill>
              <a:srgbClr val="D3D3D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形状"/>
            <p:cNvSpPr/>
            <p:nvPr/>
          </p:nvSpPr>
          <p:spPr>
            <a:xfrm>
              <a:off x="4477808" y="4672699"/>
              <a:ext cx="26214" cy="354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78" h="21600" extrusionOk="0">
                  <a:moveTo>
                    <a:pt x="14107" y="0"/>
                  </a:moveTo>
                  <a:cubicBezTo>
                    <a:pt x="15870" y="539"/>
                    <a:pt x="18515" y="1042"/>
                    <a:pt x="20278" y="1545"/>
                  </a:cubicBezTo>
                  <a:cubicBezTo>
                    <a:pt x="19396" y="7440"/>
                    <a:pt x="4849" y="13262"/>
                    <a:pt x="882" y="19120"/>
                  </a:cubicBezTo>
                  <a:cubicBezTo>
                    <a:pt x="2645" y="12759"/>
                    <a:pt x="-1322" y="6361"/>
                    <a:pt x="14107" y="0"/>
                  </a:cubicBezTo>
                  <a:close/>
                  <a:moveTo>
                    <a:pt x="0" y="21600"/>
                  </a:moveTo>
                  <a:cubicBezTo>
                    <a:pt x="0" y="20773"/>
                    <a:pt x="441" y="19947"/>
                    <a:pt x="882" y="19120"/>
                  </a:cubicBezTo>
                  <a:cubicBezTo>
                    <a:pt x="882" y="19947"/>
                    <a:pt x="441" y="20773"/>
                    <a:pt x="0" y="21600"/>
                  </a:cubicBezTo>
                  <a:close/>
                </a:path>
              </a:pathLst>
            </a:custGeom>
            <a:solidFill>
              <a:srgbClr val="34343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形状"/>
            <p:cNvSpPr/>
            <p:nvPr/>
          </p:nvSpPr>
          <p:spPr>
            <a:xfrm>
              <a:off x="4379929" y="3952646"/>
              <a:ext cx="43776" cy="302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768" h="21600" extrusionOk="0">
                  <a:moveTo>
                    <a:pt x="5627" y="0"/>
                  </a:moveTo>
                  <a:cubicBezTo>
                    <a:pt x="6764" y="5956"/>
                    <a:pt x="8128" y="11911"/>
                    <a:pt x="9720" y="17825"/>
                  </a:cubicBezTo>
                  <a:cubicBezTo>
                    <a:pt x="9947" y="18748"/>
                    <a:pt x="6991" y="20174"/>
                    <a:pt x="16768" y="20216"/>
                  </a:cubicBezTo>
                  <a:cubicBezTo>
                    <a:pt x="11993" y="20677"/>
                    <a:pt x="7673" y="21139"/>
                    <a:pt x="2899" y="21600"/>
                  </a:cubicBezTo>
                  <a:cubicBezTo>
                    <a:pt x="2671" y="16777"/>
                    <a:pt x="1989" y="11995"/>
                    <a:pt x="1762" y="7130"/>
                  </a:cubicBezTo>
                  <a:cubicBezTo>
                    <a:pt x="2671" y="4781"/>
                    <a:pt x="-4832" y="2223"/>
                    <a:pt x="5627" y="0"/>
                  </a:cubicBezTo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形状"/>
            <p:cNvSpPr/>
            <p:nvPr/>
          </p:nvSpPr>
          <p:spPr>
            <a:xfrm>
              <a:off x="3679168" y="3685864"/>
              <a:ext cx="20723" cy="209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716" h="21600" extrusionOk="0">
                  <a:moveTo>
                    <a:pt x="15716" y="21600"/>
                  </a:moveTo>
                  <a:cubicBezTo>
                    <a:pt x="-5884" y="14461"/>
                    <a:pt x="1541" y="7261"/>
                    <a:pt x="191" y="61"/>
                  </a:cubicBezTo>
                  <a:cubicBezTo>
                    <a:pt x="5591" y="61"/>
                    <a:pt x="10316" y="61"/>
                    <a:pt x="15716" y="0"/>
                  </a:cubicBezTo>
                  <a:cubicBezTo>
                    <a:pt x="15716" y="7200"/>
                    <a:pt x="15716" y="14400"/>
                    <a:pt x="15716" y="21600"/>
                  </a:cubicBezTo>
                </a:path>
              </a:pathLst>
            </a:custGeom>
            <a:solidFill>
              <a:srgbClr val="64646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形状"/>
            <p:cNvSpPr/>
            <p:nvPr/>
          </p:nvSpPr>
          <p:spPr>
            <a:xfrm>
              <a:off x="3834720" y="3742847"/>
              <a:ext cx="20723" cy="206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0" y="14379"/>
                    <a:pt x="0" y="7221"/>
                    <a:pt x="0" y="0"/>
                  </a:cubicBezTo>
                  <a:cubicBezTo>
                    <a:pt x="5891" y="0"/>
                    <a:pt x="13745" y="0"/>
                    <a:pt x="21600" y="0"/>
                  </a:cubicBezTo>
                  <a:cubicBezTo>
                    <a:pt x="21600" y="7221"/>
                    <a:pt x="21600" y="14379"/>
                    <a:pt x="21600" y="21600"/>
                  </a:cubicBezTo>
                  <a:cubicBezTo>
                    <a:pt x="15709" y="21600"/>
                    <a:pt x="5891" y="21600"/>
                    <a:pt x="0" y="21600"/>
                  </a:cubicBezTo>
                </a:path>
              </a:pathLst>
            </a:custGeom>
            <a:solidFill>
              <a:srgbClr val="9090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形状"/>
            <p:cNvSpPr/>
            <p:nvPr/>
          </p:nvSpPr>
          <p:spPr>
            <a:xfrm>
              <a:off x="3561788" y="3758387"/>
              <a:ext cx="20723" cy="100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2" h="21600" extrusionOk="0">
                  <a:moveTo>
                    <a:pt x="9691" y="0"/>
                  </a:moveTo>
                  <a:cubicBezTo>
                    <a:pt x="18647" y="7158"/>
                    <a:pt x="18647" y="14442"/>
                    <a:pt x="8110" y="21600"/>
                  </a:cubicBezTo>
                  <a:cubicBezTo>
                    <a:pt x="-2953" y="14442"/>
                    <a:pt x="-2953" y="7284"/>
                    <a:pt x="9691" y="0"/>
                  </a:cubicBezTo>
                </a:path>
              </a:pathLst>
            </a:custGeom>
            <a:solidFill>
              <a:srgbClr val="71717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形状"/>
            <p:cNvSpPr/>
            <p:nvPr/>
          </p:nvSpPr>
          <p:spPr>
            <a:xfrm>
              <a:off x="4760440" y="4975742"/>
              <a:ext cx="31070" cy="140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10" h="21434" extrusionOk="0">
                  <a:moveTo>
                    <a:pt x="1459" y="18540"/>
                  </a:moveTo>
                  <a:cubicBezTo>
                    <a:pt x="3584" y="12330"/>
                    <a:pt x="5708" y="6030"/>
                    <a:pt x="12436" y="0"/>
                  </a:cubicBezTo>
                  <a:cubicBezTo>
                    <a:pt x="14561" y="1440"/>
                    <a:pt x="16331" y="3060"/>
                    <a:pt x="18810" y="4500"/>
                  </a:cubicBezTo>
                  <a:cubicBezTo>
                    <a:pt x="14915" y="10080"/>
                    <a:pt x="11374" y="15840"/>
                    <a:pt x="7479" y="21420"/>
                  </a:cubicBezTo>
                  <a:cubicBezTo>
                    <a:pt x="-2790" y="21600"/>
                    <a:pt x="43" y="19980"/>
                    <a:pt x="1459" y="18540"/>
                  </a:cubicBezTo>
                </a:path>
              </a:pathLst>
            </a:custGeom>
            <a:solidFill>
              <a:srgbClr val="36363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形状"/>
            <p:cNvSpPr/>
            <p:nvPr/>
          </p:nvSpPr>
          <p:spPr>
            <a:xfrm>
              <a:off x="4660673" y="5012004"/>
              <a:ext cx="32391" cy="148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93" h="21372" extrusionOk="0">
                  <a:moveTo>
                    <a:pt x="1493" y="18731"/>
                  </a:moveTo>
                  <a:cubicBezTo>
                    <a:pt x="4922" y="12488"/>
                    <a:pt x="5264" y="6075"/>
                    <a:pt x="12807" y="0"/>
                  </a:cubicBezTo>
                  <a:cubicBezTo>
                    <a:pt x="14522" y="1856"/>
                    <a:pt x="16579" y="3713"/>
                    <a:pt x="18293" y="5484"/>
                  </a:cubicBezTo>
                  <a:cubicBezTo>
                    <a:pt x="14522" y="10716"/>
                    <a:pt x="11093" y="15947"/>
                    <a:pt x="7322" y="21347"/>
                  </a:cubicBezTo>
                  <a:cubicBezTo>
                    <a:pt x="-3307" y="21600"/>
                    <a:pt x="464" y="19912"/>
                    <a:pt x="1493" y="18731"/>
                  </a:cubicBezTo>
                </a:path>
              </a:pathLst>
            </a:custGeom>
            <a:solidFill>
              <a:srgbClr val="3E3E3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形状"/>
            <p:cNvSpPr/>
            <p:nvPr/>
          </p:nvSpPr>
          <p:spPr>
            <a:xfrm>
              <a:off x="4302564" y="4455129"/>
              <a:ext cx="20722" cy="90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043" h="21600" extrusionOk="0">
                  <a:moveTo>
                    <a:pt x="0" y="21600"/>
                  </a:moveTo>
                  <a:cubicBezTo>
                    <a:pt x="0" y="15205"/>
                    <a:pt x="0" y="8953"/>
                    <a:pt x="0" y="0"/>
                  </a:cubicBezTo>
                  <a:cubicBezTo>
                    <a:pt x="21600" y="9095"/>
                    <a:pt x="9391" y="15489"/>
                    <a:pt x="0" y="21600"/>
                  </a:cubicBezTo>
                </a:path>
              </a:pathLst>
            </a:custGeom>
            <a:solidFill>
              <a:srgbClr val="9C9C9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形状"/>
            <p:cNvSpPr/>
            <p:nvPr/>
          </p:nvSpPr>
          <p:spPr>
            <a:xfrm>
              <a:off x="3604247" y="3729896"/>
              <a:ext cx="20723" cy="139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7230"/>
                    <a:pt x="21600" y="14370"/>
                    <a:pt x="21600" y="21600"/>
                  </a:cubicBezTo>
                  <a:cubicBezTo>
                    <a:pt x="13292" y="21600"/>
                    <a:pt x="6646" y="21600"/>
                    <a:pt x="0" y="21600"/>
                  </a:cubicBezTo>
                  <a:cubicBezTo>
                    <a:pt x="0" y="14370"/>
                    <a:pt x="0" y="7230"/>
                    <a:pt x="0" y="0"/>
                  </a:cubicBezTo>
                  <a:cubicBezTo>
                    <a:pt x="6646" y="0"/>
                    <a:pt x="13292" y="0"/>
                    <a:pt x="21600" y="0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形状"/>
            <p:cNvSpPr/>
            <p:nvPr/>
          </p:nvSpPr>
          <p:spPr>
            <a:xfrm>
              <a:off x="3497681" y="3784288"/>
              <a:ext cx="20722" cy="82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556" h="21600" extrusionOk="0">
                  <a:moveTo>
                    <a:pt x="5795" y="0"/>
                  </a:moveTo>
                  <a:cubicBezTo>
                    <a:pt x="15613" y="6128"/>
                    <a:pt x="12078" y="12409"/>
                    <a:pt x="11293" y="21600"/>
                  </a:cubicBezTo>
                  <a:cubicBezTo>
                    <a:pt x="-5987" y="12715"/>
                    <a:pt x="297" y="6281"/>
                    <a:pt x="5795" y="0"/>
                  </a:cubicBezTo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形状"/>
            <p:cNvSpPr/>
            <p:nvPr/>
          </p:nvSpPr>
          <p:spPr>
            <a:xfrm>
              <a:off x="3414151" y="3813345"/>
              <a:ext cx="25328" cy="36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79" extrusionOk="0">
                  <a:moveTo>
                    <a:pt x="21600" y="9650"/>
                  </a:moveTo>
                  <a:cubicBezTo>
                    <a:pt x="21109" y="16629"/>
                    <a:pt x="18655" y="21281"/>
                    <a:pt x="8345" y="20616"/>
                  </a:cubicBezTo>
                  <a:cubicBezTo>
                    <a:pt x="491" y="19619"/>
                    <a:pt x="0" y="15299"/>
                    <a:pt x="0" y="10979"/>
                  </a:cubicBezTo>
                  <a:cubicBezTo>
                    <a:pt x="0" y="5663"/>
                    <a:pt x="1964" y="13"/>
                    <a:pt x="11291" y="13"/>
                  </a:cubicBezTo>
                  <a:cubicBezTo>
                    <a:pt x="21600" y="-319"/>
                    <a:pt x="21109" y="5995"/>
                    <a:pt x="21600" y="9650"/>
                  </a:cubicBezTo>
                </a:path>
              </a:pathLst>
            </a:custGeom>
            <a:solidFill>
              <a:srgbClr val="C2C2C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形状"/>
            <p:cNvSpPr/>
            <p:nvPr/>
          </p:nvSpPr>
          <p:spPr>
            <a:xfrm>
              <a:off x="4292874" y="4364475"/>
              <a:ext cx="20722" cy="48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233" h="21600" extrusionOk="0">
                  <a:moveTo>
                    <a:pt x="4521" y="21600"/>
                  </a:moveTo>
                  <a:cubicBezTo>
                    <a:pt x="-561" y="13012"/>
                    <a:pt x="-4373" y="6246"/>
                    <a:pt x="10451" y="0"/>
                  </a:cubicBezTo>
                  <a:cubicBezTo>
                    <a:pt x="17227" y="8067"/>
                    <a:pt x="14686" y="14313"/>
                    <a:pt x="4521" y="21600"/>
                  </a:cubicBezTo>
                </a:path>
              </a:pathLst>
            </a:custGeom>
            <a:solidFill>
              <a:srgbClr val="66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形状"/>
            <p:cNvSpPr/>
            <p:nvPr/>
          </p:nvSpPr>
          <p:spPr>
            <a:xfrm>
              <a:off x="7286680" y="7199816"/>
              <a:ext cx="355667" cy="56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1" h="21415" extrusionOk="0">
                  <a:moveTo>
                    <a:pt x="19831" y="5413"/>
                  </a:moveTo>
                  <a:cubicBezTo>
                    <a:pt x="20177" y="8609"/>
                    <a:pt x="20558" y="11629"/>
                    <a:pt x="20835" y="14648"/>
                  </a:cubicBezTo>
                  <a:cubicBezTo>
                    <a:pt x="20973" y="16478"/>
                    <a:pt x="20904" y="18329"/>
                    <a:pt x="20904" y="20181"/>
                  </a:cubicBezTo>
                  <a:cubicBezTo>
                    <a:pt x="20904" y="20820"/>
                    <a:pt x="20627" y="21393"/>
                    <a:pt x="19450" y="21415"/>
                  </a:cubicBezTo>
                  <a:cubicBezTo>
                    <a:pt x="18238" y="21437"/>
                    <a:pt x="17961" y="20886"/>
                    <a:pt x="17927" y="20247"/>
                  </a:cubicBezTo>
                  <a:cubicBezTo>
                    <a:pt x="17892" y="19101"/>
                    <a:pt x="17788" y="17933"/>
                    <a:pt x="17961" y="16786"/>
                  </a:cubicBezTo>
                  <a:cubicBezTo>
                    <a:pt x="18135" y="15662"/>
                    <a:pt x="17719" y="15199"/>
                    <a:pt x="15711" y="15089"/>
                  </a:cubicBezTo>
                  <a:cubicBezTo>
                    <a:pt x="12077" y="14913"/>
                    <a:pt x="8511" y="14737"/>
                    <a:pt x="4842" y="14825"/>
                  </a:cubicBezTo>
                  <a:cubicBezTo>
                    <a:pt x="481" y="14957"/>
                    <a:pt x="-627" y="14053"/>
                    <a:pt x="308" y="11408"/>
                  </a:cubicBezTo>
                  <a:cubicBezTo>
                    <a:pt x="1138" y="8874"/>
                    <a:pt x="2004" y="6317"/>
                    <a:pt x="2904" y="3804"/>
                  </a:cubicBezTo>
                  <a:cubicBezTo>
                    <a:pt x="3354" y="2570"/>
                    <a:pt x="4011" y="1336"/>
                    <a:pt x="5431" y="388"/>
                  </a:cubicBezTo>
                  <a:cubicBezTo>
                    <a:pt x="5915" y="101"/>
                    <a:pt x="6435" y="-163"/>
                    <a:pt x="7127" y="124"/>
                  </a:cubicBezTo>
                  <a:cubicBezTo>
                    <a:pt x="7542" y="300"/>
                    <a:pt x="7750" y="586"/>
                    <a:pt x="7542" y="873"/>
                  </a:cubicBezTo>
                  <a:cubicBezTo>
                    <a:pt x="5119" y="3804"/>
                    <a:pt x="5638" y="7066"/>
                    <a:pt x="4600" y="10152"/>
                  </a:cubicBezTo>
                  <a:cubicBezTo>
                    <a:pt x="3735" y="12775"/>
                    <a:pt x="3908" y="12841"/>
                    <a:pt x="8338" y="12687"/>
                  </a:cubicBezTo>
                  <a:cubicBezTo>
                    <a:pt x="11073" y="12621"/>
                    <a:pt x="13773" y="12775"/>
                    <a:pt x="16438" y="13216"/>
                  </a:cubicBezTo>
                  <a:cubicBezTo>
                    <a:pt x="17788" y="13436"/>
                    <a:pt x="18169" y="13216"/>
                    <a:pt x="18238" y="12356"/>
                  </a:cubicBezTo>
                  <a:cubicBezTo>
                    <a:pt x="18342" y="10615"/>
                    <a:pt x="18585" y="8896"/>
                    <a:pt x="18827" y="7177"/>
                  </a:cubicBezTo>
                  <a:cubicBezTo>
                    <a:pt x="18861" y="6648"/>
                    <a:pt x="18585" y="6008"/>
                    <a:pt x="19831" y="5413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形状"/>
            <p:cNvSpPr/>
            <p:nvPr/>
          </p:nvSpPr>
          <p:spPr>
            <a:xfrm>
              <a:off x="6949394" y="493833"/>
              <a:ext cx="212071" cy="521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2" h="21467" extrusionOk="0">
                  <a:moveTo>
                    <a:pt x="12545" y="12050"/>
                  </a:moveTo>
                  <a:cubicBezTo>
                    <a:pt x="9831" y="13354"/>
                    <a:pt x="7636" y="14391"/>
                    <a:pt x="5442" y="15429"/>
                  </a:cubicBezTo>
                  <a:cubicBezTo>
                    <a:pt x="4171" y="16008"/>
                    <a:pt x="2612" y="16298"/>
                    <a:pt x="1052" y="15743"/>
                  </a:cubicBezTo>
                  <a:cubicBezTo>
                    <a:pt x="-738" y="15091"/>
                    <a:pt x="13" y="14415"/>
                    <a:pt x="1399" y="13788"/>
                  </a:cubicBezTo>
                  <a:cubicBezTo>
                    <a:pt x="3189" y="12943"/>
                    <a:pt x="4922" y="12074"/>
                    <a:pt x="6539" y="11157"/>
                  </a:cubicBezTo>
                  <a:cubicBezTo>
                    <a:pt x="9658" y="9347"/>
                    <a:pt x="11679" y="7489"/>
                    <a:pt x="10235" y="5124"/>
                  </a:cubicBezTo>
                  <a:cubicBezTo>
                    <a:pt x="9427" y="3796"/>
                    <a:pt x="9831" y="2373"/>
                    <a:pt x="11159" y="1045"/>
                  </a:cubicBezTo>
                  <a:cubicBezTo>
                    <a:pt x="11795" y="418"/>
                    <a:pt x="12776" y="-65"/>
                    <a:pt x="14567" y="7"/>
                  </a:cubicBezTo>
                  <a:cubicBezTo>
                    <a:pt x="16184" y="104"/>
                    <a:pt x="16877" y="538"/>
                    <a:pt x="17281" y="1118"/>
                  </a:cubicBezTo>
                  <a:cubicBezTo>
                    <a:pt x="18148" y="2228"/>
                    <a:pt x="18552" y="3386"/>
                    <a:pt x="18148" y="4496"/>
                  </a:cubicBezTo>
                  <a:cubicBezTo>
                    <a:pt x="17166" y="6886"/>
                    <a:pt x="18263" y="9106"/>
                    <a:pt x="19360" y="11399"/>
                  </a:cubicBezTo>
                  <a:cubicBezTo>
                    <a:pt x="20689" y="14102"/>
                    <a:pt x="20862" y="16901"/>
                    <a:pt x="20862" y="19701"/>
                  </a:cubicBezTo>
                  <a:cubicBezTo>
                    <a:pt x="20862" y="20594"/>
                    <a:pt x="20458" y="21438"/>
                    <a:pt x="17859" y="21463"/>
                  </a:cubicBezTo>
                  <a:cubicBezTo>
                    <a:pt x="15087" y="21535"/>
                    <a:pt x="14394" y="20690"/>
                    <a:pt x="14394" y="19677"/>
                  </a:cubicBezTo>
                  <a:cubicBezTo>
                    <a:pt x="14394" y="17215"/>
                    <a:pt x="13758" y="14777"/>
                    <a:pt x="12545" y="12050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形状"/>
            <p:cNvSpPr/>
            <p:nvPr/>
          </p:nvSpPr>
          <p:spPr>
            <a:xfrm>
              <a:off x="7125862" y="5006389"/>
              <a:ext cx="557156" cy="628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9" h="20985" extrusionOk="0">
                  <a:moveTo>
                    <a:pt x="13425" y="2244"/>
                  </a:moveTo>
                  <a:cubicBezTo>
                    <a:pt x="10324" y="2166"/>
                    <a:pt x="7353" y="2754"/>
                    <a:pt x="4382" y="3264"/>
                  </a:cubicBezTo>
                  <a:cubicBezTo>
                    <a:pt x="3363" y="3440"/>
                    <a:pt x="2365" y="3656"/>
                    <a:pt x="1367" y="3224"/>
                  </a:cubicBezTo>
                  <a:cubicBezTo>
                    <a:pt x="695" y="2950"/>
                    <a:pt x="175" y="2519"/>
                    <a:pt x="500" y="1774"/>
                  </a:cubicBezTo>
                  <a:cubicBezTo>
                    <a:pt x="782" y="1088"/>
                    <a:pt x="1346" y="1107"/>
                    <a:pt x="2040" y="1323"/>
                  </a:cubicBezTo>
                  <a:cubicBezTo>
                    <a:pt x="3710" y="1833"/>
                    <a:pt x="5314" y="1343"/>
                    <a:pt x="6919" y="1049"/>
                  </a:cubicBezTo>
                  <a:cubicBezTo>
                    <a:pt x="9435" y="578"/>
                    <a:pt x="11929" y="127"/>
                    <a:pt x="14510" y="49"/>
                  </a:cubicBezTo>
                  <a:cubicBezTo>
                    <a:pt x="15420" y="29"/>
                    <a:pt x="16657" y="-245"/>
                    <a:pt x="17090" y="755"/>
                  </a:cubicBezTo>
                  <a:cubicBezTo>
                    <a:pt x="17546" y="1852"/>
                    <a:pt x="16526" y="2558"/>
                    <a:pt x="15681" y="3166"/>
                  </a:cubicBezTo>
                  <a:cubicBezTo>
                    <a:pt x="13816" y="4498"/>
                    <a:pt x="11864" y="5753"/>
                    <a:pt x="9955" y="7066"/>
                  </a:cubicBezTo>
                  <a:cubicBezTo>
                    <a:pt x="9543" y="7340"/>
                    <a:pt x="9196" y="7674"/>
                    <a:pt x="8546" y="8164"/>
                  </a:cubicBezTo>
                  <a:cubicBezTo>
                    <a:pt x="9717" y="8340"/>
                    <a:pt x="10606" y="8458"/>
                    <a:pt x="11517" y="8615"/>
                  </a:cubicBezTo>
                  <a:cubicBezTo>
                    <a:pt x="15204" y="9203"/>
                    <a:pt x="18045" y="10967"/>
                    <a:pt x="19801" y="13985"/>
                  </a:cubicBezTo>
                  <a:cubicBezTo>
                    <a:pt x="21406" y="16808"/>
                    <a:pt x="20517" y="18925"/>
                    <a:pt x="17242" y="20022"/>
                  </a:cubicBezTo>
                  <a:cubicBezTo>
                    <a:pt x="13230" y="21355"/>
                    <a:pt x="9088" y="21198"/>
                    <a:pt x="4989" y="20199"/>
                  </a:cubicBezTo>
                  <a:cubicBezTo>
                    <a:pt x="3666" y="19885"/>
                    <a:pt x="2387" y="19473"/>
                    <a:pt x="1086" y="19121"/>
                  </a:cubicBezTo>
                  <a:cubicBezTo>
                    <a:pt x="348" y="18905"/>
                    <a:pt x="-194" y="18532"/>
                    <a:pt x="66" y="17768"/>
                  </a:cubicBezTo>
                  <a:cubicBezTo>
                    <a:pt x="348" y="16925"/>
                    <a:pt x="1042" y="17082"/>
                    <a:pt x="1736" y="17298"/>
                  </a:cubicBezTo>
                  <a:cubicBezTo>
                    <a:pt x="4057" y="18023"/>
                    <a:pt x="6399" y="18689"/>
                    <a:pt x="8806" y="18983"/>
                  </a:cubicBezTo>
                  <a:cubicBezTo>
                    <a:pt x="11235" y="19277"/>
                    <a:pt x="13599" y="19199"/>
                    <a:pt x="15811" y="18199"/>
                  </a:cubicBezTo>
                  <a:cubicBezTo>
                    <a:pt x="18001" y="17200"/>
                    <a:pt x="18457" y="15553"/>
                    <a:pt x="17069" y="13730"/>
                  </a:cubicBezTo>
                  <a:cubicBezTo>
                    <a:pt x="15616" y="11849"/>
                    <a:pt x="13534" y="10869"/>
                    <a:pt x="11083" y="10477"/>
                  </a:cubicBezTo>
                  <a:cubicBezTo>
                    <a:pt x="9565" y="10241"/>
                    <a:pt x="8025" y="10163"/>
                    <a:pt x="6507" y="9987"/>
                  </a:cubicBezTo>
                  <a:cubicBezTo>
                    <a:pt x="5792" y="9889"/>
                    <a:pt x="4924" y="9967"/>
                    <a:pt x="4686" y="9124"/>
                  </a:cubicBezTo>
                  <a:cubicBezTo>
                    <a:pt x="4447" y="8281"/>
                    <a:pt x="5271" y="7968"/>
                    <a:pt x="5813" y="7576"/>
                  </a:cubicBezTo>
                  <a:cubicBezTo>
                    <a:pt x="8307" y="5792"/>
                    <a:pt x="10736" y="3910"/>
                    <a:pt x="13425" y="2244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形状"/>
            <p:cNvSpPr/>
            <p:nvPr/>
          </p:nvSpPr>
          <p:spPr>
            <a:xfrm>
              <a:off x="4732960" y="5237344"/>
              <a:ext cx="22280" cy="178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49" h="21600" extrusionOk="0">
                  <a:moveTo>
                    <a:pt x="17249" y="924"/>
                  </a:moveTo>
                  <a:cubicBezTo>
                    <a:pt x="13572" y="7816"/>
                    <a:pt x="9436" y="14637"/>
                    <a:pt x="4840" y="21600"/>
                  </a:cubicBezTo>
                  <a:cubicBezTo>
                    <a:pt x="-4351" y="14211"/>
                    <a:pt x="704" y="7034"/>
                    <a:pt x="10355" y="0"/>
                  </a:cubicBezTo>
                  <a:cubicBezTo>
                    <a:pt x="14032" y="71"/>
                    <a:pt x="16330" y="355"/>
                    <a:pt x="17249" y="924"/>
                  </a:cubicBezTo>
                </a:path>
              </a:pathLst>
            </a:custGeom>
            <a:solidFill>
              <a:srgbClr val="BEBE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形状"/>
            <p:cNvSpPr/>
            <p:nvPr/>
          </p:nvSpPr>
          <p:spPr>
            <a:xfrm>
              <a:off x="4745471" y="5097478"/>
              <a:ext cx="27912" cy="147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50" y="21600"/>
                  </a:moveTo>
                  <a:cubicBezTo>
                    <a:pt x="4500" y="21171"/>
                    <a:pt x="2700" y="20829"/>
                    <a:pt x="0" y="20400"/>
                  </a:cubicBezTo>
                  <a:cubicBezTo>
                    <a:pt x="1800" y="13543"/>
                    <a:pt x="4050" y="6686"/>
                    <a:pt x="13950" y="0"/>
                  </a:cubicBezTo>
                  <a:cubicBezTo>
                    <a:pt x="16200" y="943"/>
                    <a:pt x="18900" y="1886"/>
                    <a:pt x="21600" y="2829"/>
                  </a:cubicBezTo>
                  <a:cubicBezTo>
                    <a:pt x="16650" y="9000"/>
                    <a:pt x="11700" y="15343"/>
                    <a:pt x="6750" y="21600"/>
                  </a:cubicBezTo>
                </a:path>
              </a:pathLst>
            </a:custGeom>
            <a:solidFill>
              <a:srgbClr val="7C7C7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形状"/>
            <p:cNvSpPr/>
            <p:nvPr/>
          </p:nvSpPr>
          <p:spPr>
            <a:xfrm>
              <a:off x="4649971" y="5144100"/>
              <a:ext cx="22363" cy="128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02" h="21600" extrusionOk="0">
                  <a:moveTo>
                    <a:pt x="10146" y="0"/>
                  </a:moveTo>
                  <a:cubicBezTo>
                    <a:pt x="12780" y="982"/>
                    <a:pt x="16468" y="2062"/>
                    <a:pt x="19102" y="3044"/>
                  </a:cubicBezTo>
                  <a:cubicBezTo>
                    <a:pt x="14361" y="9229"/>
                    <a:pt x="9092" y="15415"/>
                    <a:pt x="3297" y="21600"/>
                  </a:cubicBezTo>
                  <a:cubicBezTo>
                    <a:pt x="-2498" y="14236"/>
                    <a:pt x="-918" y="6971"/>
                    <a:pt x="10146" y="0"/>
                  </a:cubicBezTo>
                </a:path>
              </a:pathLst>
            </a:custGeom>
            <a:solidFill>
              <a:srgbClr val="A8A8A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形状"/>
            <p:cNvSpPr/>
            <p:nvPr/>
          </p:nvSpPr>
          <p:spPr>
            <a:xfrm>
              <a:off x="7026974" y="2321605"/>
              <a:ext cx="354067" cy="49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5" h="20866" extrusionOk="0">
                  <a:moveTo>
                    <a:pt x="19898" y="8771"/>
                  </a:moveTo>
                  <a:cubicBezTo>
                    <a:pt x="20002" y="10990"/>
                    <a:pt x="18578" y="12494"/>
                    <a:pt x="15800" y="13358"/>
                  </a:cubicBezTo>
                  <a:cubicBezTo>
                    <a:pt x="14307" y="13826"/>
                    <a:pt x="12709" y="14147"/>
                    <a:pt x="11181" y="14492"/>
                  </a:cubicBezTo>
                  <a:cubicBezTo>
                    <a:pt x="9202" y="14985"/>
                    <a:pt x="7188" y="15379"/>
                    <a:pt x="5382" y="16193"/>
                  </a:cubicBezTo>
                  <a:cubicBezTo>
                    <a:pt x="4722" y="16514"/>
                    <a:pt x="3923" y="16958"/>
                    <a:pt x="4167" y="17574"/>
                  </a:cubicBezTo>
                  <a:cubicBezTo>
                    <a:pt x="4479" y="18363"/>
                    <a:pt x="5556" y="18018"/>
                    <a:pt x="6285" y="17944"/>
                  </a:cubicBezTo>
                  <a:cubicBezTo>
                    <a:pt x="10140" y="17549"/>
                    <a:pt x="14029" y="17204"/>
                    <a:pt x="17953" y="17229"/>
                  </a:cubicBezTo>
                  <a:cubicBezTo>
                    <a:pt x="19342" y="17229"/>
                    <a:pt x="21009" y="17081"/>
                    <a:pt x="20974" y="18511"/>
                  </a:cubicBezTo>
                  <a:cubicBezTo>
                    <a:pt x="20974" y="19842"/>
                    <a:pt x="19377" y="19694"/>
                    <a:pt x="18127" y="19694"/>
                  </a:cubicBezTo>
                  <a:cubicBezTo>
                    <a:pt x="14029" y="19719"/>
                    <a:pt x="9966" y="20188"/>
                    <a:pt x="5938" y="20730"/>
                  </a:cubicBezTo>
                  <a:cubicBezTo>
                    <a:pt x="3715" y="21026"/>
                    <a:pt x="1597" y="20952"/>
                    <a:pt x="486" y="19325"/>
                  </a:cubicBezTo>
                  <a:cubicBezTo>
                    <a:pt x="-591" y="17722"/>
                    <a:pt x="242" y="16292"/>
                    <a:pt x="1805" y="15059"/>
                  </a:cubicBezTo>
                  <a:cubicBezTo>
                    <a:pt x="3229" y="13900"/>
                    <a:pt x="5174" y="13333"/>
                    <a:pt x="7188" y="12889"/>
                  </a:cubicBezTo>
                  <a:cubicBezTo>
                    <a:pt x="9202" y="12421"/>
                    <a:pt x="11251" y="12100"/>
                    <a:pt x="13195" y="11582"/>
                  </a:cubicBezTo>
                  <a:cubicBezTo>
                    <a:pt x="16738" y="10645"/>
                    <a:pt x="17779" y="8796"/>
                    <a:pt x="16286" y="6330"/>
                  </a:cubicBezTo>
                  <a:cubicBezTo>
                    <a:pt x="15349" y="4727"/>
                    <a:pt x="13786" y="3470"/>
                    <a:pt x="11702" y="2582"/>
                  </a:cubicBezTo>
                  <a:cubicBezTo>
                    <a:pt x="8507" y="1251"/>
                    <a:pt x="6042" y="1966"/>
                    <a:pt x="5000" y="4481"/>
                  </a:cubicBezTo>
                  <a:cubicBezTo>
                    <a:pt x="4826" y="4974"/>
                    <a:pt x="4757" y="5516"/>
                    <a:pt x="4583" y="6010"/>
                  </a:cubicBezTo>
                  <a:cubicBezTo>
                    <a:pt x="4375" y="6675"/>
                    <a:pt x="4931" y="7859"/>
                    <a:pt x="3229" y="7711"/>
                  </a:cubicBezTo>
                  <a:cubicBezTo>
                    <a:pt x="1944" y="7563"/>
                    <a:pt x="2395" y="6552"/>
                    <a:pt x="2430" y="5886"/>
                  </a:cubicBezTo>
                  <a:cubicBezTo>
                    <a:pt x="2465" y="4851"/>
                    <a:pt x="2847" y="3840"/>
                    <a:pt x="3472" y="2903"/>
                  </a:cubicBezTo>
                  <a:cubicBezTo>
                    <a:pt x="5104" y="314"/>
                    <a:pt x="7952" y="-574"/>
                    <a:pt x="11702" y="363"/>
                  </a:cubicBezTo>
                  <a:cubicBezTo>
                    <a:pt x="16356" y="1547"/>
                    <a:pt x="19898" y="5196"/>
                    <a:pt x="19898" y="8771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形状"/>
            <p:cNvSpPr/>
            <p:nvPr/>
          </p:nvSpPr>
          <p:spPr>
            <a:xfrm>
              <a:off x="4375602" y="3722126"/>
              <a:ext cx="20723" cy="330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365" h="21600" extrusionOk="0">
                  <a:moveTo>
                    <a:pt x="12430" y="15039"/>
                  </a:moveTo>
                  <a:cubicBezTo>
                    <a:pt x="3464" y="17150"/>
                    <a:pt x="10392" y="19413"/>
                    <a:pt x="5502" y="21600"/>
                  </a:cubicBezTo>
                  <a:cubicBezTo>
                    <a:pt x="-4687" y="14426"/>
                    <a:pt x="2241" y="7213"/>
                    <a:pt x="3056" y="0"/>
                  </a:cubicBezTo>
                  <a:cubicBezTo>
                    <a:pt x="3871" y="5026"/>
                    <a:pt x="16913" y="9975"/>
                    <a:pt x="12430" y="15039"/>
                  </a:cubicBezTo>
                </a:path>
              </a:pathLst>
            </a:custGeom>
            <a:solidFill>
              <a:srgbClr val="A0A0A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形状"/>
            <p:cNvSpPr/>
            <p:nvPr/>
          </p:nvSpPr>
          <p:spPr>
            <a:xfrm>
              <a:off x="3944615" y="3647012"/>
              <a:ext cx="20723" cy="263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633" h="21600" extrusionOk="0">
                  <a:moveTo>
                    <a:pt x="12633" y="11856"/>
                  </a:moveTo>
                  <a:cubicBezTo>
                    <a:pt x="12633" y="15120"/>
                    <a:pt x="12633" y="18336"/>
                    <a:pt x="12633" y="21600"/>
                  </a:cubicBezTo>
                  <a:cubicBezTo>
                    <a:pt x="4533" y="14400"/>
                    <a:pt x="-8967" y="7200"/>
                    <a:pt x="8583" y="0"/>
                  </a:cubicBezTo>
                  <a:cubicBezTo>
                    <a:pt x="9933" y="3936"/>
                    <a:pt x="11958" y="7920"/>
                    <a:pt x="12633" y="11856"/>
                  </a:cubicBezTo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8945">
                <a:lnSpc>
                  <a:spcPct val="93000"/>
                </a:lnSpc>
                <a:defRPr sz="1800"/>
              </a:pPr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41127" y="2379028"/>
            <a:ext cx="2279545" cy="618659"/>
            <a:chOff x="3162914" y="952500"/>
            <a:chExt cx="2785286" cy="720360"/>
          </a:xfrm>
        </p:grpSpPr>
        <p:grpSp>
          <p:nvGrpSpPr>
            <p:cNvPr id="58" name="组合 57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59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0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61" name="文本框 60"/>
            <p:cNvSpPr txBox="1"/>
            <p:nvPr/>
          </p:nvSpPr>
          <p:spPr>
            <a:xfrm>
              <a:off x="3162914" y="964250"/>
              <a:ext cx="26638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航空航天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941127" y="3432282"/>
            <a:ext cx="2279545" cy="618659"/>
            <a:chOff x="3162914" y="952500"/>
            <a:chExt cx="2785286" cy="720360"/>
          </a:xfrm>
        </p:grpSpPr>
        <p:grpSp>
          <p:nvGrpSpPr>
            <p:cNvPr id="64" name="组合 63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66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67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>
              <a:off x="3162914" y="964250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工业控制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5941127" y="5538789"/>
            <a:ext cx="2279545" cy="618659"/>
            <a:chOff x="3162914" y="952500"/>
            <a:chExt cx="2785286" cy="720360"/>
          </a:xfrm>
        </p:grpSpPr>
        <p:grpSp>
          <p:nvGrpSpPr>
            <p:cNvPr id="69" name="组合 68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71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2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3162914" y="964250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32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新魏" panose="02010800040101010101" pitchFamily="2" charset="-122"/>
                </a:rPr>
                <a:t>家用电器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5941127" y="4485536"/>
            <a:ext cx="2291825" cy="618659"/>
            <a:chOff x="3147909" y="952500"/>
            <a:chExt cx="2800291" cy="720360"/>
          </a:xfrm>
        </p:grpSpPr>
        <p:grpSp>
          <p:nvGrpSpPr>
            <p:cNvPr id="74" name="组合 73"/>
            <p:cNvGrpSpPr/>
            <p:nvPr/>
          </p:nvGrpSpPr>
          <p:grpSpPr>
            <a:xfrm>
              <a:off x="3195801" y="952500"/>
              <a:ext cx="2752399" cy="720360"/>
              <a:chOff x="1470499" y="1595070"/>
              <a:chExt cx="2764985" cy="1569985"/>
            </a:xfrm>
            <a:noFill/>
          </p:grpSpPr>
          <p:sp>
            <p:nvSpPr>
              <p:cNvPr id="76" name="椭圆 31"/>
              <p:cNvSpPr/>
              <p:nvPr/>
            </p:nvSpPr>
            <p:spPr>
              <a:xfrm>
                <a:off x="1470499" y="1595070"/>
                <a:ext cx="2764985" cy="1569985"/>
              </a:xfrm>
              <a:custGeom>
                <a:avLst/>
                <a:gdLst>
                  <a:gd name="connsiteX0" fmla="*/ 0 w 656493"/>
                  <a:gd name="connsiteY0" fmla="*/ 316523 h 633046"/>
                  <a:gd name="connsiteX1" fmla="*/ 328247 w 656493"/>
                  <a:gd name="connsiteY1" fmla="*/ 0 h 633046"/>
                  <a:gd name="connsiteX2" fmla="*/ 656494 w 656493"/>
                  <a:gd name="connsiteY2" fmla="*/ 316523 h 633046"/>
                  <a:gd name="connsiteX3" fmla="*/ 328247 w 656493"/>
                  <a:gd name="connsiteY3" fmla="*/ 633046 h 633046"/>
                  <a:gd name="connsiteX4" fmla="*/ 0 w 656493"/>
                  <a:gd name="connsiteY4" fmla="*/ 316523 h 633046"/>
                  <a:gd name="connsiteX0-1" fmla="*/ 328247 w 656494"/>
                  <a:gd name="connsiteY0-2" fmla="*/ 0 h 633046"/>
                  <a:gd name="connsiteX1-3" fmla="*/ 656494 w 656494"/>
                  <a:gd name="connsiteY1-4" fmla="*/ 316523 h 633046"/>
                  <a:gd name="connsiteX2-5" fmla="*/ 328247 w 656494"/>
                  <a:gd name="connsiteY2-6" fmla="*/ 633046 h 633046"/>
                  <a:gd name="connsiteX3-7" fmla="*/ 0 w 656494"/>
                  <a:gd name="connsiteY3-8" fmla="*/ 316523 h 633046"/>
                  <a:gd name="connsiteX4-9" fmla="*/ 419687 w 656494"/>
                  <a:gd name="connsiteY4-10" fmla="*/ 91440 h 633046"/>
                  <a:gd name="connsiteX0-11" fmla="*/ 402964 w 731211"/>
                  <a:gd name="connsiteY0-12" fmla="*/ 0 h 633046"/>
                  <a:gd name="connsiteX1-13" fmla="*/ 731211 w 731211"/>
                  <a:gd name="connsiteY1-14" fmla="*/ 316523 h 633046"/>
                  <a:gd name="connsiteX2-15" fmla="*/ 402964 w 731211"/>
                  <a:gd name="connsiteY2-16" fmla="*/ 633046 h 633046"/>
                  <a:gd name="connsiteX3-17" fmla="*/ 74717 w 731211"/>
                  <a:gd name="connsiteY3-18" fmla="*/ 316523 h 633046"/>
                  <a:gd name="connsiteX4-19" fmla="*/ 161895 w 731211"/>
                  <a:gd name="connsiteY4-20" fmla="*/ 152400 h 633046"/>
                  <a:gd name="connsiteX0-21" fmla="*/ 353700 w 681947"/>
                  <a:gd name="connsiteY0-22" fmla="*/ 0 h 633046"/>
                  <a:gd name="connsiteX1-23" fmla="*/ 681947 w 681947"/>
                  <a:gd name="connsiteY1-24" fmla="*/ 316523 h 633046"/>
                  <a:gd name="connsiteX2-25" fmla="*/ 353700 w 681947"/>
                  <a:gd name="connsiteY2-26" fmla="*/ 633046 h 633046"/>
                  <a:gd name="connsiteX3-27" fmla="*/ 25453 w 681947"/>
                  <a:gd name="connsiteY3-28" fmla="*/ 316523 h 633046"/>
                  <a:gd name="connsiteX4-29" fmla="*/ 112631 w 681947"/>
                  <a:gd name="connsiteY4-30" fmla="*/ 152400 h 633046"/>
                  <a:gd name="connsiteX0-31" fmla="*/ 341249 w 669496"/>
                  <a:gd name="connsiteY0-32" fmla="*/ 0 h 633046"/>
                  <a:gd name="connsiteX1-33" fmla="*/ 669496 w 669496"/>
                  <a:gd name="connsiteY1-34" fmla="*/ 316523 h 633046"/>
                  <a:gd name="connsiteX2-35" fmla="*/ 341249 w 669496"/>
                  <a:gd name="connsiteY2-36" fmla="*/ 633046 h 633046"/>
                  <a:gd name="connsiteX3-37" fmla="*/ 13002 w 669496"/>
                  <a:gd name="connsiteY3-38" fmla="*/ 316523 h 633046"/>
                  <a:gd name="connsiteX4-39" fmla="*/ 100180 w 669496"/>
                  <a:gd name="connsiteY4-40" fmla="*/ 152400 h 633046"/>
                  <a:gd name="connsiteX0-41" fmla="*/ 347951 w 676198"/>
                  <a:gd name="connsiteY0-42" fmla="*/ 0 h 633046"/>
                  <a:gd name="connsiteX1-43" fmla="*/ 676198 w 676198"/>
                  <a:gd name="connsiteY1-44" fmla="*/ 316523 h 633046"/>
                  <a:gd name="connsiteX2-45" fmla="*/ 347951 w 676198"/>
                  <a:gd name="connsiteY2-46" fmla="*/ 633046 h 633046"/>
                  <a:gd name="connsiteX3-47" fmla="*/ 19704 w 676198"/>
                  <a:gd name="connsiteY3-48" fmla="*/ 316523 h 633046"/>
                  <a:gd name="connsiteX4-49" fmla="*/ 79173 w 676198"/>
                  <a:gd name="connsiteY4-50" fmla="*/ 113607 h 633046"/>
                  <a:gd name="connsiteX0-51" fmla="*/ 333371 w 661618"/>
                  <a:gd name="connsiteY0-52" fmla="*/ 0 h 633046"/>
                  <a:gd name="connsiteX1-53" fmla="*/ 661618 w 661618"/>
                  <a:gd name="connsiteY1-54" fmla="*/ 316523 h 633046"/>
                  <a:gd name="connsiteX2-55" fmla="*/ 333371 w 661618"/>
                  <a:gd name="connsiteY2-56" fmla="*/ 633046 h 633046"/>
                  <a:gd name="connsiteX3-57" fmla="*/ 5124 w 661618"/>
                  <a:gd name="connsiteY3-58" fmla="*/ 316523 h 633046"/>
                  <a:gd name="connsiteX4-59" fmla="*/ 64593 w 661618"/>
                  <a:gd name="connsiteY4-60" fmla="*/ 113607 h 633046"/>
                  <a:gd name="connsiteX0-61" fmla="*/ 178200 w 661618"/>
                  <a:gd name="connsiteY0-62" fmla="*/ 0 h 583170"/>
                  <a:gd name="connsiteX1-63" fmla="*/ 661618 w 661618"/>
                  <a:gd name="connsiteY1-64" fmla="*/ 266647 h 583170"/>
                  <a:gd name="connsiteX2-65" fmla="*/ 333371 w 661618"/>
                  <a:gd name="connsiteY2-66" fmla="*/ 583170 h 583170"/>
                  <a:gd name="connsiteX3-67" fmla="*/ 5124 w 661618"/>
                  <a:gd name="connsiteY3-68" fmla="*/ 266647 h 583170"/>
                  <a:gd name="connsiteX4-69" fmla="*/ 64593 w 661618"/>
                  <a:gd name="connsiteY4-70" fmla="*/ 63731 h 583170"/>
                  <a:gd name="connsiteX0-71" fmla="*/ 178200 w 662133"/>
                  <a:gd name="connsiteY0-72" fmla="*/ 66578 h 649748"/>
                  <a:gd name="connsiteX1-73" fmla="*/ 412660 w 662133"/>
                  <a:gd name="connsiteY1-74" fmla="*/ 10947 h 649748"/>
                  <a:gd name="connsiteX2-75" fmla="*/ 661618 w 662133"/>
                  <a:gd name="connsiteY2-76" fmla="*/ 333225 h 649748"/>
                  <a:gd name="connsiteX3-77" fmla="*/ 333371 w 662133"/>
                  <a:gd name="connsiteY3-78" fmla="*/ 649748 h 649748"/>
                  <a:gd name="connsiteX4-79" fmla="*/ 5124 w 662133"/>
                  <a:gd name="connsiteY4-80" fmla="*/ 333225 h 649748"/>
                  <a:gd name="connsiteX5" fmla="*/ 64593 w 662133"/>
                  <a:gd name="connsiteY5" fmla="*/ 130309 h 649748"/>
                  <a:gd name="connsiteX0-81" fmla="*/ 178200 w 662148"/>
                  <a:gd name="connsiteY0-82" fmla="*/ 66578 h 649748"/>
                  <a:gd name="connsiteX1-83" fmla="*/ 412660 w 662148"/>
                  <a:gd name="connsiteY1-84" fmla="*/ 10947 h 649748"/>
                  <a:gd name="connsiteX2-85" fmla="*/ 661618 w 662148"/>
                  <a:gd name="connsiteY2-86" fmla="*/ 333225 h 649748"/>
                  <a:gd name="connsiteX3-87" fmla="*/ 333371 w 662148"/>
                  <a:gd name="connsiteY3-88" fmla="*/ 649748 h 649748"/>
                  <a:gd name="connsiteX4-89" fmla="*/ 5124 w 662148"/>
                  <a:gd name="connsiteY4-90" fmla="*/ 333225 h 649748"/>
                  <a:gd name="connsiteX5-91" fmla="*/ 64593 w 662148"/>
                  <a:gd name="connsiteY5-92" fmla="*/ 130309 h 649748"/>
                  <a:gd name="connsiteX0-93" fmla="*/ 178200 w 662148"/>
                  <a:gd name="connsiteY0-94" fmla="*/ 61032 h 644202"/>
                  <a:gd name="connsiteX1-95" fmla="*/ 412660 w 662148"/>
                  <a:gd name="connsiteY1-96" fmla="*/ 5401 h 644202"/>
                  <a:gd name="connsiteX2-97" fmla="*/ 661618 w 662148"/>
                  <a:gd name="connsiteY2-98" fmla="*/ 327679 h 644202"/>
                  <a:gd name="connsiteX3-99" fmla="*/ 333371 w 662148"/>
                  <a:gd name="connsiteY3-100" fmla="*/ 644202 h 644202"/>
                  <a:gd name="connsiteX4-101" fmla="*/ 5124 w 662148"/>
                  <a:gd name="connsiteY4-102" fmla="*/ 327679 h 644202"/>
                  <a:gd name="connsiteX5-103" fmla="*/ 64593 w 662148"/>
                  <a:gd name="connsiteY5-104" fmla="*/ 124763 h 644202"/>
                  <a:gd name="connsiteX0-105" fmla="*/ 178200 w 662148"/>
                  <a:gd name="connsiteY0-106" fmla="*/ 75865 h 659035"/>
                  <a:gd name="connsiteX1-107" fmla="*/ 168819 w 662148"/>
                  <a:gd name="connsiteY1-108" fmla="*/ 31317 h 659035"/>
                  <a:gd name="connsiteX2-109" fmla="*/ 412660 w 662148"/>
                  <a:gd name="connsiteY2-110" fmla="*/ 20234 h 659035"/>
                  <a:gd name="connsiteX3-111" fmla="*/ 661618 w 662148"/>
                  <a:gd name="connsiteY3-112" fmla="*/ 342512 h 659035"/>
                  <a:gd name="connsiteX4-113" fmla="*/ 333371 w 662148"/>
                  <a:gd name="connsiteY4-114" fmla="*/ 659035 h 659035"/>
                  <a:gd name="connsiteX5-115" fmla="*/ 5124 w 662148"/>
                  <a:gd name="connsiteY5-116" fmla="*/ 342512 h 659035"/>
                  <a:gd name="connsiteX6" fmla="*/ 64593 w 662148"/>
                  <a:gd name="connsiteY6" fmla="*/ 139596 h 659035"/>
                  <a:gd name="connsiteX0-117" fmla="*/ 178200 w 662148"/>
                  <a:gd name="connsiteY0-118" fmla="*/ 68901 h 652071"/>
                  <a:gd name="connsiteX1-119" fmla="*/ 130026 w 662148"/>
                  <a:gd name="connsiteY1-120" fmla="*/ 68688 h 652071"/>
                  <a:gd name="connsiteX2-121" fmla="*/ 412660 w 662148"/>
                  <a:gd name="connsiteY2-122" fmla="*/ 13270 h 652071"/>
                  <a:gd name="connsiteX3-123" fmla="*/ 661618 w 662148"/>
                  <a:gd name="connsiteY3-124" fmla="*/ 335548 h 652071"/>
                  <a:gd name="connsiteX4-125" fmla="*/ 333371 w 662148"/>
                  <a:gd name="connsiteY4-126" fmla="*/ 652071 h 652071"/>
                  <a:gd name="connsiteX5-127" fmla="*/ 5124 w 662148"/>
                  <a:gd name="connsiteY5-128" fmla="*/ 335548 h 652071"/>
                  <a:gd name="connsiteX6-129" fmla="*/ 64593 w 662148"/>
                  <a:gd name="connsiteY6-130" fmla="*/ 132632 h 652071"/>
                  <a:gd name="connsiteX0-131" fmla="*/ 178200 w 662220"/>
                  <a:gd name="connsiteY0-132" fmla="*/ 68901 h 652071"/>
                  <a:gd name="connsiteX1-133" fmla="*/ 130026 w 662220"/>
                  <a:gd name="connsiteY1-134" fmla="*/ 68688 h 652071"/>
                  <a:gd name="connsiteX2-135" fmla="*/ 412660 w 662220"/>
                  <a:gd name="connsiteY2-136" fmla="*/ 13270 h 652071"/>
                  <a:gd name="connsiteX3-137" fmla="*/ 661618 w 662220"/>
                  <a:gd name="connsiteY3-138" fmla="*/ 335548 h 652071"/>
                  <a:gd name="connsiteX4-139" fmla="*/ 333371 w 662220"/>
                  <a:gd name="connsiteY4-140" fmla="*/ 652071 h 652071"/>
                  <a:gd name="connsiteX5-141" fmla="*/ 5124 w 662220"/>
                  <a:gd name="connsiteY5-142" fmla="*/ 335548 h 652071"/>
                  <a:gd name="connsiteX6-143" fmla="*/ 64593 w 662220"/>
                  <a:gd name="connsiteY6-144" fmla="*/ 132632 h 652071"/>
                  <a:gd name="connsiteX0-145" fmla="*/ 178200 w 662220"/>
                  <a:gd name="connsiteY0-146" fmla="*/ 58449 h 641619"/>
                  <a:gd name="connsiteX1-147" fmla="*/ 130026 w 662220"/>
                  <a:gd name="connsiteY1-148" fmla="*/ 58236 h 641619"/>
                  <a:gd name="connsiteX2-149" fmla="*/ 412660 w 662220"/>
                  <a:gd name="connsiteY2-150" fmla="*/ 2818 h 641619"/>
                  <a:gd name="connsiteX3-151" fmla="*/ 661618 w 662220"/>
                  <a:gd name="connsiteY3-152" fmla="*/ 325096 h 641619"/>
                  <a:gd name="connsiteX4-153" fmla="*/ 333371 w 662220"/>
                  <a:gd name="connsiteY4-154" fmla="*/ 641619 h 641619"/>
                  <a:gd name="connsiteX5-155" fmla="*/ 5124 w 662220"/>
                  <a:gd name="connsiteY5-156" fmla="*/ 325096 h 641619"/>
                  <a:gd name="connsiteX6-157" fmla="*/ 64593 w 662220"/>
                  <a:gd name="connsiteY6-158" fmla="*/ 122180 h 641619"/>
                  <a:gd name="connsiteX0-159" fmla="*/ 178200 w 662220"/>
                  <a:gd name="connsiteY0-160" fmla="*/ 58449 h 641619"/>
                  <a:gd name="connsiteX1-161" fmla="*/ 130026 w 662220"/>
                  <a:gd name="connsiteY1-162" fmla="*/ 58236 h 641619"/>
                  <a:gd name="connsiteX2-163" fmla="*/ 412660 w 662220"/>
                  <a:gd name="connsiteY2-164" fmla="*/ 2818 h 641619"/>
                  <a:gd name="connsiteX3-165" fmla="*/ 661618 w 662220"/>
                  <a:gd name="connsiteY3-166" fmla="*/ 325096 h 641619"/>
                  <a:gd name="connsiteX4-167" fmla="*/ 333371 w 662220"/>
                  <a:gd name="connsiteY4-168" fmla="*/ 641619 h 641619"/>
                  <a:gd name="connsiteX5-169" fmla="*/ 5124 w 662220"/>
                  <a:gd name="connsiteY5-170" fmla="*/ 325096 h 641619"/>
                  <a:gd name="connsiteX6-171" fmla="*/ 64593 w 662220"/>
                  <a:gd name="connsiteY6-172" fmla="*/ 122180 h 641619"/>
                  <a:gd name="connsiteX0-173" fmla="*/ 178200 w 662220"/>
                  <a:gd name="connsiteY0-174" fmla="*/ 58449 h 641619"/>
                  <a:gd name="connsiteX1-175" fmla="*/ 130026 w 662220"/>
                  <a:gd name="connsiteY1-176" fmla="*/ 58236 h 641619"/>
                  <a:gd name="connsiteX2-177" fmla="*/ 412660 w 662220"/>
                  <a:gd name="connsiteY2-178" fmla="*/ 2818 h 641619"/>
                  <a:gd name="connsiteX3-179" fmla="*/ 661618 w 662220"/>
                  <a:gd name="connsiteY3-180" fmla="*/ 325096 h 641619"/>
                  <a:gd name="connsiteX4-181" fmla="*/ 333371 w 662220"/>
                  <a:gd name="connsiteY4-182" fmla="*/ 641619 h 641619"/>
                  <a:gd name="connsiteX5-183" fmla="*/ 5124 w 662220"/>
                  <a:gd name="connsiteY5-184" fmla="*/ 325096 h 641619"/>
                  <a:gd name="connsiteX6-185" fmla="*/ 64593 w 662220"/>
                  <a:gd name="connsiteY6-186" fmla="*/ 122180 h 641619"/>
                  <a:gd name="connsiteX0-187" fmla="*/ 178200 w 662220"/>
                  <a:gd name="connsiteY0-188" fmla="*/ 58449 h 641619"/>
                  <a:gd name="connsiteX1-189" fmla="*/ 130026 w 662220"/>
                  <a:gd name="connsiteY1-190" fmla="*/ 58236 h 641619"/>
                  <a:gd name="connsiteX2-191" fmla="*/ 412660 w 662220"/>
                  <a:gd name="connsiteY2-192" fmla="*/ 2818 h 641619"/>
                  <a:gd name="connsiteX3-193" fmla="*/ 661618 w 662220"/>
                  <a:gd name="connsiteY3-194" fmla="*/ 325096 h 641619"/>
                  <a:gd name="connsiteX4-195" fmla="*/ 333371 w 662220"/>
                  <a:gd name="connsiteY4-196" fmla="*/ 641619 h 641619"/>
                  <a:gd name="connsiteX5-197" fmla="*/ 5124 w 662220"/>
                  <a:gd name="connsiteY5-198" fmla="*/ 325096 h 641619"/>
                  <a:gd name="connsiteX6-199" fmla="*/ 64593 w 662220"/>
                  <a:gd name="connsiteY6-200" fmla="*/ 122180 h 641619"/>
                  <a:gd name="connsiteX0-201" fmla="*/ 178200 w 662220"/>
                  <a:gd name="connsiteY0-202" fmla="*/ 58449 h 641619"/>
                  <a:gd name="connsiteX1-203" fmla="*/ 130026 w 662220"/>
                  <a:gd name="connsiteY1-204" fmla="*/ 58236 h 641619"/>
                  <a:gd name="connsiteX2-205" fmla="*/ 412660 w 662220"/>
                  <a:gd name="connsiteY2-206" fmla="*/ 2818 h 641619"/>
                  <a:gd name="connsiteX3-207" fmla="*/ 661618 w 662220"/>
                  <a:gd name="connsiteY3-208" fmla="*/ 325096 h 641619"/>
                  <a:gd name="connsiteX4-209" fmla="*/ 333371 w 662220"/>
                  <a:gd name="connsiteY4-210" fmla="*/ 641619 h 641619"/>
                  <a:gd name="connsiteX5-211" fmla="*/ 5124 w 662220"/>
                  <a:gd name="connsiteY5-212" fmla="*/ 325096 h 641619"/>
                  <a:gd name="connsiteX6-213" fmla="*/ 64593 w 662220"/>
                  <a:gd name="connsiteY6-214" fmla="*/ 122180 h 641619"/>
                  <a:gd name="connsiteX0-215" fmla="*/ 176252 w 660272"/>
                  <a:gd name="connsiteY0-216" fmla="*/ 58449 h 641619"/>
                  <a:gd name="connsiteX1-217" fmla="*/ 128078 w 660272"/>
                  <a:gd name="connsiteY1-218" fmla="*/ 58236 h 641619"/>
                  <a:gd name="connsiteX2-219" fmla="*/ 410712 w 660272"/>
                  <a:gd name="connsiteY2-220" fmla="*/ 2818 h 641619"/>
                  <a:gd name="connsiteX3-221" fmla="*/ 659670 w 660272"/>
                  <a:gd name="connsiteY3-222" fmla="*/ 325096 h 641619"/>
                  <a:gd name="connsiteX4-223" fmla="*/ 331423 w 660272"/>
                  <a:gd name="connsiteY4-224" fmla="*/ 641619 h 641619"/>
                  <a:gd name="connsiteX5-225" fmla="*/ 3176 w 660272"/>
                  <a:gd name="connsiteY5-226" fmla="*/ 325096 h 641619"/>
                  <a:gd name="connsiteX6-227" fmla="*/ 62645 w 660272"/>
                  <a:gd name="connsiteY6-228" fmla="*/ 122180 h 641619"/>
                  <a:gd name="connsiteX0-229" fmla="*/ 253837 w 660272"/>
                  <a:gd name="connsiteY0-230" fmla="*/ 30740 h 641619"/>
                  <a:gd name="connsiteX1-231" fmla="*/ 128078 w 660272"/>
                  <a:gd name="connsiteY1-232" fmla="*/ 58236 h 641619"/>
                  <a:gd name="connsiteX2-233" fmla="*/ 410712 w 660272"/>
                  <a:gd name="connsiteY2-234" fmla="*/ 2818 h 641619"/>
                  <a:gd name="connsiteX3-235" fmla="*/ 659670 w 660272"/>
                  <a:gd name="connsiteY3-236" fmla="*/ 325096 h 641619"/>
                  <a:gd name="connsiteX4-237" fmla="*/ 331423 w 660272"/>
                  <a:gd name="connsiteY4-238" fmla="*/ 641619 h 641619"/>
                  <a:gd name="connsiteX5-239" fmla="*/ 3176 w 660272"/>
                  <a:gd name="connsiteY5-240" fmla="*/ 325096 h 641619"/>
                  <a:gd name="connsiteX6-241" fmla="*/ 62645 w 660272"/>
                  <a:gd name="connsiteY6-242" fmla="*/ 122180 h 641619"/>
                  <a:gd name="connsiteX0-243" fmla="*/ 253837 w 660191"/>
                  <a:gd name="connsiteY0-244" fmla="*/ 41069 h 651948"/>
                  <a:gd name="connsiteX1-245" fmla="*/ 161329 w 660191"/>
                  <a:gd name="connsiteY1-246" fmla="*/ 63023 h 651948"/>
                  <a:gd name="connsiteX2-247" fmla="*/ 410712 w 660191"/>
                  <a:gd name="connsiteY2-248" fmla="*/ 13147 h 651948"/>
                  <a:gd name="connsiteX3-249" fmla="*/ 659670 w 660191"/>
                  <a:gd name="connsiteY3-250" fmla="*/ 335425 h 651948"/>
                  <a:gd name="connsiteX4-251" fmla="*/ 331423 w 660191"/>
                  <a:gd name="connsiteY4-252" fmla="*/ 651948 h 651948"/>
                  <a:gd name="connsiteX5-253" fmla="*/ 3176 w 660191"/>
                  <a:gd name="connsiteY5-254" fmla="*/ 335425 h 651948"/>
                  <a:gd name="connsiteX6-255" fmla="*/ 62645 w 660191"/>
                  <a:gd name="connsiteY6-256" fmla="*/ 132509 h 651948"/>
                  <a:gd name="connsiteX0-257" fmla="*/ 253837 w 660897"/>
                  <a:gd name="connsiteY0-258" fmla="*/ 45475 h 656354"/>
                  <a:gd name="connsiteX1-259" fmla="*/ 161329 w 660897"/>
                  <a:gd name="connsiteY1-260" fmla="*/ 67429 h 656354"/>
                  <a:gd name="connsiteX2-261" fmla="*/ 410712 w 660897"/>
                  <a:gd name="connsiteY2-262" fmla="*/ 17553 h 656354"/>
                  <a:gd name="connsiteX3-263" fmla="*/ 659670 w 660897"/>
                  <a:gd name="connsiteY3-264" fmla="*/ 339831 h 656354"/>
                  <a:gd name="connsiteX4-265" fmla="*/ 331423 w 660897"/>
                  <a:gd name="connsiteY4-266" fmla="*/ 656354 h 656354"/>
                  <a:gd name="connsiteX5-267" fmla="*/ 3176 w 660897"/>
                  <a:gd name="connsiteY5-268" fmla="*/ 339831 h 656354"/>
                  <a:gd name="connsiteX6-269" fmla="*/ 62645 w 660897"/>
                  <a:gd name="connsiteY6-270" fmla="*/ 136915 h 656354"/>
                  <a:gd name="connsiteX0-271" fmla="*/ 253837 w 660406"/>
                  <a:gd name="connsiteY0-272" fmla="*/ 41070 h 651949"/>
                  <a:gd name="connsiteX1-273" fmla="*/ 161329 w 660406"/>
                  <a:gd name="connsiteY1-274" fmla="*/ 63024 h 651949"/>
                  <a:gd name="connsiteX2-275" fmla="*/ 410712 w 660406"/>
                  <a:gd name="connsiteY2-276" fmla="*/ 13148 h 651949"/>
                  <a:gd name="connsiteX3-277" fmla="*/ 659670 w 660406"/>
                  <a:gd name="connsiteY3-278" fmla="*/ 335426 h 651949"/>
                  <a:gd name="connsiteX4-279" fmla="*/ 331423 w 660406"/>
                  <a:gd name="connsiteY4-280" fmla="*/ 651949 h 651949"/>
                  <a:gd name="connsiteX5-281" fmla="*/ 3176 w 660406"/>
                  <a:gd name="connsiteY5-282" fmla="*/ 335426 h 651949"/>
                  <a:gd name="connsiteX6-283" fmla="*/ 62645 w 660406"/>
                  <a:gd name="connsiteY6-284" fmla="*/ 132510 h 651949"/>
                  <a:gd name="connsiteX0-285" fmla="*/ 161329 w 660406"/>
                  <a:gd name="connsiteY0-286" fmla="*/ 63024 h 651949"/>
                  <a:gd name="connsiteX1-287" fmla="*/ 410712 w 660406"/>
                  <a:gd name="connsiteY1-288" fmla="*/ 13148 h 651949"/>
                  <a:gd name="connsiteX2-289" fmla="*/ 659670 w 660406"/>
                  <a:gd name="connsiteY2-290" fmla="*/ 335426 h 651949"/>
                  <a:gd name="connsiteX3-291" fmla="*/ 331423 w 660406"/>
                  <a:gd name="connsiteY3-292" fmla="*/ 651949 h 651949"/>
                  <a:gd name="connsiteX4-293" fmla="*/ 3176 w 660406"/>
                  <a:gd name="connsiteY4-294" fmla="*/ 335426 h 651949"/>
                  <a:gd name="connsiteX5-295" fmla="*/ 62645 w 660406"/>
                  <a:gd name="connsiteY5-296" fmla="*/ 132510 h 651949"/>
                  <a:gd name="connsiteX0-297" fmla="*/ 128078 w 660207"/>
                  <a:gd name="connsiteY0-298" fmla="*/ 63024 h 651949"/>
                  <a:gd name="connsiteX1-299" fmla="*/ 410712 w 660207"/>
                  <a:gd name="connsiteY1-300" fmla="*/ 13148 h 651949"/>
                  <a:gd name="connsiteX2-301" fmla="*/ 659670 w 660207"/>
                  <a:gd name="connsiteY2-302" fmla="*/ 335426 h 651949"/>
                  <a:gd name="connsiteX3-303" fmla="*/ 331423 w 660207"/>
                  <a:gd name="connsiteY3-304" fmla="*/ 651949 h 651949"/>
                  <a:gd name="connsiteX4-305" fmla="*/ 3176 w 660207"/>
                  <a:gd name="connsiteY4-306" fmla="*/ 335426 h 651949"/>
                  <a:gd name="connsiteX5-307" fmla="*/ 62645 w 660207"/>
                  <a:gd name="connsiteY5-308" fmla="*/ 132510 h 651949"/>
                  <a:gd name="connsiteX0-309" fmla="*/ 128078 w 660438"/>
                  <a:gd name="connsiteY0-310" fmla="*/ 60888 h 649813"/>
                  <a:gd name="connsiteX1-311" fmla="*/ 410712 w 660438"/>
                  <a:gd name="connsiteY1-312" fmla="*/ 11012 h 649813"/>
                  <a:gd name="connsiteX2-313" fmla="*/ 659670 w 660438"/>
                  <a:gd name="connsiteY2-314" fmla="*/ 333290 h 649813"/>
                  <a:gd name="connsiteX3-315" fmla="*/ 331423 w 660438"/>
                  <a:gd name="connsiteY3-316" fmla="*/ 649813 h 649813"/>
                  <a:gd name="connsiteX4-317" fmla="*/ 3176 w 660438"/>
                  <a:gd name="connsiteY4-318" fmla="*/ 333290 h 649813"/>
                  <a:gd name="connsiteX5-319" fmla="*/ 62645 w 660438"/>
                  <a:gd name="connsiteY5-320" fmla="*/ 130374 h 649813"/>
                  <a:gd name="connsiteX0-321" fmla="*/ 128078 w 660438"/>
                  <a:gd name="connsiteY0-322" fmla="*/ 64927 h 653852"/>
                  <a:gd name="connsiteX1-323" fmla="*/ 410712 w 660438"/>
                  <a:gd name="connsiteY1-324" fmla="*/ 15051 h 653852"/>
                  <a:gd name="connsiteX2-325" fmla="*/ 659670 w 660438"/>
                  <a:gd name="connsiteY2-326" fmla="*/ 337329 h 653852"/>
                  <a:gd name="connsiteX3-327" fmla="*/ 331423 w 660438"/>
                  <a:gd name="connsiteY3-328" fmla="*/ 653852 h 653852"/>
                  <a:gd name="connsiteX4-329" fmla="*/ 3176 w 660438"/>
                  <a:gd name="connsiteY4-330" fmla="*/ 337329 h 653852"/>
                  <a:gd name="connsiteX5-331" fmla="*/ 62645 w 660438"/>
                  <a:gd name="connsiteY5-332" fmla="*/ 134413 h 653852"/>
                  <a:gd name="connsiteX0-333" fmla="*/ 128078 w 687378"/>
                  <a:gd name="connsiteY0-334" fmla="*/ 58090 h 647015"/>
                  <a:gd name="connsiteX1-335" fmla="*/ 571432 w 687378"/>
                  <a:gd name="connsiteY1-336" fmla="*/ 16673 h 647015"/>
                  <a:gd name="connsiteX2-337" fmla="*/ 659670 w 687378"/>
                  <a:gd name="connsiteY2-338" fmla="*/ 330492 h 647015"/>
                  <a:gd name="connsiteX3-339" fmla="*/ 331423 w 687378"/>
                  <a:gd name="connsiteY3-340" fmla="*/ 647015 h 647015"/>
                  <a:gd name="connsiteX4-341" fmla="*/ 3176 w 687378"/>
                  <a:gd name="connsiteY4-342" fmla="*/ 330492 h 647015"/>
                  <a:gd name="connsiteX5-343" fmla="*/ 62645 w 687378"/>
                  <a:gd name="connsiteY5-344" fmla="*/ 127576 h 647015"/>
                  <a:gd name="connsiteX0-345" fmla="*/ 128078 w 677145"/>
                  <a:gd name="connsiteY0-346" fmla="*/ 58090 h 663933"/>
                  <a:gd name="connsiteX1-347" fmla="*/ 571432 w 677145"/>
                  <a:gd name="connsiteY1-348" fmla="*/ 16673 h 663933"/>
                  <a:gd name="connsiteX2-349" fmla="*/ 659670 w 677145"/>
                  <a:gd name="connsiteY2-350" fmla="*/ 330492 h 663933"/>
                  <a:gd name="connsiteX3-351" fmla="*/ 559815 w 677145"/>
                  <a:gd name="connsiteY3-352" fmla="*/ 663933 h 663933"/>
                  <a:gd name="connsiteX4-353" fmla="*/ 3176 w 677145"/>
                  <a:gd name="connsiteY4-354" fmla="*/ 330492 h 663933"/>
                  <a:gd name="connsiteX5-355" fmla="*/ 62645 w 677145"/>
                  <a:gd name="connsiteY5-356" fmla="*/ 127576 h 663933"/>
                  <a:gd name="connsiteX0-357" fmla="*/ 101940 w 644966"/>
                  <a:gd name="connsiteY0-358" fmla="*/ 58090 h 685888"/>
                  <a:gd name="connsiteX1-359" fmla="*/ 545294 w 644966"/>
                  <a:gd name="connsiteY1-360" fmla="*/ 16673 h 685888"/>
                  <a:gd name="connsiteX2-361" fmla="*/ 633532 w 644966"/>
                  <a:gd name="connsiteY2-362" fmla="*/ 330492 h 685888"/>
                  <a:gd name="connsiteX3-363" fmla="*/ 533677 w 644966"/>
                  <a:gd name="connsiteY3-364" fmla="*/ 663933 h 685888"/>
                  <a:gd name="connsiteX4-365" fmla="*/ 10874 w 644966"/>
                  <a:gd name="connsiteY4-366" fmla="*/ 575801 h 685888"/>
                  <a:gd name="connsiteX5-367" fmla="*/ 36507 w 644966"/>
                  <a:gd name="connsiteY5-368" fmla="*/ 127576 h 685888"/>
                  <a:gd name="connsiteX0-369" fmla="*/ 101940 w 642626"/>
                  <a:gd name="connsiteY0-370" fmla="*/ 58090 h 654766"/>
                  <a:gd name="connsiteX1-371" fmla="*/ 545294 w 642626"/>
                  <a:gd name="connsiteY1-372" fmla="*/ 16673 h 654766"/>
                  <a:gd name="connsiteX2-373" fmla="*/ 633532 w 642626"/>
                  <a:gd name="connsiteY2-374" fmla="*/ 330492 h 654766"/>
                  <a:gd name="connsiteX3-375" fmla="*/ 567513 w 642626"/>
                  <a:gd name="connsiteY3-376" fmla="*/ 613179 h 654766"/>
                  <a:gd name="connsiteX4-377" fmla="*/ 10874 w 642626"/>
                  <a:gd name="connsiteY4-378" fmla="*/ 575801 h 654766"/>
                  <a:gd name="connsiteX5-379" fmla="*/ 36507 w 642626"/>
                  <a:gd name="connsiteY5-380" fmla="*/ 127576 h 654766"/>
                  <a:gd name="connsiteX0-381" fmla="*/ 101940 w 642626"/>
                  <a:gd name="connsiteY0-382" fmla="*/ 30477 h 627153"/>
                  <a:gd name="connsiteX1-383" fmla="*/ 545294 w 642626"/>
                  <a:gd name="connsiteY1-384" fmla="*/ 31354 h 627153"/>
                  <a:gd name="connsiteX2-385" fmla="*/ 633532 w 642626"/>
                  <a:gd name="connsiteY2-386" fmla="*/ 302879 h 627153"/>
                  <a:gd name="connsiteX3-387" fmla="*/ 567513 w 642626"/>
                  <a:gd name="connsiteY3-388" fmla="*/ 585566 h 627153"/>
                  <a:gd name="connsiteX4-389" fmla="*/ 10874 w 642626"/>
                  <a:gd name="connsiteY4-390" fmla="*/ 548188 h 627153"/>
                  <a:gd name="connsiteX5-391" fmla="*/ 36507 w 642626"/>
                  <a:gd name="connsiteY5-392" fmla="*/ 99963 h 627153"/>
                  <a:gd name="connsiteX0-393" fmla="*/ 101940 w 641803"/>
                  <a:gd name="connsiteY0-394" fmla="*/ 32533 h 629209"/>
                  <a:gd name="connsiteX1-395" fmla="*/ 545294 w 641803"/>
                  <a:gd name="connsiteY1-396" fmla="*/ 33410 h 629209"/>
                  <a:gd name="connsiteX2-397" fmla="*/ 633532 w 641803"/>
                  <a:gd name="connsiteY2-398" fmla="*/ 304935 h 629209"/>
                  <a:gd name="connsiteX3-399" fmla="*/ 567513 w 641803"/>
                  <a:gd name="connsiteY3-400" fmla="*/ 587622 h 629209"/>
                  <a:gd name="connsiteX4-401" fmla="*/ 10874 w 641803"/>
                  <a:gd name="connsiteY4-402" fmla="*/ 550244 h 629209"/>
                  <a:gd name="connsiteX5-403" fmla="*/ 36507 w 641803"/>
                  <a:gd name="connsiteY5-404" fmla="*/ 102019 h 629209"/>
                  <a:gd name="connsiteX0-405" fmla="*/ 93785 w 633648"/>
                  <a:gd name="connsiteY0-406" fmla="*/ 32533 h 629209"/>
                  <a:gd name="connsiteX1-407" fmla="*/ 537139 w 633648"/>
                  <a:gd name="connsiteY1-408" fmla="*/ 33410 h 629209"/>
                  <a:gd name="connsiteX2-409" fmla="*/ 625377 w 633648"/>
                  <a:gd name="connsiteY2-410" fmla="*/ 304935 h 629209"/>
                  <a:gd name="connsiteX3-411" fmla="*/ 559358 w 633648"/>
                  <a:gd name="connsiteY3-412" fmla="*/ 587622 h 629209"/>
                  <a:gd name="connsiteX4-413" fmla="*/ 2719 w 633648"/>
                  <a:gd name="connsiteY4-414" fmla="*/ 550244 h 629209"/>
                  <a:gd name="connsiteX5-415" fmla="*/ 28352 w 633648"/>
                  <a:gd name="connsiteY5-416" fmla="*/ 102019 h 629209"/>
                  <a:gd name="connsiteX0-417" fmla="*/ 103603 w 643466"/>
                  <a:gd name="connsiteY0-418" fmla="*/ 32533 h 629209"/>
                  <a:gd name="connsiteX1-419" fmla="*/ 546957 w 643466"/>
                  <a:gd name="connsiteY1-420" fmla="*/ 33410 h 629209"/>
                  <a:gd name="connsiteX2-421" fmla="*/ 635195 w 643466"/>
                  <a:gd name="connsiteY2-422" fmla="*/ 304935 h 629209"/>
                  <a:gd name="connsiteX3-423" fmla="*/ 569176 w 643466"/>
                  <a:gd name="connsiteY3-424" fmla="*/ 587622 h 629209"/>
                  <a:gd name="connsiteX4-425" fmla="*/ 12537 w 643466"/>
                  <a:gd name="connsiteY4-426" fmla="*/ 550244 h 629209"/>
                  <a:gd name="connsiteX5-427" fmla="*/ 4334 w 643466"/>
                  <a:gd name="connsiteY5-428" fmla="*/ 102019 h 629209"/>
                  <a:gd name="connsiteX0-429" fmla="*/ 103603 w 643466"/>
                  <a:gd name="connsiteY0-430" fmla="*/ 32533 h 613248"/>
                  <a:gd name="connsiteX1-431" fmla="*/ 546957 w 643466"/>
                  <a:gd name="connsiteY1-432" fmla="*/ 33410 h 613248"/>
                  <a:gd name="connsiteX2-433" fmla="*/ 635195 w 643466"/>
                  <a:gd name="connsiteY2-434" fmla="*/ 304935 h 613248"/>
                  <a:gd name="connsiteX3-435" fmla="*/ 569176 w 643466"/>
                  <a:gd name="connsiteY3-436" fmla="*/ 587622 h 613248"/>
                  <a:gd name="connsiteX4-437" fmla="*/ 12537 w 643466"/>
                  <a:gd name="connsiteY4-438" fmla="*/ 518643 h 613248"/>
                  <a:gd name="connsiteX5-439" fmla="*/ 4334 w 643466"/>
                  <a:gd name="connsiteY5-440" fmla="*/ 102019 h 613248"/>
                  <a:gd name="connsiteX0-441" fmla="*/ 103603 w 622280"/>
                  <a:gd name="connsiteY0-442" fmla="*/ 51723 h 632438"/>
                  <a:gd name="connsiteX1-443" fmla="*/ 546957 w 622280"/>
                  <a:gd name="connsiteY1-444" fmla="*/ 52600 h 632438"/>
                  <a:gd name="connsiteX2-445" fmla="*/ 569176 w 622280"/>
                  <a:gd name="connsiteY2-446" fmla="*/ 606812 h 632438"/>
                  <a:gd name="connsiteX3-447" fmla="*/ 12537 w 622280"/>
                  <a:gd name="connsiteY3-448" fmla="*/ 537833 h 632438"/>
                  <a:gd name="connsiteX4-449" fmla="*/ 4334 w 622280"/>
                  <a:gd name="connsiteY4-450" fmla="*/ 121209 h 632438"/>
                  <a:gd name="connsiteX0-451" fmla="*/ 103603 w 640916"/>
                  <a:gd name="connsiteY0-452" fmla="*/ 51277 h 628066"/>
                  <a:gd name="connsiteX1-453" fmla="*/ 546957 w 640916"/>
                  <a:gd name="connsiteY1-454" fmla="*/ 52154 h 628066"/>
                  <a:gd name="connsiteX2-455" fmla="*/ 595444 w 640916"/>
                  <a:gd name="connsiteY2-456" fmla="*/ 600046 h 628066"/>
                  <a:gd name="connsiteX3-457" fmla="*/ 12537 w 640916"/>
                  <a:gd name="connsiteY3-458" fmla="*/ 537387 h 628066"/>
                  <a:gd name="connsiteX4-459" fmla="*/ 4334 w 640916"/>
                  <a:gd name="connsiteY4-460" fmla="*/ 120763 h 628066"/>
                  <a:gd name="connsiteX0-461" fmla="*/ 103603 w 629940"/>
                  <a:gd name="connsiteY0-462" fmla="*/ 26437 h 603226"/>
                  <a:gd name="connsiteX1-463" fmla="*/ 546957 w 629940"/>
                  <a:gd name="connsiteY1-464" fmla="*/ 27314 h 603226"/>
                  <a:gd name="connsiteX2-465" fmla="*/ 595444 w 629940"/>
                  <a:gd name="connsiteY2-466" fmla="*/ 575206 h 603226"/>
                  <a:gd name="connsiteX3-467" fmla="*/ 12537 w 629940"/>
                  <a:gd name="connsiteY3-468" fmla="*/ 512547 h 603226"/>
                  <a:gd name="connsiteX4-469" fmla="*/ 4334 w 629940"/>
                  <a:gd name="connsiteY4-470" fmla="*/ 95923 h 603226"/>
                  <a:gd name="connsiteX0-471" fmla="*/ 103603 w 651443"/>
                  <a:gd name="connsiteY0-472" fmla="*/ 20041 h 614843"/>
                  <a:gd name="connsiteX1-473" fmla="*/ 608249 w 651443"/>
                  <a:gd name="connsiteY1-474" fmla="*/ 39879 h 614843"/>
                  <a:gd name="connsiteX2-475" fmla="*/ 595444 w 651443"/>
                  <a:gd name="connsiteY2-476" fmla="*/ 568810 h 614843"/>
                  <a:gd name="connsiteX3-477" fmla="*/ 12537 w 651443"/>
                  <a:gd name="connsiteY3-478" fmla="*/ 506151 h 614843"/>
                  <a:gd name="connsiteX4-479" fmla="*/ 4334 w 651443"/>
                  <a:gd name="connsiteY4-480" fmla="*/ 89527 h 614843"/>
                  <a:gd name="connsiteX0-481" fmla="*/ 103603 w 640788"/>
                  <a:gd name="connsiteY0-482" fmla="*/ 20041 h 614843"/>
                  <a:gd name="connsiteX1-483" fmla="*/ 581981 w 640788"/>
                  <a:gd name="connsiteY1-484" fmla="*/ 39879 h 614843"/>
                  <a:gd name="connsiteX2-485" fmla="*/ 595444 w 640788"/>
                  <a:gd name="connsiteY2-486" fmla="*/ 568810 h 614843"/>
                  <a:gd name="connsiteX3-487" fmla="*/ 12537 w 640788"/>
                  <a:gd name="connsiteY3-488" fmla="*/ 506151 h 614843"/>
                  <a:gd name="connsiteX4-489" fmla="*/ 4334 w 640788"/>
                  <a:gd name="connsiteY4-490" fmla="*/ 89527 h 614843"/>
                  <a:gd name="connsiteX0-491" fmla="*/ 103603 w 673655"/>
                  <a:gd name="connsiteY0-492" fmla="*/ 38763 h 618146"/>
                  <a:gd name="connsiteX1-493" fmla="*/ 581981 w 673655"/>
                  <a:gd name="connsiteY1-494" fmla="*/ 58601 h 618146"/>
                  <a:gd name="connsiteX2-495" fmla="*/ 621713 w 673655"/>
                  <a:gd name="connsiteY2-496" fmla="*/ 562250 h 618146"/>
                  <a:gd name="connsiteX3-497" fmla="*/ 12537 w 673655"/>
                  <a:gd name="connsiteY3-498" fmla="*/ 524873 h 618146"/>
                  <a:gd name="connsiteX4-499" fmla="*/ 4334 w 673655"/>
                  <a:gd name="connsiteY4-500" fmla="*/ 108249 h 618146"/>
                  <a:gd name="connsiteX0-501" fmla="*/ 103603 w 654750"/>
                  <a:gd name="connsiteY0-502" fmla="*/ 38763 h 605787"/>
                  <a:gd name="connsiteX1-503" fmla="*/ 581981 w 654750"/>
                  <a:gd name="connsiteY1-504" fmla="*/ 58601 h 605787"/>
                  <a:gd name="connsiteX2-505" fmla="*/ 621713 w 654750"/>
                  <a:gd name="connsiteY2-506" fmla="*/ 562250 h 605787"/>
                  <a:gd name="connsiteX3-507" fmla="*/ 12537 w 654750"/>
                  <a:gd name="connsiteY3-508" fmla="*/ 524873 h 605787"/>
                  <a:gd name="connsiteX4-509" fmla="*/ 4334 w 654750"/>
                  <a:gd name="connsiteY4-510" fmla="*/ 108249 h 605787"/>
                  <a:gd name="connsiteX0-511" fmla="*/ 103603 w 643734"/>
                  <a:gd name="connsiteY0-512" fmla="*/ 31800 h 598824"/>
                  <a:gd name="connsiteX1-513" fmla="*/ 581981 w 643734"/>
                  <a:gd name="connsiteY1-514" fmla="*/ 51638 h 598824"/>
                  <a:gd name="connsiteX2-515" fmla="*/ 621713 w 643734"/>
                  <a:gd name="connsiteY2-516" fmla="*/ 555287 h 598824"/>
                  <a:gd name="connsiteX3-517" fmla="*/ 12537 w 643734"/>
                  <a:gd name="connsiteY3-518" fmla="*/ 517910 h 598824"/>
                  <a:gd name="connsiteX4-519" fmla="*/ 4334 w 643734"/>
                  <a:gd name="connsiteY4-520" fmla="*/ 101286 h 598824"/>
                  <a:gd name="connsiteX0-521" fmla="*/ 103603 w 643734"/>
                  <a:gd name="connsiteY0-522" fmla="*/ 24551 h 591575"/>
                  <a:gd name="connsiteX1-523" fmla="*/ 581981 w 643734"/>
                  <a:gd name="connsiteY1-524" fmla="*/ 44389 h 591575"/>
                  <a:gd name="connsiteX2-525" fmla="*/ 621713 w 643734"/>
                  <a:gd name="connsiteY2-526" fmla="*/ 548038 h 591575"/>
                  <a:gd name="connsiteX3-527" fmla="*/ 12537 w 643734"/>
                  <a:gd name="connsiteY3-528" fmla="*/ 510661 h 591575"/>
                  <a:gd name="connsiteX4-529" fmla="*/ 4334 w 643734"/>
                  <a:gd name="connsiteY4-530" fmla="*/ 94037 h 591575"/>
                  <a:gd name="connsiteX0-531" fmla="*/ 103603 w 643734"/>
                  <a:gd name="connsiteY0-532" fmla="*/ 20135 h 587159"/>
                  <a:gd name="connsiteX1-533" fmla="*/ 581981 w 643734"/>
                  <a:gd name="connsiteY1-534" fmla="*/ 39973 h 587159"/>
                  <a:gd name="connsiteX2-535" fmla="*/ 621713 w 643734"/>
                  <a:gd name="connsiteY2-536" fmla="*/ 543622 h 587159"/>
                  <a:gd name="connsiteX3-537" fmla="*/ 12537 w 643734"/>
                  <a:gd name="connsiteY3-538" fmla="*/ 506245 h 587159"/>
                  <a:gd name="connsiteX4-539" fmla="*/ 4334 w 643734"/>
                  <a:gd name="connsiteY4-540" fmla="*/ 89621 h 587159"/>
                  <a:gd name="connsiteX0-541" fmla="*/ 51067 w 657504"/>
                  <a:gd name="connsiteY0-542" fmla="*/ 31623 h 592327"/>
                  <a:gd name="connsiteX1-543" fmla="*/ 581981 w 657504"/>
                  <a:gd name="connsiteY1-544" fmla="*/ 45141 h 592327"/>
                  <a:gd name="connsiteX2-545" fmla="*/ 621713 w 657504"/>
                  <a:gd name="connsiteY2-546" fmla="*/ 548790 h 592327"/>
                  <a:gd name="connsiteX3-547" fmla="*/ 12537 w 657504"/>
                  <a:gd name="connsiteY3-548" fmla="*/ 511413 h 592327"/>
                  <a:gd name="connsiteX4-549" fmla="*/ 4334 w 657504"/>
                  <a:gd name="connsiteY4-550" fmla="*/ 94789 h 592327"/>
                  <a:gd name="connsiteX0-551" fmla="*/ 51067 w 676118"/>
                  <a:gd name="connsiteY0-552" fmla="*/ 31623 h 604686"/>
                  <a:gd name="connsiteX1-553" fmla="*/ 581981 w 676118"/>
                  <a:gd name="connsiteY1-554" fmla="*/ 45141 h 604686"/>
                  <a:gd name="connsiteX2-555" fmla="*/ 621713 w 676118"/>
                  <a:gd name="connsiteY2-556" fmla="*/ 548790 h 604686"/>
                  <a:gd name="connsiteX3-557" fmla="*/ 12537 w 676118"/>
                  <a:gd name="connsiteY3-558" fmla="*/ 511413 h 604686"/>
                  <a:gd name="connsiteX4-559" fmla="*/ 4334 w 676118"/>
                  <a:gd name="connsiteY4-560" fmla="*/ 94789 h 604686"/>
                  <a:gd name="connsiteX0-561" fmla="*/ 51067 w 659741"/>
                  <a:gd name="connsiteY0-562" fmla="*/ 18182 h 591245"/>
                  <a:gd name="connsiteX1-563" fmla="*/ 581981 w 659741"/>
                  <a:gd name="connsiteY1-564" fmla="*/ 31700 h 591245"/>
                  <a:gd name="connsiteX2-565" fmla="*/ 621713 w 659741"/>
                  <a:gd name="connsiteY2-566" fmla="*/ 535349 h 591245"/>
                  <a:gd name="connsiteX3-567" fmla="*/ 12537 w 659741"/>
                  <a:gd name="connsiteY3-568" fmla="*/ 497972 h 591245"/>
                  <a:gd name="connsiteX4-569" fmla="*/ 4334 w 659741"/>
                  <a:gd name="connsiteY4-570" fmla="*/ 81348 h 591245"/>
                  <a:gd name="connsiteX0-571" fmla="*/ 51067 w 671131"/>
                  <a:gd name="connsiteY0-572" fmla="*/ 18182 h 591245"/>
                  <a:gd name="connsiteX1-573" fmla="*/ 617005 w 671131"/>
                  <a:gd name="connsiteY1-574" fmla="*/ 31700 h 591245"/>
                  <a:gd name="connsiteX2-575" fmla="*/ 621713 w 671131"/>
                  <a:gd name="connsiteY2-576" fmla="*/ 535349 h 591245"/>
                  <a:gd name="connsiteX3-577" fmla="*/ 12537 w 671131"/>
                  <a:gd name="connsiteY3-578" fmla="*/ 497972 h 591245"/>
                  <a:gd name="connsiteX4-579" fmla="*/ 4334 w 671131"/>
                  <a:gd name="connsiteY4-580" fmla="*/ 81348 h 591245"/>
                  <a:gd name="connsiteX0-581" fmla="*/ 51067 w 648099"/>
                  <a:gd name="connsiteY0-582" fmla="*/ 18182 h 578886"/>
                  <a:gd name="connsiteX1-583" fmla="*/ 617005 w 648099"/>
                  <a:gd name="connsiteY1-584" fmla="*/ 31700 h 578886"/>
                  <a:gd name="connsiteX2-585" fmla="*/ 621713 w 648099"/>
                  <a:gd name="connsiteY2-586" fmla="*/ 535349 h 578886"/>
                  <a:gd name="connsiteX3-587" fmla="*/ 12537 w 648099"/>
                  <a:gd name="connsiteY3-588" fmla="*/ 497972 h 578886"/>
                  <a:gd name="connsiteX4-589" fmla="*/ 4334 w 648099"/>
                  <a:gd name="connsiteY4-590" fmla="*/ 81348 h 578886"/>
                  <a:gd name="connsiteX0-591" fmla="*/ 51067 w 648099"/>
                  <a:gd name="connsiteY0-592" fmla="*/ 18182 h 565791"/>
                  <a:gd name="connsiteX1-593" fmla="*/ 617005 w 648099"/>
                  <a:gd name="connsiteY1-594" fmla="*/ 31700 h 565791"/>
                  <a:gd name="connsiteX2-595" fmla="*/ 621713 w 648099"/>
                  <a:gd name="connsiteY2-596" fmla="*/ 535349 h 565791"/>
                  <a:gd name="connsiteX3-597" fmla="*/ 12537 w 648099"/>
                  <a:gd name="connsiteY3-598" fmla="*/ 497972 h 565791"/>
                  <a:gd name="connsiteX4-599" fmla="*/ 4334 w 648099"/>
                  <a:gd name="connsiteY4-600" fmla="*/ 81348 h 565791"/>
                </a:gdLst>
                <a:ahLst/>
                <a:cxnLst>
                  <a:cxn ang="0">
                    <a:pos x="connsiteX0-591" y="connsiteY0-592"/>
                  </a:cxn>
                  <a:cxn ang="0">
                    <a:pos x="connsiteX1-593" y="connsiteY1-594"/>
                  </a:cxn>
                  <a:cxn ang="0">
                    <a:pos x="connsiteX2-595" y="connsiteY2-596"/>
                  </a:cxn>
                  <a:cxn ang="0">
                    <a:pos x="connsiteX3-597" y="connsiteY3-598"/>
                  </a:cxn>
                  <a:cxn ang="0">
                    <a:pos x="connsiteX4-599" y="connsiteY4-600"/>
                  </a:cxn>
                </a:cxnLst>
                <a:rect l="l" t="t" r="r" b="b"/>
                <a:pathLst>
                  <a:path w="648099" h="565791">
                    <a:moveTo>
                      <a:pt x="51067" y="18182"/>
                    </a:moveTo>
                    <a:cubicBezTo>
                      <a:pt x="281003" y="7261"/>
                      <a:pt x="591945" y="-22893"/>
                      <a:pt x="617005" y="31700"/>
                    </a:cubicBezTo>
                    <a:cubicBezTo>
                      <a:pt x="642065" y="86293"/>
                      <a:pt x="669922" y="489239"/>
                      <a:pt x="621713" y="535349"/>
                    </a:cubicBezTo>
                    <a:cubicBezTo>
                      <a:pt x="573504" y="581459"/>
                      <a:pt x="32838" y="579874"/>
                      <a:pt x="12537" y="497972"/>
                    </a:cubicBezTo>
                    <a:cubicBezTo>
                      <a:pt x="992" y="378148"/>
                      <a:pt x="-4426" y="189998"/>
                      <a:pt x="4334" y="81348"/>
                    </a:cubicBezTo>
                  </a:path>
                </a:pathLst>
              </a:custGeom>
              <a:grpFill/>
              <a:ln w="2540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方正静蕾简体" panose="02000000000000000000" pitchFamily="2" charset="-122"/>
                </a:endParaRPr>
              </a:p>
            </p:txBody>
          </p:sp>
          <p:sp>
            <p:nvSpPr>
              <p:cNvPr id="77" name="TextBox 25"/>
              <p:cNvSpPr txBox="1"/>
              <p:nvPr/>
            </p:nvSpPr>
            <p:spPr>
              <a:xfrm>
                <a:off x="1596630" y="2207738"/>
                <a:ext cx="2516836" cy="33361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75" name="文本框 74"/>
            <p:cNvSpPr txBox="1"/>
            <p:nvPr/>
          </p:nvSpPr>
          <p:spPr>
            <a:xfrm>
              <a:off x="3147909" y="955472"/>
              <a:ext cx="2663825" cy="68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机器人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  <p:bldP spid="12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/>
          <p:cNvSpPr>
            <a:spLocks noChangeArrowheads="1"/>
          </p:cNvSpPr>
          <p:nvPr/>
        </p:nvSpPr>
        <p:spPr bwMode="auto">
          <a:xfrm>
            <a:off x="587375" y="1341438"/>
            <a:ext cx="7966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控制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：使被控量（或对象或过程）按照一定的规律变化。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704"/>
          <p:cNvGrpSpPr/>
          <p:nvPr/>
        </p:nvGrpSpPr>
        <p:grpSpPr>
          <a:xfrm>
            <a:off x="1503363" y="2794000"/>
            <a:ext cx="7308850" cy="2590800"/>
            <a:chOff x="1156" y="1117"/>
            <a:chExt cx="4604" cy="1632"/>
          </a:xfrm>
        </p:grpSpPr>
        <p:sp>
          <p:nvSpPr>
            <p:cNvPr id="27667" name="Line 388"/>
            <p:cNvSpPr/>
            <p:nvPr/>
          </p:nvSpPr>
          <p:spPr>
            <a:xfrm>
              <a:off x="1932" y="1461"/>
              <a:ext cx="377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Line 389"/>
            <p:cNvSpPr/>
            <p:nvPr/>
          </p:nvSpPr>
          <p:spPr>
            <a:xfrm>
              <a:off x="2624" y="1461"/>
              <a:ext cx="7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9" name="Line 390"/>
            <p:cNvSpPr/>
            <p:nvPr/>
          </p:nvSpPr>
          <p:spPr>
            <a:xfrm>
              <a:off x="3341" y="1461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0" name="Line 391"/>
            <p:cNvSpPr/>
            <p:nvPr/>
          </p:nvSpPr>
          <p:spPr>
            <a:xfrm>
              <a:off x="3341" y="1461"/>
              <a:ext cx="1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1" name="Line 392"/>
            <p:cNvSpPr/>
            <p:nvPr/>
          </p:nvSpPr>
          <p:spPr>
            <a:xfrm>
              <a:off x="3353" y="1463"/>
              <a:ext cx="5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2" name="Line 393"/>
            <p:cNvSpPr/>
            <p:nvPr/>
          </p:nvSpPr>
          <p:spPr>
            <a:xfrm>
              <a:off x="3358" y="1465"/>
              <a:ext cx="3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3" name="Line 394"/>
            <p:cNvSpPr/>
            <p:nvPr/>
          </p:nvSpPr>
          <p:spPr>
            <a:xfrm>
              <a:off x="3361" y="1466"/>
              <a:ext cx="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4" name="Line 395"/>
            <p:cNvSpPr/>
            <p:nvPr/>
          </p:nvSpPr>
          <p:spPr>
            <a:xfrm>
              <a:off x="3365" y="1467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5" name="Line 396"/>
            <p:cNvSpPr/>
            <p:nvPr/>
          </p:nvSpPr>
          <p:spPr>
            <a:xfrm>
              <a:off x="3368" y="147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Line 397"/>
            <p:cNvSpPr/>
            <p:nvPr/>
          </p:nvSpPr>
          <p:spPr>
            <a:xfrm>
              <a:off x="3369" y="1471"/>
              <a:ext cx="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7" name="Line 398"/>
            <p:cNvSpPr/>
            <p:nvPr/>
          </p:nvSpPr>
          <p:spPr>
            <a:xfrm>
              <a:off x="3372" y="1473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8" name="Line 399"/>
            <p:cNvSpPr/>
            <p:nvPr/>
          </p:nvSpPr>
          <p:spPr>
            <a:xfrm>
              <a:off x="3373" y="1474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9" name="Line 400"/>
            <p:cNvSpPr/>
            <p:nvPr/>
          </p:nvSpPr>
          <p:spPr>
            <a:xfrm>
              <a:off x="3376" y="147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0" name="Line 401"/>
            <p:cNvSpPr/>
            <p:nvPr/>
          </p:nvSpPr>
          <p:spPr>
            <a:xfrm>
              <a:off x="3377" y="1478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Line 402"/>
            <p:cNvSpPr/>
            <p:nvPr/>
          </p:nvSpPr>
          <p:spPr>
            <a:xfrm>
              <a:off x="3379" y="1479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2" name="Line 403"/>
            <p:cNvSpPr/>
            <p:nvPr/>
          </p:nvSpPr>
          <p:spPr>
            <a:xfrm>
              <a:off x="3380" y="1481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3" name="Line 404"/>
            <p:cNvSpPr/>
            <p:nvPr/>
          </p:nvSpPr>
          <p:spPr>
            <a:xfrm>
              <a:off x="3381" y="1483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4" name="Line 405"/>
            <p:cNvSpPr/>
            <p:nvPr/>
          </p:nvSpPr>
          <p:spPr>
            <a:xfrm>
              <a:off x="3381" y="1485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5" name="Line 406"/>
            <p:cNvSpPr/>
            <p:nvPr/>
          </p:nvSpPr>
          <p:spPr>
            <a:xfrm>
              <a:off x="3383" y="148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6" name="Line 407"/>
            <p:cNvSpPr/>
            <p:nvPr/>
          </p:nvSpPr>
          <p:spPr>
            <a:xfrm>
              <a:off x="3384" y="1487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7" name="Line 408"/>
            <p:cNvSpPr/>
            <p:nvPr/>
          </p:nvSpPr>
          <p:spPr>
            <a:xfrm>
              <a:off x="3384" y="149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8" name="Line 409"/>
            <p:cNvSpPr/>
            <p:nvPr/>
          </p:nvSpPr>
          <p:spPr>
            <a:xfrm>
              <a:off x="3385" y="149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9" name="Line 410"/>
            <p:cNvSpPr/>
            <p:nvPr/>
          </p:nvSpPr>
          <p:spPr>
            <a:xfrm>
              <a:off x="3385" y="1493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0" name="Line 411"/>
            <p:cNvSpPr/>
            <p:nvPr/>
          </p:nvSpPr>
          <p:spPr>
            <a:xfrm>
              <a:off x="3387" y="1494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1" name="Line 412"/>
            <p:cNvSpPr/>
            <p:nvPr/>
          </p:nvSpPr>
          <p:spPr>
            <a:xfrm>
              <a:off x="3387" y="149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2" name="Line 413"/>
            <p:cNvSpPr/>
            <p:nvPr/>
          </p:nvSpPr>
          <p:spPr>
            <a:xfrm>
              <a:off x="3387" y="1498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3" name="Line 414"/>
            <p:cNvSpPr/>
            <p:nvPr/>
          </p:nvSpPr>
          <p:spPr>
            <a:xfrm>
              <a:off x="3388" y="150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4" name="Line 415"/>
            <p:cNvSpPr/>
            <p:nvPr/>
          </p:nvSpPr>
          <p:spPr>
            <a:xfrm>
              <a:off x="3388" y="1501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Line 416"/>
            <p:cNvSpPr/>
            <p:nvPr/>
          </p:nvSpPr>
          <p:spPr>
            <a:xfrm>
              <a:off x="3388" y="150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6" name="Line 417"/>
            <p:cNvSpPr/>
            <p:nvPr/>
          </p:nvSpPr>
          <p:spPr>
            <a:xfrm>
              <a:off x="3388" y="1505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7" name="Line 418"/>
            <p:cNvSpPr/>
            <p:nvPr/>
          </p:nvSpPr>
          <p:spPr>
            <a:xfrm>
              <a:off x="3388" y="1506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8" name="Line 419"/>
            <p:cNvSpPr/>
            <p:nvPr/>
          </p:nvSpPr>
          <p:spPr>
            <a:xfrm>
              <a:off x="3388" y="150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9" name="Line 42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0" name="Line 42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1" name="Line 42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2" name="Line 42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3" name="Line 42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4" name="Line 42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5" name="Line 42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6" name="Line 42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7" name="Line 428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8" name="Line 429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9" name="Line 43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0" name="Line 43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43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Line 43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3" name="Line 43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4" name="Line 43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Line 43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6" name="Line 43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7" name="Line 438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8" name="Line 439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9" name="Line 440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0" name="Line 441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1" name="Line 442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2" name="Line 443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3" name="Line 444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4" name="Line 445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5" name="Line 446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6" name="Line 447"/>
            <p:cNvSpPr/>
            <p:nvPr/>
          </p:nvSpPr>
          <p:spPr>
            <a:xfrm>
              <a:off x="3389" y="150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7" name="Line 448"/>
            <p:cNvSpPr/>
            <p:nvPr/>
          </p:nvSpPr>
          <p:spPr>
            <a:xfrm>
              <a:off x="3389" y="1525"/>
              <a:ext cx="1" cy="19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8" name="Line 449"/>
            <p:cNvSpPr/>
            <p:nvPr/>
          </p:nvSpPr>
          <p:spPr>
            <a:xfrm>
              <a:off x="2723" y="1571"/>
              <a:ext cx="431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9" name="Line 450"/>
            <p:cNvSpPr/>
            <p:nvPr/>
          </p:nvSpPr>
          <p:spPr>
            <a:xfrm>
              <a:off x="3148" y="1590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0" name="Line 451"/>
            <p:cNvSpPr/>
            <p:nvPr/>
          </p:nvSpPr>
          <p:spPr>
            <a:xfrm>
              <a:off x="3148" y="1590"/>
              <a:ext cx="1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1" name="Line 452"/>
            <p:cNvSpPr/>
            <p:nvPr/>
          </p:nvSpPr>
          <p:spPr>
            <a:xfrm>
              <a:off x="3160" y="1592"/>
              <a:ext cx="5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2" name="Line 453"/>
            <p:cNvSpPr/>
            <p:nvPr/>
          </p:nvSpPr>
          <p:spPr>
            <a:xfrm>
              <a:off x="3165" y="1594"/>
              <a:ext cx="3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3" name="Line 454"/>
            <p:cNvSpPr/>
            <p:nvPr/>
          </p:nvSpPr>
          <p:spPr>
            <a:xfrm>
              <a:off x="3168" y="1595"/>
              <a:ext cx="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4" name="Line 455"/>
            <p:cNvSpPr/>
            <p:nvPr/>
          </p:nvSpPr>
          <p:spPr>
            <a:xfrm>
              <a:off x="3172" y="1596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5" name="Line 456"/>
            <p:cNvSpPr/>
            <p:nvPr/>
          </p:nvSpPr>
          <p:spPr>
            <a:xfrm>
              <a:off x="3175" y="159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6" name="Line 457"/>
            <p:cNvSpPr/>
            <p:nvPr/>
          </p:nvSpPr>
          <p:spPr>
            <a:xfrm>
              <a:off x="3176" y="1600"/>
              <a:ext cx="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7" name="Line 458"/>
            <p:cNvSpPr/>
            <p:nvPr/>
          </p:nvSpPr>
          <p:spPr>
            <a:xfrm>
              <a:off x="3179" y="160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8" name="Line 459"/>
            <p:cNvSpPr/>
            <p:nvPr/>
          </p:nvSpPr>
          <p:spPr>
            <a:xfrm>
              <a:off x="3180" y="1603"/>
              <a:ext cx="3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9" name="Line 460"/>
            <p:cNvSpPr/>
            <p:nvPr/>
          </p:nvSpPr>
          <p:spPr>
            <a:xfrm>
              <a:off x="3183" y="160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0" name="Line 461"/>
            <p:cNvSpPr/>
            <p:nvPr/>
          </p:nvSpPr>
          <p:spPr>
            <a:xfrm>
              <a:off x="3184" y="160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1" name="Line 462"/>
            <p:cNvSpPr/>
            <p:nvPr/>
          </p:nvSpPr>
          <p:spPr>
            <a:xfrm>
              <a:off x="3185" y="1608"/>
              <a:ext cx="2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2" name="Line 463"/>
            <p:cNvSpPr/>
            <p:nvPr/>
          </p:nvSpPr>
          <p:spPr>
            <a:xfrm>
              <a:off x="3187" y="161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3" name="Line 464"/>
            <p:cNvSpPr/>
            <p:nvPr/>
          </p:nvSpPr>
          <p:spPr>
            <a:xfrm>
              <a:off x="3188" y="1612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4" name="Line 465"/>
            <p:cNvSpPr/>
            <p:nvPr/>
          </p:nvSpPr>
          <p:spPr>
            <a:xfrm>
              <a:off x="3188" y="161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5" name="Line 466"/>
            <p:cNvSpPr/>
            <p:nvPr/>
          </p:nvSpPr>
          <p:spPr>
            <a:xfrm>
              <a:off x="3189" y="1615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6" name="Line 467"/>
            <p:cNvSpPr/>
            <p:nvPr/>
          </p:nvSpPr>
          <p:spPr>
            <a:xfrm>
              <a:off x="3191" y="1616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7" name="Line 468"/>
            <p:cNvSpPr/>
            <p:nvPr/>
          </p:nvSpPr>
          <p:spPr>
            <a:xfrm>
              <a:off x="3191" y="1619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8" name="Line 469"/>
            <p:cNvSpPr/>
            <p:nvPr/>
          </p:nvSpPr>
          <p:spPr>
            <a:xfrm>
              <a:off x="3192" y="1620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9" name="Line 470"/>
            <p:cNvSpPr/>
            <p:nvPr/>
          </p:nvSpPr>
          <p:spPr>
            <a:xfrm>
              <a:off x="3192" y="1622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0" name="Line 471"/>
            <p:cNvSpPr/>
            <p:nvPr/>
          </p:nvSpPr>
          <p:spPr>
            <a:xfrm>
              <a:off x="3193" y="1623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1" name="Line 472"/>
            <p:cNvSpPr/>
            <p:nvPr/>
          </p:nvSpPr>
          <p:spPr>
            <a:xfrm>
              <a:off x="3193" y="1626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2" name="Line 473"/>
            <p:cNvSpPr/>
            <p:nvPr/>
          </p:nvSpPr>
          <p:spPr>
            <a:xfrm>
              <a:off x="3193" y="1627"/>
              <a:ext cx="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3" name="Line 474"/>
            <p:cNvSpPr/>
            <p:nvPr/>
          </p:nvSpPr>
          <p:spPr>
            <a:xfrm>
              <a:off x="3195" y="1628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4" name="Line 475"/>
            <p:cNvSpPr/>
            <p:nvPr/>
          </p:nvSpPr>
          <p:spPr>
            <a:xfrm>
              <a:off x="3195" y="1630"/>
              <a:ext cx="1" cy="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5" name="Line 476"/>
            <p:cNvSpPr/>
            <p:nvPr/>
          </p:nvSpPr>
          <p:spPr>
            <a:xfrm>
              <a:off x="3195" y="1633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6" name="Line 477"/>
            <p:cNvSpPr/>
            <p:nvPr/>
          </p:nvSpPr>
          <p:spPr>
            <a:xfrm>
              <a:off x="3195" y="1634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7" name="Line 478"/>
            <p:cNvSpPr/>
            <p:nvPr/>
          </p:nvSpPr>
          <p:spPr>
            <a:xfrm>
              <a:off x="3195" y="1635"/>
              <a:ext cx="1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8" name="Line 479"/>
            <p:cNvSpPr/>
            <p:nvPr/>
          </p:nvSpPr>
          <p:spPr>
            <a:xfrm>
              <a:off x="3195" y="1637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9" name="Line 48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0" name="Line 48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1" name="Line 48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2" name="Line 48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3" name="Line 48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4" name="Line 48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5" name="Line 48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6" name="Line 48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7" name="Line 488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8" name="Line 489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9" name="Line 49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0" name="Line 49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1" name="Line 49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2" name="Line 49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3" name="Line 49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4" name="Line 49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5" name="Line 49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6" name="Line 49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7" name="Line 498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8" name="Line 499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9" name="Line 500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0" name="Line 501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1" name="Line 502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2" name="Line 503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3" name="Line 504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4" name="Line 505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5" name="Line 506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6" name="Line 507"/>
            <p:cNvSpPr/>
            <p:nvPr/>
          </p:nvSpPr>
          <p:spPr>
            <a:xfrm>
              <a:off x="3196" y="1638"/>
              <a:ext cx="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7" name="Line 508"/>
            <p:cNvSpPr/>
            <p:nvPr/>
          </p:nvSpPr>
          <p:spPr>
            <a:xfrm>
              <a:off x="3196" y="1654"/>
              <a:ext cx="1" cy="64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8" name="Line 509"/>
            <p:cNvSpPr/>
            <p:nvPr/>
          </p:nvSpPr>
          <p:spPr>
            <a:xfrm>
              <a:off x="3261" y="1654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9" name="Line 510"/>
            <p:cNvSpPr/>
            <p:nvPr/>
          </p:nvSpPr>
          <p:spPr>
            <a:xfrm>
              <a:off x="3261" y="1718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0" name="Line 511"/>
            <p:cNvSpPr/>
            <p:nvPr/>
          </p:nvSpPr>
          <p:spPr>
            <a:xfrm>
              <a:off x="3261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1" name="Line 512"/>
            <p:cNvSpPr/>
            <p:nvPr/>
          </p:nvSpPr>
          <p:spPr>
            <a:xfrm>
              <a:off x="3261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2" name="Line 513"/>
            <p:cNvSpPr/>
            <p:nvPr/>
          </p:nvSpPr>
          <p:spPr>
            <a:xfrm>
              <a:off x="3325" y="1654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3" name="Line 514"/>
            <p:cNvSpPr/>
            <p:nvPr/>
          </p:nvSpPr>
          <p:spPr>
            <a:xfrm>
              <a:off x="3325" y="1718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4" name="Line 515"/>
            <p:cNvSpPr/>
            <p:nvPr/>
          </p:nvSpPr>
          <p:spPr>
            <a:xfrm>
              <a:off x="3325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5" name="Line 516"/>
            <p:cNvSpPr/>
            <p:nvPr/>
          </p:nvSpPr>
          <p:spPr>
            <a:xfrm>
              <a:off x="3325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6" name="Line 517"/>
            <p:cNvSpPr/>
            <p:nvPr/>
          </p:nvSpPr>
          <p:spPr>
            <a:xfrm>
              <a:off x="3196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7" name="Line 518"/>
            <p:cNvSpPr/>
            <p:nvPr/>
          </p:nvSpPr>
          <p:spPr>
            <a:xfrm>
              <a:off x="3196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8" name="Line 519"/>
            <p:cNvSpPr/>
            <p:nvPr/>
          </p:nvSpPr>
          <p:spPr>
            <a:xfrm>
              <a:off x="3389" y="1783"/>
              <a:ext cx="1" cy="1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99" name="Line 520"/>
            <p:cNvSpPr/>
            <p:nvPr/>
          </p:nvSpPr>
          <p:spPr>
            <a:xfrm>
              <a:off x="3389" y="1847"/>
              <a:ext cx="1" cy="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0" name="Line 521"/>
            <p:cNvSpPr/>
            <p:nvPr/>
          </p:nvSpPr>
          <p:spPr>
            <a:xfrm>
              <a:off x="3067" y="1783"/>
              <a:ext cx="1" cy="69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1" name="Line 522"/>
            <p:cNvSpPr/>
            <p:nvPr/>
          </p:nvSpPr>
          <p:spPr>
            <a:xfrm>
              <a:off x="3067" y="2476"/>
              <a:ext cx="14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2" name="Line 523"/>
            <p:cNvSpPr/>
            <p:nvPr/>
          </p:nvSpPr>
          <p:spPr>
            <a:xfrm>
              <a:off x="306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3" name="Line 524"/>
            <p:cNvSpPr/>
            <p:nvPr/>
          </p:nvSpPr>
          <p:spPr>
            <a:xfrm>
              <a:off x="3132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4" name="Line 525"/>
            <p:cNvSpPr/>
            <p:nvPr/>
          </p:nvSpPr>
          <p:spPr>
            <a:xfrm>
              <a:off x="3196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5" name="Line 526"/>
            <p:cNvSpPr/>
            <p:nvPr/>
          </p:nvSpPr>
          <p:spPr>
            <a:xfrm>
              <a:off x="326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6" name="Line 527"/>
            <p:cNvSpPr/>
            <p:nvPr/>
          </p:nvSpPr>
          <p:spPr>
            <a:xfrm>
              <a:off x="3325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7" name="Line 528"/>
            <p:cNvSpPr/>
            <p:nvPr/>
          </p:nvSpPr>
          <p:spPr>
            <a:xfrm>
              <a:off x="3389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8" name="Line 529"/>
            <p:cNvSpPr/>
            <p:nvPr/>
          </p:nvSpPr>
          <p:spPr>
            <a:xfrm>
              <a:off x="3454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09" name="Line 530"/>
            <p:cNvSpPr/>
            <p:nvPr/>
          </p:nvSpPr>
          <p:spPr>
            <a:xfrm>
              <a:off x="3518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0" name="Line 531"/>
            <p:cNvSpPr/>
            <p:nvPr/>
          </p:nvSpPr>
          <p:spPr>
            <a:xfrm>
              <a:off x="3583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1" name="Line 532"/>
            <p:cNvSpPr/>
            <p:nvPr/>
          </p:nvSpPr>
          <p:spPr>
            <a:xfrm>
              <a:off x="364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2" name="Line 533"/>
            <p:cNvSpPr/>
            <p:nvPr/>
          </p:nvSpPr>
          <p:spPr>
            <a:xfrm>
              <a:off x="371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3" name="Line 534"/>
            <p:cNvSpPr/>
            <p:nvPr/>
          </p:nvSpPr>
          <p:spPr>
            <a:xfrm>
              <a:off x="3776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4" name="Line 535"/>
            <p:cNvSpPr/>
            <p:nvPr/>
          </p:nvSpPr>
          <p:spPr>
            <a:xfrm>
              <a:off x="3840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5" name="Line 536"/>
            <p:cNvSpPr/>
            <p:nvPr/>
          </p:nvSpPr>
          <p:spPr>
            <a:xfrm>
              <a:off x="3905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6" name="Line 537"/>
            <p:cNvSpPr/>
            <p:nvPr/>
          </p:nvSpPr>
          <p:spPr>
            <a:xfrm>
              <a:off x="4033" y="1902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7" name="Line 538"/>
            <p:cNvSpPr/>
            <p:nvPr/>
          </p:nvSpPr>
          <p:spPr>
            <a:xfrm>
              <a:off x="4098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8" name="Line 539"/>
            <p:cNvSpPr/>
            <p:nvPr/>
          </p:nvSpPr>
          <p:spPr>
            <a:xfrm>
              <a:off x="4162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19" name="Line 540"/>
            <p:cNvSpPr/>
            <p:nvPr/>
          </p:nvSpPr>
          <p:spPr>
            <a:xfrm>
              <a:off x="4227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0" name="Line 541"/>
            <p:cNvSpPr/>
            <p:nvPr/>
          </p:nvSpPr>
          <p:spPr>
            <a:xfrm>
              <a:off x="4291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1" name="Line 542"/>
            <p:cNvSpPr/>
            <p:nvPr/>
          </p:nvSpPr>
          <p:spPr>
            <a:xfrm>
              <a:off x="4355" y="1902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2" name="Line 543"/>
            <p:cNvSpPr/>
            <p:nvPr/>
          </p:nvSpPr>
          <p:spPr>
            <a:xfrm>
              <a:off x="4420" y="1902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3" name="Line 544"/>
            <p:cNvSpPr/>
            <p:nvPr/>
          </p:nvSpPr>
          <p:spPr>
            <a:xfrm>
              <a:off x="306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4" name="Line 545"/>
            <p:cNvSpPr/>
            <p:nvPr/>
          </p:nvSpPr>
          <p:spPr>
            <a:xfrm>
              <a:off x="3132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5" name="Line 546"/>
            <p:cNvSpPr/>
            <p:nvPr/>
          </p:nvSpPr>
          <p:spPr>
            <a:xfrm>
              <a:off x="3196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6" name="Line 547"/>
            <p:cNvSpPr/>
            <p:nvPr/>
          </p:nvSpPr>
          <p:spPr>
            <a:xfrm>
              <a:off x="326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7" name="Line 548"/>
            <p:cNvSpPr/>
            <p:nvPr/>
          </p:nvSpPr>
          <p:spPr>
            <a:xfrm>
              <a:off x="3325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8" name="Line 549"/>
            <p:cNvSpPr/>
            <p:nvPr/>
          </p:nvSpPr>
          <p:spPr>
            <a:xfrm>
              <a:off x="3389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29" name="Line 550"/>
            <p:cNvSpPr/>
            <p:nvPr/>
          </p:nvSpPr>
          <p:spPr>
            <a:xfrm>
              <a:off x="3454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0" name="Line 551"/>
            <p:cNvSpPr/>
            <p:nvPr/>
          </p:nvSpPr>
          <p:spPr>
            <a:xfrm>
              <a:off x="3518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1" name="Line 552"/>
            <p:cNvSpPr/>
            <p:nvPr/>
          </p:nvSpPr>
          <p:spPr>
            <a:xfrm>
              <a:off x="3583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2" name="Line 553"/>
            <p:cNvSpPr/>
            <p:nvPr/>
          </p:nvSpPr>
          <p:spPr>
            <a:xfrm>
              <a:off x="364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3" name="Line 554"/>
            <p:cNvSpPr/>
            <p:nvPr/>
          </p:nvSpPr>
          <p:spPr>
            <a:xfrm>
              <a:off x="371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4" name="Line 555"/>
            <p:cNvSpPr/>
            <p:nvPr/>
          </p:nvSpPr>
          <p:spPr>
            <a:xfrm>
              <a:off x="3776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5" name="Line 556"/>
            <p:cNvSpPr/>
            <p:nvPr/>
          </p:nvSpPr>
          <p:spPr>
            <a:xfrm>
              <a:off x="3840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6" name="Line 557"/>
            <p:cNvSpPr/>
            <p:nvPr/>
          </p:nvSpPr>
          <p:spPr>
            <a:xfrm>
              <a:off x="3905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7" name="Line 558"/>
            <p:cNvSpPr/>
            <p:nvPr/>
          </p:nvSpPr>
          <p:spPr>
            <a:xfrm>
              <a:off x="3969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8" name="Line 559"/>
            <p:cNvSpPr/>
            <p:nvPr/>
          </p:nvSpPr>
          <p:spPr>
            <a:xfrm>
              <a:off x="4033" y="241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39" name="Line 560"/>
            <p:cNvSpPr/>
            <p:nvPr/>
          </p:nvSpPr>
          <p:spPr>
            <a:xfrm>
              <a:off x="4098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0" name="Line 561"/>
            <p:cNvSpPr/>
            <p:nvPr/>
          </p:nvSpPr>
          <p:spPr>
            <a:xfrm>
              <a:off x="4162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1" name="Line 562"/>
            <p:cNvSpPr/>
            <p:nvPr/>
          </p:nvSpPr>
          <p:spPr>
            <a:xfrm>
              <a:off x="4227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2" name="Line 563"/>
            <p:cNvSpPr/>
            <p:nvPr/>
          </p:nvSpPr>
          <p:spPr>
            <a:xfrm>
              <a:off x="4291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3" name="Line 564"/>
            <p:cNvSpPr/>
            <p:nvPr/>
          </p:nvSpPr>
          <p:spPr>
            <a:xfrm>
              <a:off x="4355" y="241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4" name="Line 565"/>
            <p:cNvSpPr/>
            <p:nvPr/>
          </p:nvSpPr>
          <p:spPr>
            <a:xfrm>
              <a:off x="4420" y="241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5" name="Line 566"/>
            <p:cNvSpPr/>
            <p:nvPr/>
          </p:nvSpPr>
          <p:spPr>
            <a:xfrm>
              <a:off x="3067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6" name="Line 567"/>
            <p:cNvSpPr/>
            <p:nvPr/>
          </p:nvSpPr>
          <p:spPr>
            <a:xfrm>
              <a:off x="3132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7" name="Line 568"/>
            <p:cNvSpPr/>
            <p:nvPr/>
          </p:nvSpPr>
          <p:spPr>
            <a:xfrm>
              <a:off x="3196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8" name="Line 569"/>
            <p:cNvSpPr/>
            <p:nvPr/>
          </p:nvSpPr>
          <p:spPr>
            <a:xfrm>
              <a:off x="326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49" name="Line 570"/>
            <p:cNvSpPr/>
            <p:nvPr/>
          </p:nvSpPr>
          <p:spPr>
            <a:xfrm>
              <a:off x="3325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0" name="Line 571"/>
            <p:cNvSpPr/>
            <p:nvPr/>
          </p:nvSpPr>
          <p:spPr>
            <a:xfrm>
              <a:off x="3389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1" name="Line 572"/>
            <p:cNvSpPr/>
            <p:nvPr/>
          </p:nvSpPr>
          <p:spPr>
            <a:xfrm>
              <a:off x="3454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2" name="Line 573"/>
            <p:cNvSpPr/>
            <p:nvPr/>
          </p:nvSpPr>
          <p:spPr>
            <a:xfrm>
              <a:off x="3518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3" name="Line 574"/>
            <p:cNvSpPr/>
            <p:nvPr/>
          </p:nvSpPr>
          <p:spPr>
            <a:xfrm>
              <a:off x="3583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4" name="Line 575"/>
            <p:cNvSpPr/>
            <p:nvPr/>
          </p:nvSpPr>
          <p:spPr>
            <a:xfrm>
              <a:off x="3624" y="216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5" name="Line 576"/>
            <p:cNvSpPr/>
            <p:nvPr/>
          </p:nvSpPr>
          <p:spPr>
            <a:xfrm>
              <a:off x="371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6" name="Line 577"/>
            <p:cNvSpPr/>
            <p:nvPr/>
          </p:nvSpPr>
          <p:spPr>
            <a:xfrm>
              <a:off x="3776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7" name="Line 578"/>
            <p:cNvSpPr/>
            <p:nvPr/>
          </p:nvSpPr>
          <p:spPr>
            <a:xfrm>
              <a:off x="3840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8" name="Line 579"/>
            <p:cNvSpPr/>
            <p:nvPr/>
          </p:nvSpPr>
          <p:spPr>
            <a:xfrm>
              <a:off x="3905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59" name="Line 580"/>
            <p:cNvSpPr/>
            <p:nvPr/>
          </p:nvSpPr>
          <p:spPr>
            <a:xfrm>
              <a:off x="3969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0" name="Line 581"/>
            <p:cNvSpPr/>
            <p:nvPr/>
          </p:nvSpPr>
          <p:spPr>
            <a:xfrm>
              <a:off x="4033" y="216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1" name="Line 582"/>
            <p:cNvSpPr/>
            <p:nvPr/>
          </p:nvSpPr>
          <p:spPr>
            <a:xfrm>
              <a:off x="4098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2" name="Line 583"/>
            <p:cNvSpPr/>
            <p:nvPr/>
          </p:nvSpPr>
          <p:spPr>
            <a:xfrm>
              <a:off x="4162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3" name="Line 584"/>
            <p:cNvSpPr/>
            <p:nvPr/>
          </p:nvSpPr>
          <p:spPr>
            <a:xfrm>
              <a:off x="4227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4" name="Line 585"/>
            <p:cNvSpPr/>
            <p:nvPr/>
          </p:nvSpPr>
          <p:spPr>
            <a:xfrm>
              <a:off x="4291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5" name="Line 586"/>
            <p:cNvSpPr/>
            <p:nvPr/>
          </p:nvSpPr>
          <p:spPr>
            <a:xfrm>
              <a:off x="4355" y="2160"/>
              <a:ext cx="1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6" name="Line 587"/>
            <p:cNvSpPr/>
            <p:nvPr/>
          </p:nvSpPr>
          <p:spPr>
            <a:xfrm>
              <a:off x="4420" y="2160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7" name="Line 588"/>
            <p:cNvSpPr/>
            <p:nvPr/>
          </p:nvSpPr>
          <p:spPr>
            <a:xfrm>
              <a:off x="3067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8" name="Line 589"/>
            <p:cNvSpPr/>
            <p:nvPr/>
          </p:nvSpPr>
          <p:spPr>
            <a:xfrm>
              <a:off x="3212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69" name="Line 590"/>
            <p:cNvSpPr/>
            <p:nvPr/>
          </p:nvSpPr>
          <p:spPr>
            <a:xfrm>
              <a:off x="3277" y="2031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0" name="Line 591"/>
            <p:cNvSpPr/>
            <p:nvPr/>
          </p:nvSpPr>
          <p:spPr>
            <a:xfrm>
              <a:off x="3422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1" name="Line 592"/>
            <p:cNvSpPr/>
            <p:nvPr/>
          </p:nvSpPr>
          <p:spPr>
            <a:xfrm>
              <a:off x="3488" y="2025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2" name="Line 593"/>
            <p:cNvSpPr/>
            <p:nvPr/>
          </p:nvSpPr>
          <p:spPr>
            <a:xfrm>
              <a:off x="3631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3" name="Line 594"/>
            <p:cNvSpPr/>
            <p:nvPr/>
          </p:nvSpPr>
          <p:spPr>
            <a:xfrm>
              <a:off x="3695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4" name="Line 595"/>
            <p:cNvSpPr/>
            <p:nvPr/>
          </p:nvSpPr>
          <p:spPr>
            <a:xfrm>
              <a:off x="3840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5" name="Line 596"/>
            <p:cNvSpPr/>
            <p:nvPr/>
          </p:nvSpPr>
          <p:spPr>
            <a:xfrm>
              <a:off x="3905" y="2031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6" name="Line 597"/>
            <p:cNvSpPr/>
            <p:nvPr/>
          </p:nvSpPr>
          <p:spPr>
            <a:xfrm>
              <a:off x="4050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7" name="Line 598"/>
            <p:cNvSpPr/>
            <p:nvPr/>
          </p:nvSpPr>
          <p:spPr>
            <a:xfrm>
              <a:off x="4114" y="2031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8" name="Line 599"/>
            <p:cNvSpPr/>
            <p:nvPr/>
          </p:nvSpPr>
          <p:spPr>
            <a:xfrm>
              <a:off x="4259" y="2031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79" name="Line 600"/>
            <p:cNvSpPr/>
            <p:nvPr/>
          </p:nvSpPr>
          <p:spPr>
            <a:xfrm>
              <a:off x="4305" y="2025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0" name="Line 601"/>
            <p:cNvSpPr/>
            <p:nvPr/>
          </p:nvSpPr>
          <p:spPr>
            <a:xfrm>
              <a:off x="3067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1" name="Line 602"/>
            <p:cNvSpPr/>
            <p:nvPr/>
          </p:nvSpPr>
          <p:spPr>
            <a:xfrm>
              <a:off x="3212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2" name="Line 603"/>
            <p:cNvSpPr/>
            <p:nvPr/>
          </p:nvSpPr>
          <p:spPr>
            <a:xfrm>
              <a:off x="3277" y="2289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3" name="Line 604"/>
            <p:cNvSpPr/>
            <p:nvPr/>
          </p:nvSpPr>
          <p:spPr>
            <a:xfrm>
              <a:off x="3422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4" name="Line 605"/>
            <p:cNvSpPr/>
            <p:nvPr/>
          </p:nvSpPr>
          <p:spPr>
            <a:xfrm>
              <a:off x="3486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5" name="Line 606"/>
            <p:cNvSpPr/>
            <p:nvPr/>
          </p:nvSpPr>
          <p:spPr>
            <a:xfrm>
              <a:off x="3631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6" name="Line 607"/>
            <p:cNvSpPr/>
            <p:nvPr/>
          </p:nvSpPr>
          <p:spPr>
            <a:xfrm>
              <a:off x="3695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7" name="Line 608"/>
            <p:cNvSpPr/>
            <p:nvPr/>
          </p:nvSpPr>
          <p:spPr>
            <a:xfrm>
              <a:off x="3840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8" name="Line 609"/>
            <p:cNvSpPr/>
            <p:nvPr/>
          </p:nvSpPr>
          <p:spPr>
            <a:xfrm>
              <a:off x="3905" y="2289"/>
              <a:ext cx="9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89" name="Line 610"/>
            <p:cNvSpPr/>
            <p:nvPr/>
          </p:nvSpPr>
          <p:spPr>
            <a:xfrm>
              <a:off x="4050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0" name="Line 611"/>
            <p:cNvSpPr/>
            <p:nvPr/>
          </p:nvSpPr>
          <p:spPr>
            <a:xfrm>
              <a:off x="4114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1" name="Line 612"/>
            <p:cNvSpPr/>
            <p:nvPr/>
          </p:nvSpPr>
          <p:spPr>
            <a:xfrm>
              <a:off x="4259" y="2289"/>
              <a:ext cx="16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2" name="Line 613"/>
            <p:cNvSpPr/>
            <p:nvPr/>
          </p:nvSpPr>
          <p:spPr>
            <a:xfrm>
              <a:off x="4323" y="2289"/>
              <a:ext cx="97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3" name="Line 614"/>
            <p:cNvSpPr/>
            <p:nvPr/>
          </p:nvSpPr>
          <p:spPr>
            <a:xfrm>
              <a:off x="2753" y="1902"/>
              <a:ext cx="31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4" name="Line 615"/>
            <p:cNvSpPr/>
            <p:nvPr/>
          </p:nvSpPr>
          <p:spPr>
            <a:xfrm>
              <a:off x="2753" y="2476"/>
              <a:ext cx="31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7895" name="Group 696"/>
            <p:cNvGrpSpPr/>
            <p:nvPr/>
          </p:nvGrpSpPr>
          <p:grpSpPr>
            <a:xfrm>
              <a:off x="1610" y="1480"/>
              <a:ext cx="390" cy="95"/>
              <a:chOff x="1610" y="1480"/>
              <a:chExt cx="390" cy="95"/>
            </a:xfrm>
          </p:grpSpPr>
          <p:sp>
            <p:nvSpPr>
              <p:cNvPr id="27927" name="Line 620"/>
              <p:cNvSpPr/>
              <p:nvPr/>
            </p:nvSpPr>
            <p:spPr>
              <a:xfrm>
                <a:off x="1610" y="1525"/>
                <a:ext cx="301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8" name="Freeform 621"/>
              <p:cNvSpPr/>
              <p:nvPr/>
            </p:nvSpPr>
            <p:spPr>
              <a:xfrm>
                <a:off x="1882" y="1480"/>
                <a:ext cx="118" cy="95"/>
              </a:xfrm>
              <a:custGeom>
                <a:avLst/>
                <a:gdLst/>
                <a:ahLst/>
                <a:cxnLst>
                  <a:cxn ang="0">
                    <a:pos x="118" y="47"/>
                  </a:cxn>
                  <a:cxn ang="0">
                    <a:pos x="0" y="95"/>
                  </a:cxn>
                  <a:cxn ang="0">
                    <a:pos x="0" y="0"/>
                  </a:cxn>
                  <a:cxn ang="0">
                    <a:pos x="118" y="47"/>
                  </a:cxn>
                </a:cxnLst>
                <a:rect l="0" t="0" r="0" b="0"/>
                <a:pathLst>
                  <a:path w="118" h="95">
                    <a:moveTo>
                      <a:pt x="118" y="47"/>
                    </a:moveTo>
                    <a:lnTo>
                      <a:pt x="0" y="95"/>
                    </a:lnTo>
                    <a:lnTo>
                      <a:pt x="0" y="0"/>
                    </a:lnTo>
                    <a:lnTo>
                      <a:pt x="118" y="47"/>
                    </a:lnTo>
                    <a:close/>
                  </a:path>
                </a:pathLst>
              </a:custGeom>
              <a:solidFill>
                <a:srgbClr val="C0C0C0">
                  <a:alpha val="100000"/>
                </a:srgbClr>
              </a:solidFill>
              <a:ln w="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896" name="Rectangle 624"/>
            <p:cNvSpPr/>
            <p:nvPr/>
          </p:nvSpPr>
          <p:spPr>
            <a:xfrm>
              <a:off x="4098" y="1581"/>
              <a:ext cx="323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7897" name="Line 625"/>
            <p:cNvSpPr/>
            <p:nvPr/>
          </p:nvSpPr>
          <p:spPr>
            <a:xfrm>
              <a:off x="4468" y="2410"/>
              <a:ext cx="1" cy="6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8" name="Line 626"/>
            <p:cNvSpPr/>
            <p:nvPr/>
          </p:nvSpPr>
          <p:spPr>
            <a:xfrm>
              <a:off x="4468" y="1783"/>
              <a:ext cx="1" cy="506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899" name="Line 627"/>
            <p:cNvSpPr/>
            <p:nvPr/>
          </p:nvSpPr>
          <p:spPr>
            <a:xfrm>
              <a:off x="4468" y="2410"/>
              <a:ext cx="250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0" name="Line 628"/>
            <p:cNvSpPr/>
            <p:nvPr/>
          </p:nvSpPr>
          <p:spPr>
            <a:xfrm>
              <a:off x="5040" y="2291"/>
              <a:ext cx="249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1" name="Line 629"/>
            <p:cNvSpPr/>
            <p:nvPr/>
          </p:nvSpPr>
          <p:spPr>
            <a:xfrm>
              <a:off x="5040" y="2411"/>
              <a:ext cx="249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2" name="Line 630"/>
            <p:cNvSpPr/>
            <p:nvPr/>
          </p:nvSpPr>
          <p:spPr>
            <a:xfrm>
              <a:off x="4468" y="2289"/>
              <a:ext cx="183" cy="2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3" name="Line 631"/>
            <p:cNvSpPr/>
            <p:nvPr/>
          </p:nvSpPr>
          <p:spPr>
            <a:xfrm>
              <a:off x="5225" y="2347"/>
              <a:ext cx="172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4" name="Freeform 632"/>
            <p:cNvSpPr/>
            <p:nvPr/>
          </p:nvSpPr>
          <p:spPr>
            <a:xfrm>
              <a:off x="5375" y="2296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05" name="Rectangle 634"/>
            <p:cNvSpPr/>
            <p:nvPr/>
          </p:nvSpPr>
          <p:spPr>
            <a:xfrm>
              <a:off x="5120" y="2025"/>
              <a:ext cx="179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7906" name="Group 635"/>
            <p:cNvGrpSpPr/>
            <p:nvPr/>
          </p:nvGrpSpPr>
          <p:grpSpPr>
            <a:xfrm>
              <a:off x="4651" y="2152"/>
              <a:ext cx="393" cy="285"/>
              <a:chOff x="3952" y="2514"/>
              <a:chExt cx="393" cy="285"/>
            </a:xfrm>
          </p:grpSpPr>
          <p:sp>
            <p:nvSpPr>
              <p:cNvPr id="27923" name="Freeform 636"/>
              <p:cNvSpPr/>
              <p:nvPr/>
            </p:nvSpPr>
            <p:spPr>
              <a:xfrm>
                <a:off x="3952" y="2600"/>
                <a:ext cx="196" cy="199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196" y="100"/>
                  </a:cxn>
                  <a:cxn ang="0">
                    <a:pos x="0" y="0"/>
                  </a:cxn>
                  <a:cxn ang="0">
                    <a:pos x="0" y="199"/>
                  </a:cxn>
                </a:cxnLst>
                <a:rect l="0" t="0" r="0" b="0"/>
                <a:pathLst>
                  <a:path w="196" h="199">
                    <a:moveTo>
                      <a:pt x="0" y="199"/>
                    </a:moveTo>
                    <a:lnTo>
                      <a:pt x="196" y="100"/>
                    </a:lnTo>
                    <a:lnTo>
                      <a:pt x="0" y="0"/>
                    </a:ln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4" name="Freeform 637"/>
              <p:cNvSpPr/>
              <p:nvPr/>
            </p:nvSpPr>
            <p:spPr>
              <a:xfrm>
                <a:off x="4148" y="2600"/>
                <a:ext cx="197" cy="199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197" y="199"/>
                  </a:cxn>
                  <a:cxn ang="0">
                    <a:pos x="197" y="0"/>
                  </a:cxn>
                  <a:cxn ang="0">
                    <a:pos x="0" y="100"/>
                  </a:cxn>
                </a:cxnLst>
                <a:rect l="0" t="0" r="0" b="0"/>
                <a:pathLst>
                  <a:path w="197" h="199">
                    <a:moveTo>
                      <a:pt x="0" y="100"/>
                    </a:moveTo>
                    <a:lnTo>
                      <a:pt x="197" y="199"/>
                    </a:lnTo>
                    <a:lnTo>
                      <a:pt x="197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5" name="Line 638"/>
              <p:cNvSpPr/>
              <p:nvPr/>
            </p:nvSpPr>
            <p:spPr>
              <a:xfrm>
                <a:off x="4148" y="2514"/>
                <a:ext cx="1" cy="173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6" name="Line 639"/>
              <p:cNvSpPr/>
              <p:nvPr/>
            </p:nvSpPr>
            <p:spPr>
              <a:xfrm>
                <a:off x="4076" y="2518"/>
                <a:ext cx="144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907" name="Group 640"/>
            <p:cNvGrpSpPr/>
            <p:nvPr/>
          </p:nvGrpSpPr>
          <p:grpSpPr>
            <a:xfrm>
              <a:off x="2309" y="1344"/>
              <a:ext cx="393" cy="285"/>
              <a:chOff x="3952" y="2514"/>
              <a:chExt cx="393" cy="285"/>
            </a:xfrm>
          </p:grpSpPr>
          <p:sp>
            <p:nvSpPr>
              <p:cNvPr id="27919" name="Freeform 641"/>
              <p:cNvSpPr/>
              <p:nvPr/>
            </p:nvSpPr>
            <p:spPr>
              <a:xfrm>
                <a:off x="3952" y="2600"/>
                <a:ext cx="196" cy="199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196" y="100"/>
                  </a:cxn>
                  <a:cxn ang="0">
                    <a:pos x="0" y="0"/>
                  </a:cxn>
                  <a:cxn ang="0">
                    <a:pos x="0" y="199"/>
                  </a:cxn>
                </a:cxnLst>
                <a:rect l="0" t="0" r="0" b="0"/>
                <a:pathLst>
                  <a:path w="196" h="199">
                    <a:moveTo>
                      <a:pt x="0" y="199"/>
                    </a:moveTo>
                    <a:lnTo>
                      <a:pt x="196" y="100"/>
                    </a:lnTo>
                    <a:lnTo>
                      <a:pt x="0" y="0"/>
                    </a:ln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0" name="Freeform 642"/>
              <p:cNvSpPr/>
              <p:nvPr/>
            </p:nvSpPr>
            <p:spPr>
              <a:xfrm>
                <a:off x="4148" y="2600"/>
                <a:ext cx="197" cy="199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197" y="199"/>
                  </a:cxn>
                  <a:cxn ang="0">
                    <a:pos x="197" y="0"/>
                  </a:cxn>
                  <a:cxn ang="0">
                    <a:pos x="0" y="100"/>
                  </a:cxn>
                </a:cxnLst>
                <a:rect l="0" t="0" r="0" b="0"/>
                <a:pathLst>
                  <a:path w="197" h="199">
                    <a:moveTo>
                      <a:pt x="0" y="100"/>
                    </a:moveTo>
                    <a:lnTo>
                      <a:pt x="197" y="199"/>
                    </a:lnTo>
                    <a:lnTo>
                      <a:pt x="197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0C000">
                  <a:alpha val="100000"/>
                </a:srgbClr>
              </a:solidFill>
              <a:ln w="25400" cap="flat" cmpd="sng">
                <a:solidFill>
                  <a:srgbClr val="8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21" name="Line 643"/>
              <p:cNvSpPr/>
              <p:nvPr/>
            </p:nvSpPr>
            <p:spPr>
              <a:xfrm>
                <a:off x="4148" y="2514"/>
                <a:ext cx="1" cy="173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922" name="Line 644"/>
              <p:cNvSpPr/>
              <p:nvPr/>
            </p:nvSpPr>
            <p:spPr>
              <a:xfrm>
                <a:off x="4076" y="2518"/>
                <a:ext cx="144" cy="1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908" name="Line 645"/>
            <p:cNvSpPr/>
            <p:nvPr/>
          </p:nvSpPr>
          <p:spPr>
            <a:xfrm>
              <a:off x="1935" y="1600"/>
              <a:ext cx="377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09" name="Text Box 650"/>
            <p:cNvSpPr txBox="1"/>
            <p:nvPr/>
          </p:nvSpPr>
          <p:spPr>
            <a:xfrm>
              <a:off x="5103" y="1888"/>
              <a:ext cx="386" cy="39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0" name="Text Box 651"/>
            <p:cNvSpPr txBox="1"/>
            <p:nvPr/>
          </p:nvSpPr>
          <p:spPr>
            <a:xfrm>
              <a:off x="3424" y="1525"/>
              <a:ext cx="272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1" name="Text Box 652"/>
            <p:cNvSpPr txBox="1"/>
            <p:nvPr/>
          </p:nvSpPr>
          <p:spPr>
            <a:xfrm>
              <a:off x="4740" y="1888"/>
              <a:ext cx="270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</a:endParaRPr>
            </a:p>
            <a:p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2" name="Text Box 653"/>
            <p:cNvSpPr txBox="1"/>
            <p:nvPr/>
          </p:nvSpPr>
          <p:spPr>
            <a:xfrm>
              <a:off x="2653" y="2069"/>
              <a:ext cx="350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H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3" name="Text Box 654"/>
            <p:cNvSpPr txBox="1"/>
            <p:nvPr/>
          </p:nvSpPr>
          <p:spPr>
            <a:xfrm>
              <a:off x="2336" y="1117"/>
              <a:ext cx="41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</a:rPr>
                <a:t>L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27914" name="Line 691"/>
            <p:cNvSpPr/>
            <p:nvPr/>
          </p:nvSpPr>
          <p:spPr>
            <a:xfrm>
              <a:off x="3424" y="1570"/>
              <a:ext cx="0" cy="172"/>
            </a:xfrm>
            <a:prstGeom prst="line">
              <a:avLst/>
            </a:prstGeom>
            <a:ln w="9525" cap="flat" cmpd="sng">
              <a:solidFill>
                <a:srgbClr val="A5002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7915" name="Line 692"/>
            <p:cNvSpPr/>
            <p:nvPr/>
          </p:nvSpPr>
          <p:spPr>
            <a:xfrm>
              <a:off x="5148" y="2251"/>
              <a:ext cx="231" cy="0"/>
            </a:xfrm>
            <a:prstGeom prst="line">
              <a:avLst/>
            </a:prstGeom>
            <a:ln w="9525" cap="flat" cmpd="sng">
              <a:solidFill>
                <a:srgbClr val="A5002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7916" name="Line 700"/>
            <p:cNvSpPr/>
            <p:nvPr/>
          </p:nvSpPr>
          <p:spPr>
            <a:xfrm>
              <a:off x="2925" y="1933"/>
              <a:ext cx="0" cy="545"/>
            </a:xfrm>
            <a:prstGeom prst="line">
              <a:avLst/>
            </a:prstGeom>
            <a:ln w="9525" cap="flat" cmpd="sng">
              <a:solidFill>
                <a:srgbClr val="8000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917" name="Text Box 701"/>
            <p:cNvSpPr txBox="1"/>
            <p:nvPr/>
          </p:nvSpPr>
          <p:spPr>
            <a:xfrm>
              <a:off x="1156" y="1389"/>
              <a:ext cx="589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入水口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918" name="Text Box 702"/>
            <p:cNvSpPr txBox="1"/>
            <p:nvPr/>
          </p:nvSpPr>
          <p:spPr>
            <a:xfrm>
              <a:off x="5171" y="2432"/>
              <a:ext cx="589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出水口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266" name="Group 713"/>
          <p:cNvGrpSpPr/>
          <p:nvPr/>
        </p:nvGrpSpPr>
        <p:grpSpPr>
          <a:xfrm>
            <a:off x="927100" y="3729038"/>
            <a:ext cx="1512888" cy="2232025"/>
            <a:chOff x="340" y="1661"/>
            <a:chExt cx="953" cy="1406"/>
          </a:xfrm>
        </p:grpSpPr>
        <p:sp>
          <p:nvSpPr>
            <p:cNvPr id="27664" name="Freeform 706"/>
            <p:cNvSpPr/>
            <p:nvPr/>
          </p:nvSpPr>
          <p:spPr>
            <a:xfrm>
              <a:off x="612" y="1661"/>
              <a:ext cx="408" cy="371"/>
            </a:xfrm>
            <a:custGeom>
              <a:avLst/>
              <a:gdLst/>
              <a:ahLst/>
              <a:cxnLst>
                <a:cxn ang="0">
                  <a:pos x="7473041" y="7502387"/>
                </a:cxn>
                <a:cxn ang="0">
                  <a:pos x="6057771" y="7502387"/>
                </a:cxn>
                <a:cxn ang="0">
                  <a:pos x="4999324" y="7262127"/>
                </a:cxn>
                <a:cxn ang="0">
                  <a:pos x="3932494" y="7079929"/>
                </a:cxn>
                <a:cxn ang="0">
                  <a:pos x="3029069" y="6834776"/>
                </a:cxn>
                <a:cxn ang="0">
                  <a:pos x="2127326" y="6413510"/>
                </a:cxn>
                <a:cxn ang="0">
                  <a:pos x="1614189" y="6006313"/>
                </a:cxn>
                <a:cxn ang="0">
                  <a:pos x="901743" y="5662177"/>
                </a:cxn>
                <a:cxn ang="0">
                  <a:pos x="356071" y="5079155"/>
                </a:cxn>
                <a:cxn ang="0">
                  <a:pos x="198914" y="4592333"/>
                </a:cxn>
                <a:cxn ang="0">
                  <a:pos x="0" y="4004145"/>
                </a:cxn>
                <a:cxn ang="0">
                  <a:pos x="0" y="3660195"/>
                </a:cxn>
                <a:cxn ang="0">
                  <a:pos x="0" y="3174560"/>
                </a:cxn>
                <a:cxn ang="0">
                  <a:pos x="198914" y="2668673"/>
                </a:cxn>
                <a:cxn ang="0">
                  <a:pos x="712055" y="2002167"/>
                </a:cxn>
                <a:cxn ang="0">
                  <a:pos x="1257728" y="1579508"/>
                </a:cxn>
                <a:cxn ang="0">
                  <a:pos x="1970255" y="1172327"/>
                </a:cxn>
                <a:cxn ang="0">
                  <a:pos x="2874052" y="751044"/>
                </a:cxn>
                <a:cxn ang="0">
                  <a:pos x="3741147" y="505891"/>
                </a:cxn>
                <a:cxn ang="0">
                  <a:pos x="4799957" y="162024"/>
                </a:cxn>
                <a:cxn ang="0">
                  <a:pos x="6057771" y="78524"/>
                </a:cxn>
                <a:cxn ang="0">
                  <a:pos x="7473041" y="0"/>
                </a:cxn>
                <a:cxn ang="0">
                  <a:pos x="8219767" y="0"/>
                </a:cxn>
                <a:cxn ang="0">
                  <a:pos x="9287911" y="0"/>
                </a:cxn>
                <a:cxn ang="0">
                  <a:pos x="10346726" y="78524"/>
                </a:cxn>
                <a:cxn ang="0">
                  <a:pos x="11604821" y="240548"/>
                </a:cxn>
                <a:cxn ang="0">
                  <a:pos x="12471916" y="589037"/>
                </a:cxn>
                <a:cxn ang="0">
                  <a:pos x="13375795" y="991592"/>
                </a:cxn>
                <a:cxn ang="0">
                  <a:pos x="14287235" y="1334334"/>
                </a:cxn>
                <a:cxn ang="0">
                  <a:pos x="14989612" y="1840226"/>
                </a:cxn>
                <a:cxn ang="0">
                  <a:pos x="15702034" y="2325931"/>
                </a:cxn>
                <a:cxn ang="0">
                  <a:pos x="15857051" y="2831818"/>
                </a:cxn>
                <a:cxn ang="0">
                  <a:pos x="16058105" y="3336518"/>
                </a:cxn>
                <a:cxn ang="0">
                  <a:pos x="16058105" y="3660195"/>
                </a:cxn>
                <a:cxn ang="0">
                  <a:pos x="16058105" y="4249302"/>
                </a:cxn>
                <a:cxn ang="0">
                  <a:pos x="15857051" y="4832592"/>
                </a:cxn>
                <a:cxn ang="0">
                  <a:pos x="15346050" y="5421901"/>
                </a:cxn>
                <a:cxn ang="0">
                  <a:pos x="14798237" y="5844355"/>
                </a:cxn>
                <a:cxn ang="0">
                  <a:pos x="14087850" y="6251486"/>
                </a:cxn>
                <a:cxn ang="0">
                  <a:pos x="13184443" y="6672752"/>
                </a:cxn>
                <a:cxn ang="0">
                  <a:pos x="12316981" y="6996446"/>
                </a:cxn>
                <a:cxn ang="0">
                  <a:pos x="11413079" y="7178710"/>
                </a:cxn>
                <a:cxn ang="0">
                  <a:pos x="10346726" y="7423797"/>
                </a:cxn>
                <a:cxn ang="0">
                  <a:pos x="9287911" y="7502387"/>
                </a:cxn>
                <a:cxn ang="0">
                  <a:pos x="8219767" y="7502387"/>
                </a:cxn>
              </a:cxnLst>
              <a:rect l="0" t="0" r="0" b="0"/>
              <a:pathLst>
                <a:path w="90" h="90">
                  <a:moveTo>
                    <a:pt x="46" y="90"/>
                  </a:moveTo>
                  <a:lnTo>
                    <a:pt x="42" y="90"/>
                  </a:lnTo>
                  <a:lnTo>
                    <a:pt x="38" y="90"/>
                  </a:lnTo>
                  <a:lnTo>
                    <a:pt x="34" y="90"/>
                  </a:lnTo>
                  <a:lnTo>
                    <a:pt x="32" y="89"/>
                  </a:lnTo>
                  <a:lnTo>
                    <a:pt x="28" y="87"/>
                  </a:lnTo>
                  <a:lnTo>
                    <a:pt x="25" y="86"/>
                  </a:lnTo>
                  <a:lnTo>
                    <a:pt x="22" y="85"/>
                  </a:lnTo>
                  <a:lnTo>
                    <a:pt x="20" y="84"/>
                  </a:lnTo>
                  <a:lnTo>
                    <a:pt x="17" y="82"/>
                  </a:lnTo>
                  <a:lnTo>
                    <a:pt x="15" y="80"/>
                  </a:lnTo>
                  <a:lnTo>
                    <a:pt x="12" y="77"/>
                  </a:lnTo>
                  <a:lnTo>
                    <a:pt x="10" y="75"/>
                  </a:lnTo>
                  <a:lnTo>
                    <a:pt x="9" y="72"/>
                  </a:lnTo>
                  <a:lnTo>
                    <a:pt x="6" y="70"/>
                  </a:lnTo>
                  <a:lnTo>
                    <a:pt x="5" y="68"/>
                  </a:lnTo>
                  <a:lnTo>
                    <a:pt x="4" y="65"/>
                  </a:lnTo>
                  <a:lnTo>
                    <a:pt x="2" y="61"/>
                  </a:lnTo>
                  <a:lnTo>
                    <a:pt x="1" y="58"/>
                  </a:lnTo>
                  <a:lnTo>
                    <a:pt x="1" y="55"/>
                  </a:lnTo>
                  <a:lnTo>
                    <a:pt x="0" y="51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2" y="28"/>
                  </a:lnTo>
                  <a:lnTo>
                    <a:pt x="4" y="24"/>
                  </a:lnTo>
                  <a:lnTo>
                    <a:pt x="5" y="22"/>
                  </a:lnTo>
                  <a:lnTo>
                    <a:pt x="7" y="19"/>
                  </a:lnTo>
                  <a:lnTo>
                    <a:pt x="9" y="16"/>
                  </a:lnTo>
                  <a:lnTo>
                    <a:pt x="11" y="14"/>
                  </a:lnTo>
                  <a:lnTo>
                    <a:pt x="14" y="12"/>
                  </a:lnTo>
                  <a:lnTo>
                    <a:pt x="16" y="9"/>
                  </a:lnTo>
                  <a:lnTo>
                    <a:pt x="18" y="7"/>
                  </a:lnTo>
                  <a:lnTo>
                    <a:pt x="21" y="6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31" y="1"/>
                  </a:lnTo>
                  <a:lnTo>
                    <a:pt x="34" y="1"/>
                  </a:lnTo>
                  <a:lnTo>
                    <a:pt x="38" y="0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5" y="1"/>
                  </a:lnTo>
                  <a:lnTo>
                    <a:pt x="58" y="1"/>
                  </a:lnTo>
                  <a:lnTo>
                    <a:pt x="62" y="2"/>
                  </a:lnTo>
                  <a:lnTo>
                    <a:pt x="65" y="3"/>
                  </a:lnTo>
                  <a:lnTo>
                    <a:pt x="68" y="6"/>
                  </a:lnTo>
                  <a:lnTo>
                    <a:pt x="70" y="7"/>
                  </a:lnTo>
                  <a:lnTo>
                    <a:pt x="73" y="9"/>
                  </a:lnTo>
                  <a:lnTo>
                    <a:pt x="75" y="12"/>
                  </a:lnTo>
                  <a:lnTo>
                    <a:pt x="78" y="14"/>
                  </a:lnTo>
                  <a:lnTo>
                    <a:pt x="80" y="16"/>
                  </a:lnTo>
                  <a:lnTo>
                    <a:pt x="81" y="19"/>
                  </a:lnTo>
                  <a:lnTo>
                    <a:pt x="84" y="22"/>
                  </a:lnTo>
                  <a:lnTo>
                    <a:pt x="85" y="24"/>
                  </a:lnTo>
                  <a:lnTo>
                    <a:pt x="88" y="28"/>
                  </a:lnTo>
                  <a:lnTo>
                    <a:pt x="88" y="32"/>
                  </a:lnTo>
                  <a:lnTo>
                    <a:pt x="89" y="34"/>
                  </a:lnTo>
                  <a:lnTo>
                    <a:pt x="90" y="38"/>
                  </a:lnTo>
                  <a:lnTo>
                    <a:pt x="90" y="40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0" y="51"/>
                  </a:lnTo>
                  <a:lnTo>
                    <a:pt x="89" y="55"/>
                  </a:lnTo>
                  <a:lnTo>
                    <a:pt x="89" y="58"/>
                  </a:lnTo>
                  <a:lnTo>
                    <a:pt x="88" y="61"/>
                  </a:lnTo>
                  <a:lnTo>
                    <a:pt x="86" y="65"/>
                  </a:lnTo>
                  <a:lnTo>
                    <a:pt x="84" y="68"/>
                  </a:lnTo>
                  <a:lnTo>
                    <a:pt x="83" y="70"/>
                  </a:lnTo>
                  <a:lnTo>
                    <a:pt x="81" y="72"/>
                  </a:lnTo>
                  <a:lnTo>
                    <a:pt x="79" y="75"/>
                  </a:lnTo>
                  <a:lnTo>
                    <a:pt x="76" y="77"/>
                  </a:lnTo>
                  <a:lnTo>
                    <a:pt x="74" y="80"/>
                  </a:lnTo>
                  <a:lnTo>
                    <a:pt x="72" y="82"/>
                  </a:lnTo>
                  <a:lnTo>
                    <a:pt x="69" y="84"/>
                  </a:lnTo>
                  <a:lnTo>
                    <a:pt x="67" y="85"/>
                  </a:lnTo>
                  <a:lnTo>
                    <a:pt x="64" y="86"/>
                  </a:lnTo>
                  <a:lnTo>
                    <a:pt x="62" y="87"/>
                  </a:lnTo>
                  <a:lnTo>
                    <a:pt x="58" y="89"/>
                  </a:lnTo>
                  <a:lnTo>
                    <a:pt x="54" y="90"/>
                  </a:lnTo>
                  <a:lnTo>
                    <a:pt x="52" y="90"/>
                  </a:lnTo>
                  <a:lnTo>
                    <a:pt x="48" y="90"/>
                  </a:lnTo>
                  <a:lnTo>
                    <a:pt x="46" y="90"/>
                  </a:lnTo>
                  <a:close/>
                </a:path>
              </a:pathLst>
            </a:custGeom>
            <a:solidFill>
              <a:srgbClr val="FFA0A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Freeform 707"/>
            <p:cNvSpPr/>
            <p:nvPr/>
          </p:nvSpPr>
          <p:spPr>
            <a:xfrm>
              <a:off x="340" y="2091"/>
              <a:ext cx="953" cy="976"/>
            </a:xfrm>
            <a:custGeom>
              <a:avLst/>
              <a:gdLst/>
              <a:ahLst/>
              <a:cxnLst>
                <a:cxn ang="0">
                  <a:pos x="13651413" y="1856023"/>
                </a:cxn>
                <a:cxn ang="0">
                  <a:pos x="8186209" y="2736244"/>
                </a:cxn>
                <a:cxn ang="0">
                  <a:pos x="2722565" y="2736244"/>
                </a:cxn>
                <a:cxn ang="0">
                  <a:pos x="8675722" y="1595427"/>
                </a:cxn>
                <a:cxn ang="0">
                  <a:pos x="8675722" y="698114"/>
                </a:cxn>
                <a:cxn ang="0">
                  <a:pos x="4723965" y="1314908"/>
                </a:cxn>
                <a:cxn ang="0">
                  <a:pos x="0" y="1314908"/>
                </a:cxn>
                <a:cxn ang="0">
                  <a:pos x="7182752" y="0"/>
                </a:cxn>
                <a:cxn ang="0">
                  <a:pos x="19834854" y="0"/>
                </a:cxn>
                <a:cxn ang="0">
                  <a:pos x="27275280" y="1314908"/>
                </a:cxn>
                <a:cxn ang="0">
                  <a:pos x="22325671" y="1314908"/>
                </a:cxn>
                <a:cxn ang="0">
                  <a:pos x="18347494" y="698114"/>
                </a:cxn>
                <a:cxn ang="0">
                  <a:pos x="18347494" y="1595427"/>
                </a:cxn>
                <a:cxn ang="0">
                  <a:pos x="24300972" y="2736244"/>
                </a:cxn>
                <a:cxn ang="0">
                  <a:pos x="18347494" y="2736244"/>
                </a:cxn>
                <a:cxn ang="0">
                  <a:pos x="13651413" y="1856023"/>
                </a:cxn>
              </a:cxnLst>
              <a:rect l="0" t="0" r="0" b="0"/>
              <a:pathLst>
                <a:path w="220" h="314">
                  <a:moveTo>
                    <a:pt x="110" y="213"/>
                  </a:moveTo>
                  <a:lnTo>
                    <a:pt x="66" y="314"/>
                  </a:lnTo>
                  <a:lnTo>
                    <a:pt x="22" y="314"/>
                  </a:lnTo>
                  <a:lnTo>
                    <a:pt x="70" y="183"/>
                  </a:lnTo>
                  <a:lnTo>
                    <a:pt x="70" y="80"/>
                  </a:lnTo>
                  <a:lnTo>
                    <a:pt x="38" y="151"/>
                  </a:lnTo>
                  <a:lnTo>
                    <a:pt x="0" y="151"/>
                  </a:lnTo>
                  <a:lnTo>
                    <a:pt x="58" y="0"/>
                  </a:lnTo>
                  <a:lnTo>
                    <a:pt x="160" y="0"/>
                  </a:lnTo>
                  <a:lnTo>
                    <a:pt x="220" y="151"/>
                  </a:lnTo>
                  <a:lnTo>
                    <a:pt x="180" y="151"/>
                  </a:lnTo>
                  <a:lnTo>
                    <a:pt x="148" y="80"/>
                  </a:lnTo>
                  <a:lnTo>
                    <a:pt x="148" y="183"/>
                  </a:lnTo>
                  <a:lnTo>
                    <a:pt x="196" y="314"/>
                  </a:lnTo>
                  <a:lnTo>
                    <a:pt x="148" y="314"/>
                  </a:lnTo>
                  <a:lnTo>
                    <a:pt x="110" y="213"/>
                  </a:lnTo>
                  <a:close/>
                </a:path>
              </a:pathLst>
            </a:custGeom>
            <a:solidFill>
              <a:srgbClr val="FFA0A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Line 710"/>
            <p:cNvSpPr/>
            <p:nvPr/>
          </p:nvSpPr>
          <p:spPr>
            <a:xfrm>
              <a:off x="975" y="1797"/>
              <a:ext cx="47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0" name="Group 726"/>
          <p:cNvGrpSpPr/>
          <p:nvPr/>
        </p:nvGrpSpPr>
        <p:grpSpPr>
          <a:xfrm>
            <a:off x="2043113" y="3963988"/>
            <a:ext cx="2519362" cy="409575"/>
            <a:chOff x="1837" y="3067"/>
            <a:chExt cx="1587" cy="258"/>
          </a:xfrm>
        </p:grpSpPr>
        <p:sp>
          <p:nvSpPr>
            <p:cNvPr id="27662" name="Line 708"/>
            <p:cNvSpPr/>
            <p:nvPr/>
          </p:nvSpPr>
          <p:spPr>
            <a:xfrm>
              <a:off x="1837" y="3067"/>
              <a:ext cx="1587" cy="46"/>
            </a:xfrm>
            <a:prstGeom prst="line">
              <a:avLst/>
            </a:prstGeom>
            <a:ln w="9525" cap="rnd" cmpd="sng">
              <a:solidFill>
                <a:srgbClr val="00808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27663" name="Text Box 714"/>
            <p:cNvSpPr txBox="1"/>
            <p:nvPr/>
          </p:nvSpPr>
          <p:spPr>
            <a:xfrm>
              <a:off x="1882" y="3113"/>
              <a:ext cx="63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rPr>
                <a:t>观测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73" name="Group 720"/>
          <p:cNvGrpSpPr/>
          <p:nvPr/>
        </p:nvGrpSpPr>
        <p:grpSpPr>
          <a:xfrm>
            <a:off x="495300" y="2073275"/>
            <a:ext cx="1295400" cy="2808288"/>
            <a:chOff x="1791" y="2387"/>
            <a:chExt cx="816" cy="1769"/>
          </a:xfrm>
        </p:grpSpPr>
        <p:sp>
          <p:nvSpPr>
            <p:cNvPr id="27660" name="Oval 715"/>
            <p:cNvSpPr/>
            <p:nvPr/>
          </p:nvSpPr>
          <p:spPr>
            <a:xfrm>
              <a:off x="2426" y="3475"/>
              <a:ext cx="181" cy="90"/>
            </a:xfrm>
            <a:prstGeom prst="ellipse">
              <a:avLst/>
            </a:prstGeom>
            <a:solidFill>
              <a:srgbClr val="FFCC99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7661" name="AutoShape 719"/>
            <p:cNvSpPr/>
            <p:nvPr/>
          </p:nvSpPr>
          <p:spPr>
            <a:xfrm rot="5400000" flipH="1" flipV="1">
              <a:off x="1042" y="3135"/>
              <a:ext cx="1769" cy="272"/>
            </a:xfrm>
            <a:prstGeom prst="wedgeEllipseCallout">
              <a:avLst>
                <a:gd name="adj1" fmla="val -11222"/>
                <a:gd name="adj2" fmla="val 123894"/>
              </a:avLst>
            </a:prstGeom>
            <a:noFill/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/>
            <a:lstStyle/>
            <a:p>
              <a:pPr algn="ctr"/>
              <a:r>
                <a:rPr lang="zh-CN" altLang="en-US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比较运算</a:t>
              </a:r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6" name="Group 725"/>
          <p:cNvGrpSpPr/>
          <p:nvPr/>
        </p:nvGrpSpPr>
        <p:grpSpPr>
          <a:xfrm>
            <a:off x="2439988" y="3584575"/>
            <a:ext cx="1223962" cy="1801813"/>
            <a:chOff x="1565" y="2976"/>
            <a:chExt cx="771" cy="1135"/>
          </a:xfrm>
        </p:grpSpPr>
        <p:sp>
          <p:nvSpPr>
            <p:cNvPr id="27658" name="Line 722"/>
            <p:cNvSpPr/>
            <p:nvPr/>
          </p:nvSpPr>
          <p:spPr>
            <a:xfrm flipV="1">
              <a:off x="1565" y="2976"/>
              <a:ext cx="771" cy="907"/>
            </a:xfrm>
            <a:prstGeom prst="line">
              <a:avLst/>
            </a:prstGeom>
            <a:ln w="9525" cap="rnd" cmpd="sng">
              <a:solidFill>
                <a:srgbClr val="00808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27659" name="Text Box 724"/>
            <p:cNvSpPr txBox="1"/>
            <p:nvPr/>
          </p:nvSpPr>
          <p:spPr>
            <a:xfrm>
              <a:off x="1746" y="3612"/>
              <a:ext cx="270" cy="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rPr>
                <a:t>执行</a:t>
              </a:r>
              <a:endPara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79" name="AutoShape 729"/>
          <p:cNvSpPr/>
          <p:nvPr/>
        </p:nvSpPr>
        <p:spPr>
          <a:xfrm>
            <a:off x="6499225" y="2614613"/>
            <a:ext cx="2430463" cy="495300"/>
          </a:xfrm>
          <a:prstGeom prst="wedgeEllipseCallout">
            <a:avLst>
              <a:gd name="adj1" fmla="val -56269"/>
              <a:gd name="adj2" fmla="val 125639"/>
            </a:avLst>
          </a:prstGeom>
          <a:noFill/>
          <a:ln w="9525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液位控制</a:t>
            </a:r>
            <a:endParaRPr lang="zh-CN" altLang="en-US" sz="2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7" name="文本框 145413"/>
          <p:cNvSpPr txBox="1"/>
          <p:nvPr/>
        </p:nvSpPr>
        <p:spPr>
          <a:xfrm>
            <a:off x="1198563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5" y="1988840"/>
            <a:ext cx="8996930" cy="3856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5" name="文本框 145413"/>
          <p:cNvSpPr txBox="1"/>
          <p:nvPr/>
        </p:nvSpPr>
        <p:spPr>
          <a:xfrm>
            <a:off x="1284288" y="330200"/>
            <a:ext cx="73453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5"/>
          <p:cNvSpPr/>
          <p:nvPr/>
        </p:nvSpPr>
        <p:spPr>
          <a:xfrm>
            <a:off x="2890838" y="3503613"/>
            <a:ext cx="5984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699" name="Group 233"/>
          <p:cNvGrpSpPr/>
          <p:nvPr/>
        </p:nvGrpSpPr>
        <p:grpSpPr>
          <a:xfrm>
            <a:off x="2379663" y="3532188"/>
            <a:ext cx="619125" cy="152400"/>
            <a:chOff x="1610" y="1480"/>
            <a:chExt cx="390" cy="95"/>
          </a:xfrm>
        </p:grpSpPr>
        <p:sp>
          <p:nvSpPr>
            <p:cNvPr id="29991" name="Line 234"/>
            <p:cNvSpPr/>
            <p:nvPr/>
          </p:nvSpPr>
          <p:spPr>
            <a:xfrm>
              <a:off x="1610" y="1525"/>
              <a:ext cx="3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92" name="Freeform 235"/>
            <p:cNvSpPr/>
            <p:nvPr/>
          </p:nvSpPr>
          <p:spPr>
            <a:xfrm>
              <a:off x="1882" y="1480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00" name="Line 240"/>
          <p:cNvSpPr/>
          <p:nvPr/>
        </p:nvSpPr>
        <p:spPr>
          <a:xfrm>
            <a:off x="7824788" y="482123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Line 241"/>
          <p:cNvSpPr/>
          <p:nvPr/>
        </p:nvSpPr>
        <p:spPr>
          <a:xfrm>
            <a:off x="7824788" y="501173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Line 243"/>
          <p:cNvSpPr/>
          <p:nvPr/>
        </p:nvSpPr>
        <p:spPr>
          <a:xfrm>
            <a:off x="8118475" y="4910138"/>
            <a:ext cx="2730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Freeform 244"/>
          <p:cNvSpPr/>
          <p:nvPr/>
        </p:nvSpPr>
        <p:spPr>
          <a:xfrm>
            <a:off x="8356600" y="4827588"/>
            <a:ext cx="187325" cy="1524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</a:cxnLst>
            <a:rect l="0" t="0" r="0" b="0"/>
            <a:pathLst>
              <a:path w="118" h="95">
                <a:moveTo>
                  <a:pt x="118" y="47"/>
                </a:moveTo>
                <a:lnTo>
                  <a:pt x="0" y="95"/>
                </a:lnTo>
                <a:lnTo>
                  <a:pt x="0" y="0"/>
                </a:lnTo>
                <a:lnTo>
                  <a:pt x="118" y="47"/>
                </a:lnTo>
                <a:close/>
              </a:path>
            </a:pathLst>
          </a:custGeom>
          <a:solidFill>
            <a:srgbClr val="C0C0C0">
              <a:alpha val="100000"/>
            </a:srgbClr>
          </a:solidFill>
          <a:ln w="0" cap="flat" cmpd="sng">
            <a:solidFill>
              <a:srgbClr val="8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4" name="Rectangle 245"/>
          <p:cNvSpPr/>
          <p:nvPr/>
        </p:nvSpPr>
        <p:spPr>
          <a:xfrm>
            <a:off x="7951788" y="4398963"/>
            <a:ext cx="2841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705" name="Text Box 257"/>
          <p:cNvSpPr txBox="1"/>
          <p:nvPr/>
        </p:nvSpPr>
        <p:spPr>
          <a:xfrm>
            <a:off x="7924800" y="4179888"/>
            <a:ext cx="612775" cy="622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706" name="Line 263"/>
          <p:cNvSpPr/>
          <p:nvPr/>
        </p:nvSpPr>
        <p:spPr>
          <a:xfrm>
            <a:off x="7996238" y="4757738"/>
            <a:ext cx="366712" cy="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9707" name="Text Box 265"/>
          <p:cNvSpPr txBox="1"/>
          <p:nvPr/>
        </p:nvSpPr>
        <p:spPr>
          <a:xfrm>
            <a:off x="1658938" y="3389313"/>
            <a:ext cx="935037" cy="501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入水口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9708" name="Text Box 266"/>
          <p:cNvSpPr txBox="1"/>
          <p:nvPr/>
        </p:nvSpPr>
        <p:spPr>
          <a:xfrm>
            <a:off x="8032750" y="5043488"/>
            <a:ext cx="93503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出水口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29709" name="Line 256"/>
          <p:cNvSpPr/>
          <p:nvPr/>
        </p:nvSpPr>
        <p:spPr>
          <a:xfrm>
            <a:off x="2882900" y="3748088"/>
            <a:ext cx="5984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6" name="Group 300"/>
          <p:cNvGrpSpPr/>
          <p:nvPr/>
        </p:nvGrpSpPr>
        <p:grpSpPr>
          <a:xfrm>
            <a:off x="579438" y="2306638"/>
            <a:ext cx="4103687" cy="3889375"/>
            <a:chOff x="385" y="1871"/>
            <a:chExt cx="2585" cy="2449"/>
          </a:xfrm>
        </p:grpSpPr>
        <p:grpSp>
          <p:nvGrpSpPr>
            <p:cNvPr id="29977" name="Group 271"/>
            <p:cNvGrpSpPr/>
            <p:nvPr/>
          </p:nvGrpSpPr>
          <p:grpSpPr>
            <a:xfrm>
              <a:off x="1383" y="3022"/>
              <a:ext cx="1587" cy="258"/>
              <a:chOff x="1837" y="3067"/>
              <a:chExt cx="1587" cy="258"/>
            </a:xfrm>
          </p:grpSpPr>
          <p:sp>
            <p:nvSpPr>
              <p:cNvPr id="29989" name="Line 272"/>
              <p:cNvSpPr/>
              <p:nvPr/>
            </p:nvSpPr>
            <p:spPr>
              <a:xfrm>
                <a:off x="1837" y="3067"/>
                <a:ext cx="1587" cy="46"/>
              </a:xfrm>
              <a:prstGeom prst="line">
                <a:avLst/>
              </a:prstGeom>
              <a:ln w="9525" cap="rnd" cmpd="sng">
                <a:solidFill>
                  <a:srgbClr val="008080"/>
                </a:solidFill>
                <a:prstDash val="sysDot"/>
                <a:headEnd type="none" w="med" len="med"/>
                <a:tailEnd type="triangle" w="med" len="med"/>
              </a:ln>
            </p:spPr>
          </p:sp>
          <p:sp>
            <p:nvSpPr>
              <p:cNvPr id="29990" name="Text Box 273"/>
              <p:cNvSpPr txBox="1"/>
              <p:nvPr/>
            </p:nvSpPr>
            <p:spPr>
              <a:xfrm>
                <a:off x="1882" y="3113"/>
                <a:ext cx="635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just">
                  <a:spcBef>
                    <a:spcPct val="50000"/>
                  </a:spcBef>
                </a:pPr>
                <a:r>
                  <a:rPr lang="zh-CN" altLang="en-US" sz="1600" dirty="0">
                    <a:solidFill>
                      <a:schemeClr val="hlink"/>
                    </a:solidFill>
                    <a:latin typeface="Arial" panose="020B0604020202020204" pitchFamily="34" charset="0"/>
                  </a:rPr>
                  <a:t>观测</a:t>
                </a:r>
                <a:endParaRPr lang="zh-CN" altLang="en-US" sz="1600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978" name="Group 280"/>
            <p:cNvGrpSpPr/>
            <p:nvPr/>
          </p:nvGrpSpPr>
          <p:grpSpPr>
            <a:xfrm>
              <a:off x="385" y="1871"/>
              <a:ext cx="1996" cy="2449"/>
              <a:chOff x="385" y="890"/>
              <a:chExt cx="1996" cy="2449"/>
            </a:xfrm>
          </p:grpSpPr>
          <p:grpSp>
            <p:nvGrpSpPr>
              <p:cNvPr id="29979" name="Group 267"/>
              <p:cNvGrpSpPr/>
              <p:nvPr/>
            </p:nvGrpSpPr>
            <p:grpSpPr>
              <a:xfrm>
                <a:off x="657" y="1933"/>
                <a:ext cx="953" cy="1406"/>
                <a:chOff x="340" y="1661"/>
                <a:chExt cx="953" cy="1406"/>
              </a:xfrm>
            </p:grpSpPr>
            <p:sp>
              <p:nvSpPr>
                <p:cNvPr id="29986" name="Freeform 268"/>
                <p:cNvSpPr/>
                <p:nvPr/>
              </p:nvSpPr>
              <p:spPr>
                <a:xfrm>
                  <a:off x="612" y="1661"/>
                  <a:ext cx="408" cy="371"/>
                </a:xfrm>
                <a:custGeom>
                  <a:avLst/>
                  <a:gdLst/>
                  <a:ahLst/>
                  <a:cxnLst>
                    <a:cxn ang="0">
                      <a:pos x="7473041" y="7502387"/>
                    </a:cxn>
                    <a:cxn ang="0">
                      <a:pos x="6057771" y="7502387"/>
                    </a:cxn>
                    <a:cxn ang="0">
                      <a:pos x="4999324" y="7262127"/>
                    </a:cxn>
                    <a:cxn ang="0">
                      <a:pos x="3932494" y="7079929"/>
                    </a:cxn>
                    <a:cxn ang="0">
                      <a:pos x="3029069" y="6834776"/>
                    </a:cxn>
                    <a:cxn ang="0">
                      <a:pos x="2127326" y="6413510"/>
                    </a:cxn>
                    <a:cxn ang="0">
                      <a:pos x="1614189" y="6006313"/>
                    </a:cxn>
                    <a:cxn ang="0">
                      <a:pos x="901743" y="5662177"/>
                    </a:cxn>
                    <a:cxn ang="0">
                      <a:pos x="356071" y="5079155"/>
                    </a:cxn>
                    <a:cxn ang="0">
                      <a:pos x="198914" y="4592333"/>
                    </a:cxn>
                    <a:cxn ang="0">
                      <a:pos x="0" y="4004145"/>
                    </a:cxn>
                    <a:cxn ang="0">
                      <a:pos x="0" y="3660195"/>
                    </a:cxn>
                    <a:cxn ang="0">
                      <a:pos x="0" y="3174560"/>
                    </a:cxn>
                    <a:cxn ang="0">
                      <a:pos x="198914" y="2668673"/>
                    </a:cxn>
                    <a:cxn ang="0">
                      <a:pos x="712055" y="2002167"/>
                    </a:cxn>
                    <a:cxn ang="0">
                      <a:pos x="1257728" y="1579508"/>
                    </a:cxn>
                    <a:cxn ang="0">
                      <a:pos x="1970255" y="1172327"/>
                    </a:cxn>
                    <a:cxn ang="0">
                      <a:pos x="2874052" y="751044"/>
                    </a:cxn>
                    <a:cxn ang="0">
                      <a:pos x="3741147" y="505891"/>
                    </a:cxn>
                    <a:cxn ang="0">
                      <a:pos x="4799957" y="162024"/>
                    </a:cxn>
                    <a:cxn ang="0">
                      <a:pos x="6057771" y="78524"/>
                    </a:cxn>
                    <a:cxn ang="0">
                      <a:pos x="7473041" y="0"/>
                    </a:cxn>
                    <a:cxn ang="0">
                      <a:pos x="8219767" y="0"/>
                    </a:cxn>
                    <a:cxn ang="0">
                      <a:pos x="9287911" y="0"/>
                    </a:cxn>
                    <a:cxn ang="0">
                      <a:pos x="10346726" y="78524"/>
                    </a:cxn>
                    <a:cxn ang="0">
                      <a:pos x="11604821" y="240548"/>
                    </a:cxn>
                    <a:cxn ang="0">
                      <a:pos x="12471916" y="589037"/>
                    </a:cxn>
                    <a:cxn ang="0">
                      <a:pos x="13375795" y="991592"/>
                    </a:cxn>
                    <a:cxn ang="0">
                      <a:pos x="14287235" y="1334334"/>
                    </a:cxn>
                    <a:cxn ang="0">
                      <a:pos x="14989612" y="1840226"/>
                    </a:cxn>
                    <a:cxn ang="0">
                      <a:pos x="15702034" y="2325931"/>
                    </a:cxn>
                    <a:cxn ang="0">
                      <a:pos x="15857051" y="2831818"/>
                    </a:cxn>
                    <a:cxn ang="0">
                      <a:pos x="16058105" y="3336518"/>
                    </a:cxn>
                    <a:cxn ang="0">
                      <a:pos x="16058105" y="3660195"/>
                    </a:cxn>
                    <a:cxn ang="0">
                      <a:pos x="16058105" y="4249302"/>
                    </a:cxn>
                    <a:cxn ang="0">
                      <a:pos x="15857051" y="4832592"/>
                    </a:cxn>
                    <a:cxn ang="0">
                      <a:pos x="15346050" y="5421901"/>
                    </a:cxn>
                    <a:cxn ang="0">
                      <a:pos x="14798237" y="5844355"/>
                    </a:cxn>
                    <a:cxn ang="0">
                      <a:pos x="14087850" y="6251486"/>
                    </a:cxn>
                    <a:cxn ang="0">
                      <a:pos x="13184443" y="6672752"/>
                    </a:cxn>
                    <a:cxn ang="0">
                      <a:pos x="12316981" y="6996446"/>
                    </a:cxn>
                    <a:cxn ang="0">
                      <a:pos x="11413079" y="7178710"/>
                    </a:cxn>
                    <a:cxn ang="0">
                      <a:pos x="10346726" y="7423797"/>
                    </a:cxn>
                    <a:cxn ang="0">
                      <a:pos x="9287911" y="7502387"/>
                    </a:cxn>
                    <a:cxn ang="0">
                      <a:pos x="8219767" y="7502387"/>
                    </a:cxn>
                  </a:cxnLst>
                  <a:rect l="0" t="0" r="0" b="0"/>
                  <a:pathLst>
                    <a:path w="90" h="90">
                      <a:moveTo>
                        <a:pt x="46" y="90"/>
                      </a:moveTo>
                      <a:lnTo>
                        <a:pt x="42" y="90"/>
                      </a:lnTo>
                      <a:lnTo>
                        <a:pt x="38" y="90"/>
                      </a:lnTo>
                      <a:lnTo>
                        <a:pt x="34" y="90"/>
                      </a:lnTo>
                      <a:lnTo>
                        <a:pt x="32" y="89"/>
                      </a:lnTo>
                      <a:lnTo>
                        <a:pt x="28" y="87"/>
                      </a:lnTo>
                      <a:lnTo>
                        <a:pt x="25" y="86"/>
                      </a:lnTo>
                      <a:lnTo>
                        <a:pt x="22" y="85"/>
                      </a:lnTo>
                      <a:lnTo>
                        <a:pt x="20" y="84"/>
                      </a:lnTo>
                      <a:lnTo>
                        <a:pt x="17" y="82"/>
                      </a:lnTo>
                      <a:lnTo>
                        <a:pt x="15" y="80"/>
                      </a:lnTo>
                      <a:lnTo>
                        <a:pt x="12" y="77"/>
                      </a:lnTo>
                      <a:lnTo>
                        <a:pt x="10" y="75"/>
                      </a:lnTo>
                      <a:lnTo>
                        <a:pt x="9" y="72"/>
                      </a:lnTo>
                      <a:lnTo>
                        <a:pt x="6" y="70"/>
                      </a:lnTo>
                      <a:lnTo>
                        <a:pt x="5" y="68"/>
                      </a:lnTo>
                      <a:lnTo>
                        <a:pt x="4" y="65"/>
                      </a:lnTo>
                      <a:lnTo>
                        <a:pt x="2" y="61"/>
                      </a:lnTo>
                      <a:lnTo>
                        <a:pt x="1" y="58"/>
                      </a:lnTo>
                      <a:lnTo>
                        <a:pt x="1" y="55"/>
                      </a:lnTo>
                      <a:lnTo>
                        <a:pt x="0" y="51"/>
                      </a:lnTo>
                      <a:lnTo>
                        <a:pt x="0" y="48"/>
                      </a:lnTo>
                      <a:lnTo>
                        <a:pt x="0" y="44"/>
                      </a:lnTo>
                      <a:lnTo>
                        <a:pt x="0" y="40"/>
                      </a:lnTo>
                      <a:lnTo>
                        <a:pt x="0" y="38"/>
                      </a:lnTo>
                      <a:lnTo>
                        <a:pt x="1" y="34"/>
                      </a:lnTo>
                      <a:lnTo>
                        <a:pt x="1" y="32"/>
                      </a:lnTo>
                      <a:lnTo>
                        <a:pt x="2" y="28"/>
                      </a:lnTo>
                      <a:lnTo>
                        <a:pt x="4" y="24"/>
                      </a:lnTo>
                      <a:lnTo>
                        <a:pt x="5" y="22"/>
                      </a:lnTo>
                      <a:lnTo>
                        <a:pt x="7" y="19"/>
                      </a:lnTo>
                      <a:lnTo>
                        <a:pt x="9" y="16"/>
                      </a:lnTo>
                      <a:lnTo>
                        <a:pt x="11" y="14"/>
                      </a:lnTo>
                      <a:lnTo>
                        <a:pt x="14" y="12"/>
                      </a:lnTo>
                      <a:lnTo>
                        <a:pt x="16" y="9"/>
                      </a:lnTo>
                      <a:lnTo>
                        <a:pt x="18" y="7"/>
                      </a:lnTo>
                      <a:lnTo>
                        <a:pt x="21" y="6"/>
                      </a:lnTo>
                      <a:lnTo>
                        <a:pt x="25" y="3"/>
                      </a:lnTo>
                      <a:lnTo>
                        <a:pt x="27" y="2"/>
                      </a:lnTo>
                      <a:lnTo>
                        <a:pt x="31" y="1"/>
                      </a:lnTo>
                      <a:lnTo>
                        <a:pt x="34" y="1"/>
                      </a:lnTo>
                      <a:lnTo>
                        <a:pt x="38" y="0"/>
                      </a:lnTo>
                      <a:lnTo>
                        <a:pt x="42" y="0"/>
                      </a:lnTo>
                      <a:lnTo>
                        <a:pt x="46" y="0"/>
                      </a:lnTo>
                      <a:lnTo>
                        <a:pt x="48" y="0"/>
                      </a:lnTo>
                      <a:lnTo>
                        <a:pt x="52" y="0"/>
                      </a:lnTo>
                      <a:lnTo>
                        <a:pt x="55" y="1"/>
                      </a:lnTo>
                      <a:lnTo>
                        <a:pt x="58" y="1"/>
                      </a:lnTo>
                      <a:lnTo>
                        <a:pt x="62" y="2"/>
                      </a:lnTo>
                      <a:lnTo>
                        <a:pt x="65" y="3"/>
                      </a:lnTo>
                      <a:lnTo>
                        <a:pt x="68" y="6"/>
                      </a:lnTo>
                      <a:lnTo>
                        <a:pt x="70" y="7"/>
                      </a:lnTo>
                      <a:lnTo>
                        <a:pt x="73" y="9"/>
                      </a:lnTo>
                      <a:lnTo>
                        <a:pt x="75" y="12"/>
                      </a:lnTo>
                      <a:lnTo>
                        <a:pt x="78" y="14"/>
                      </a:lnTo>
                      <a:lnTo>
                        <a:pt x="80" y="16"/>
                      </a:lnTo>
                      <a:lnTo>
                        <a:pt x="81" y="19"/>
                      </a:lnTo>
                      <a:lnTo>
                        <a:pt x="84" y="22"/>
                      </a:lnTo>
                      <a:lnTo>
                        <a:pt x="85" y="24"/>
                      </a:lnTo>
                      <a:lnTo>
                        <a:pt x="88" y="28"/>
                      </a:lnTo>
                      <a:lnTo>
                        <a:pt x="88" y="32"/>
                      </a:lnTo>
                      <a:lnTo>
                        <a:pt x="89" y="34"/>
                      </a:lnTo>
                      <a:lnTo>
                        <a:pt x="90" y="38"/>
                      </a:lnTo>
                      <a:lnTo>
                        <a:pt x="90" y="40"/>
                      </a:lnTo>
                      <a:lnTo>
                        <a:pt x="90" y="44"/>
                      </a:lnTo>
                      <a:lnTo>
                        <a:pt x="90" y="48"/>
                      </a:lnTo>
                      <a:lnTo>
                        <a:pt x="90" y="51"/>
                      </a:lnTo>
                      <a:lnTo>
                        <a:pt x="89" y="55"/>
                      </a:lnTo>
                      <a:lnTo>
                        <a:pt x="89" y="58"/>
                      </a:lnTo>
                      <a:lnTo>
                        <a:pt x="88" y="61"/>
                      </a:lnTo>
                      <a:lnTo>
                        <a:pt x="86" y="65"/>
                      </a:lnTo>
                      <a:lnTo>
                        <a:pt x="84" y="68"/>
                      </a:lnTo>
                      <a:lnTo>
                        <a:pt x="83" y="70"/>
                      </a:lnTo>
                      <a:lnTo>
                        <a:pt x="81" y="72"/>
                      </a:lnTo>
                      <a:lnTo>
                        <a:pt x="79" y="75"/>
                      </a:lnTo>
                      <a:lnTo>
                        <a:pt x="76" y="77"/>
                      </a:lnTo>
                      <a:lnTo>
                        <a:pt x="74" y="80"/>
                      </a:lnTo>
                      <a:lnTo>
                        <a:pt x="72" y="82"/>
                      </a:lnTo>
                      <a:lnTo>
                        <a:pt x="69" y="84"/>
                      </a:lnTo>
                      <a:lnTo>
                        <a:pt x="67" y="85"/>
                      </a:lnTo>
                      <a:lnTo>
                        <a:pt x="64" y="86"/>
                      </a:lnTo>
                      <a:lnTo>
                        <a:pt x="62" y="87"/>
                      </a:lnTo>
                      <a:lnTo>
                        <a:pt x="58" y="89"/>
                      </a:lnTo>
                      <a:lnTo>
                        <a:pt x="54" y="90"/>
                      </a:lnTo>
                      <a:lnTo>
                        <a:pt x="52" y="90"/>
                      </a:lnTo>
                      <a:lnTo>
                        <a:pt x="48" y="90"/>
                      </a:lnTo>
                      <a:lnTo>
                        <a:pt x="46" y="90"/>
                      </a:lnTo>
                      <a:close/>
                    </a:path>
                  </a:pathLst>
                </a:custGeom>
                <a:solidFill>
                  <a:srgbClr val="FFA0A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87" name="Freeform 269"/>
                <p:cNvSpPr/>
                <p:nvPr/>
              </p:nvSpPr>
              <p:spPr>
                <a:xfrm>
                  <a:off x="340" y="2091"/>
                  <a:ext cx="953" cy="976"/>
                </a:xfrm>
                <a:custGeom>
                  <a:avLst/>
                  <a:gdLst/>
                  <a:ahLst/>
                  <a:cxnLst>
                    <a:cxn ang="0">
                      <a:pos x="13651413" y="1856023"/>
                    </a:cxn>
                    <a:cxn ang="0">
                      <a:pos x="8186209" y="2736244"/>
                    </a:cxn>
                    <a:cxn ang="0">
                      <a:pos x="2722565" y="2736244"/>
                    </a:cxn>
                    <a:cxn ang="0">
                      <a:pos x="8675722" y="1595427"/>
                    </a:cxn>
                    <a:cxn ang="0">
                      <a:pos x="8675722" y="698114"/>
                    </a:cxn>
                    <a:cxn ang="0">
                      <a:pos x="4723965" y="1314908"/>
                    </a:cxn>
                    <a:cxn ang="0">
                      <a:pos x="0" y="1314908"/>
                    </a:cxn>
                    <a:cxn ang="0">
                      <a:pos x="7182752" y="0"/>
                    </a:cxn>
                    <a:cxn ang="0">
                      <a:pos x="19834854" y="0"/>
                    </a:cxn>
                    <a:cxn ang="0">
                      <a:pos x="27275280" y="1314908"/>
                    </a:cxn>
                    <a:cxn ang="0">
                      <a:pos x="22325671" y="1314908"/>
                    </a:cxn>
                    <a:cxn ang="0">
                      <a:pos x="18347494" y="698114"/>
                    </a:cxn>
                    <a:cxn ang="0">
                      <a:pos x="18347494" y="1595427"/>
                    </a:cxn>
                    <a:cxn ang="0">
                      <a:pos x="24300972" y="2736244"/>
                    </a:cxn>
                    <a:cxn ang="0">
                      <a:pos x="18347494" y="2736244"/>
                    </a:cxn>
                    <a:cxn ang="0">
                      <a:pos x="13651413" y="1856023"/>
                    </a:cxn>
                  </a:cxnLst>
                  <a:rect l="0" t="0" r="0" b="0"/>
                  <a:pathLst>
                    <a:path w="220" h="314">
                      <a:moveTo>
                        <a:pt x="110" y="213"/>
                      </a:moveTo>
                      <a:lnTo>
                        <a:pt x="66" y="314"/>
                      </a:lnTo>
                      <a:lnTo>
                        <a:pt x="22" y="314"/>
                      </a:lnTo>
                      <a:lnTo>
                        <a:pt x="70" y="183"/>
                      </a:lnTo>
                      <a:lnTo>
                        <a:pt x="70" y="80"/>
                      </a:lnTo>
                      <a:lnTo>
                        <a:pt x="38" y="151"/>
                      </a:lnTo>
                      <a:lnTo>
                        <a:pt x="0" y="151"/>
                      </a:lnTo>
                      <a:lnTo>
                        <a:pt x="58" y="0"/>
                      </a:lnTo>
                      <a:lnTo>
                        <a:pt x="160" y="0"/>
                      </a:lnTo>
                      <a:lnTo>
                        <a:pt x="220" y="151"/>
                      </a:lnTo>
                      <a:lnTo>
                        <a:pt x="180" y="151"/>
                      </a:lnTo>
                      <a:lnTo>
                        <a:pt x="148" y="80"/>
                      </a:lnTo>
                      <a:lnTo>
                        <a:pt x="148" y="183"/>
                      </a:lnTo>
                      <a:lnTo>
                        <a:pt x="196" y="314"/>
                      </a:lnTo>
                      <a:lnTo>
                        <a:pt x="148" y="314"/>
                      </a:lnTo>
                      <a:lnTo>
                        <a:pt x="110" y="213"/>
                      </a:lnTo>
                      <a:close/>
                    </a:path>
                  </a:pathLst>
                </a:custGeom>
                <a:solidFill>
                  <a:srgbClr val="FFA0A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88" name="Line 270"/>
                <p:cNvSpPr/>
                <p:nvPr/>
              </p:nvSpPr>
              <p:spPr>
                <a:xfrm>
                  <a:off x="975" y="1797"/>
                  <a:ext cx="47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9980" name="Group 274"/>
              <p:cNvGrpSpPr/>
              <p:nvPr/>
            </p:nvGrpSpPr>
            <p:grpSpPr>
              <a:xfrm>
                <a:off x="385" y="890"/>
                <a:ext cx="816" cy="1769"/>
                <a:chOff x="1791" y="2387"/>
                <a:chExt cx="816" cy="1769"/>
              </a:xfrm>
            </p:grpSpPr>
            <p:sp>
              <p:nvSpPr>
                <p:cNvPr id="29984" name="Oval 275"/>
                <p:cNvSpPr/>
                <p:nvPr/>
              </p:nvSpPr>
              <p:spPr>
                <a:xfrm>
                  <a:off x="2426" y="3475"/>
                  <a:ext cx="181" cy="90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just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85" name="AutoShape 276"/>
                <p:cNvSpPr/>
                <p:nvPr/>
              </p:nvSpPr>
              <p:spPr>
                <a:xfrm rot="5400000" flipH="1" flipV="1">
                  <a:off x="1042" y="3135"/>
                  <a:ext cx="1769" cy="272"/>
                </a:xfrm>
                <a:prstGeom prst="wedgeEllipseCallout">
                  <a:avLst>
                    <a:gd name="adj1" fmla="val -11222"/>
                    <a:gd name="adj2" fmla="val 123894"/>
                  </a:avLst>
                </a:prstGeom>
                <a:noFill/>
                <a:ln w="9525" cap="flat" cmpd="sng">
                  <a:solidFill>
                    <a:srgbClr val="00808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/>
                <a:lstStyle/>
                <a:p>
                  <a:pPr algn="ctr"/>
                  <a:r>
                    <a:rPr lang="zh-CN" altLang="en-US" dirty="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比较运算</a:t>
                  </a:r>
                  <a:endParaRPr lang="zh-CN" altLang="en-US" dirty="0">
                    <a:solidFill>
                      <a:schemeClr val="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81" name="Group 277"/>
              <p:cNvGrpSpPr/>
              <p:nvPr/>
            </p:nvGrpSpPr>
            <p:grpSpPr>
              <a:xfrm>
                <a:off x="1610" y="1842"/>
                <a:ext cx="771" cy="1135"/>
                <a:chOff x="1565" y="2976"/>
                <a:chExt cx="771" cy="1135"/>
              </a:xfrm>
            </p:grpSpPr>
            <p:sp>
              <p:nvSpPr>
                <p:cNvPr id="29982" name="Line 278"/>
                <p:cNvSpPr/>
                <p:nvPr/>
              </p:nvSpPr>
              <p:spPr>
                <a:xfrm flipV="1">
                  <a:off x="1565" y="2976"/>
                  <a:ext cx="771" cy="907"/>
                </a:xfrm>
                <a:prstGeom prst="line">
                  <a:avLst/>
                </a:prstGeom>
                <a:ln w="9525" cap="rnd" cmpd="sng">
                  <a:solidFill>
                    <a:srgbClr val="008080"/>
                  </a:solidFill>
                  <a:prstDash val="sysDot"/>
                  <a:headEnd type="none" w="med" len="med"/>
                  <a:tailEnd type="triangle" w="med" len="med"/>
                </a:ln>
              </p:spPr>
            </p:sp>
            <p:sp>
              <p:nvSpPr>
                <p:cNvPr id="29983" name="Text Box 279"/>
                <p:cNvSpPr txBox="1"/>
                <p:nvPr/>
              </p:nvSpPr>
              <p:spPr>
                <a:xfrm>
                  <a:off x="1746" y="3612"/>
                  <a:ext cx="270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vert="eaVert">
                  <a:spAutoFit/>
                </a:bodyPr>
                <a:lstStyle/>
                <a:p>
                  <a:pPr algn="just">
                    <a:spcBef>
                      <a:spcPct val="50000"/>
                    </a:spcBef>
                  </a:pPr>
                  <a:r>
                    <a:rPr lang="zh-CN" altLang="en-US" sz="1600" dirty="0">
                      <a:solidFill>
                        <a:schemeClr val="hlink"/>
                      </a:solidFill>
                      <a:latin typeface="Arial" panose="020B0604020202020204" pitchFamily="34" charset="0"/>
                    </a:rPr>
                    <a:t>执行</a:t>
                  </a:r>
                  <a:endParaRPr lang="zh-CN" altLang="en-US" sz="1600" dirty="0">
                    <a:solidFill>
                      <a:schemeClr val="hlink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31" name="Group 294"/>
          <p:cNvGrpSpPr/>
          <p:nvPr/>
        </p:nvGrpSpPr>
        <p:grpSpPr>
          <a:xfrm>
            <a:off x="3098800" y="2452688"/>
            <a:ext cx="3052763" cy="2139950"/>
            <a:chOff x="3061" y="164"/>
            <a:chExt cx="1923" cy="1348"/>
          </a:xfrm>
        </p:grpSpPr>
        <p:sp>
          <p:nvSpPr>
            <p:cNvPr id="29967" name="Arc 282"/>
            <p:cNvSpPr/>
            <p:nvPr/>
          </p:nvSpPr>
          <p:spPr>
            <a:xfrm>
              <a:off x="3379" y="572"/>
              <a:ext cx="253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4859" fill="none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</a:path>
                <a:path w="43200" h="24859" stroke="0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  <a:lnTo>
                    <a:pt x="21600" y="21600"/>
                  </a:lnTo>
                  <a:lnTo>
                    <a:pt x="247" y="24858"/>
                  </a:lnTo>
                  <a:close/>
                </a:path>
              </a:pathLst>
            </a:custGeom>
            <a:noFill/>
            <a:ln w="2540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8" name="Line 283"/>
            <p:cNvSpPr/>
            <p:nvPr/>
          </p:nvSpPr>
          <p:spPr>
            <a:xfrm>
              <a:off x="3379" y="714"/>
              <a:ext cx="250" cy="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9" name="Line 285"/>
            <p:cNvSpPr/>
            <p:nvPr/>
          </p:nvSpPr>
          <p:spPr>
            <a:xfrm>
              <a:off x="3515" y="390"/>
              <a:ext cx="1" cy="177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0" name="Line 286"/>
            <p:cNvSpPr/>
            <p:nvPr/>
          </p:nvSpPr>
          <p:spPr>
            <a:xfrm>
              <a:off x="3061" y="390"/>
              <a:ext cx="1409" cy="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1" name="Oval 287"/>
            <p:cNvSpPr/>
            <p:nvPr/>
          </p:nvSpPr>
          <p:spPr>
            <a:xfrm>
              <a:off x="4558" y="1195"/>
              <a:ext cx="317" cy="317"/>
            </a:xfrm>
            <a:prstGeom prst="ellipse">
              <a:avLst/>
            </a:prstGeom>
            <a:solidFill>
              <a:srgbClr val="C0C000"/>
            </a:solidFill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972" name="Line 288"/>
            <p:cNvSpPr/>
            <p:nvPr/>
          </p:nvSpPr>
          <p:spPr>
            <a:xfrm flipH="1">
              <a:off x="4694" y="663"/>
              <a:ext cx="1" cy="53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3" name="Oval 289"/>
            <p:cNvSpPr/>
            <p:nvPr/>
          </p:nvSpPr>
          <p:spPr>
            <a:xfrm>
              <a:off x="4553" y="249"/>
              <a:ext cx="306" cy="307"/>
            </a:xfrm>
            <a:prstGeom prst="ellipse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974" name="Line 290"/>
            <p:cNvSpPr/>
            <p:nvPr/>
          </p:nvSpPr>
          <p:spPr>
            <a:xfrm flipV="1">
              <a:off x="4695" y="278"/>
              <a:ext cx="139" cy="15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75" name="Freeform 291"/>
            <p:cNvSpPr/>
            <p:nvPr/>
          </p:nvSpPr>
          <p:spPr>
            <a:xfrm>
              <a:off x="4609" y="391"/>
              <a:ext cx="116" cy="119"/>
            </a:xfrm>
            <a:custGeom>
              <a:avLst/>
              <a:gdLst/>
              <a:ahLst/>
              <a:cxnLst>
                <a:cxn ang="0">
                  <a:pos x="0" y="119"/>
                </a:cxn>
                <a:cxn ang="0">
                  <a:pos x="45" y="0"/>
                </a:cxn>
                <a:cxn ang="0">
                  <a:pos x="116" y="64"/>
                </a:cxn>
                <a:cxn ang="0">
                  <a:pos x="0" y="119"/>
                </a:cxn>
              </a:cxnLst>
              <a:rect l="0" t="0" r="0" b="0"/>
              <a:pathLst>
                <a:path w="116" h="119">
                  <a:moveTo>
                    <a:pt x="0" y="119"/>
                  </a:moveTo>
                  <a:lnTo>
                    <a:pt x="45" y="0"/>
                  </a:lnTo>
                  <a:lnTo>
                    <a:pt x="116" y="64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  <a:ln w="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76" name="Rectangle 292"/>
            <p:cNvSpPr/>
            <p:nvPr/>
          </p:nvSpPr>
          <p:spPr>
            <a:xfrm>
              <a:off x="4468" y="164"/>
              <a:ext cx="516" cy="507"/>
            </a:xfrm>
            <a:prstGeom prst="rect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712" name="Line 6"/>
          <p:cNvSpPr/>
          <p:nvPr/>
        </p:nvSpPr>
        <p:spPr>
          <a:xfrm>
            <a:off x="3989388" y="3503613"/>
            <a:ext cx="113823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3" name="Line 7"/>
          <p:cNvSpPr/>
          <p:nvPr/>
        </p:nvSpPr>
        <p:spPr>
          <a:xfrm>
            <a:off x="5127625" y="35036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4" name="Line 8"/>
          <p:cNvSpPr/>
          <p:nvPr/>
        </p:nvSpPr>
        <p:spPr>
          <a:xfrm>
            <a:off x="5127625" y="350361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5" name="Line 9"/>
          <p:cNvSpPr/>
          <p:nvPr/>
        </p:nvSpPr>
        <p:spPr>
          <a:xfrm>
            <a:off x="5146675" y="3506788"/>
            <a:ext cx="793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6" name="Line 10"/>
          <p:cNvSpPr/>
          <p:nvPr/>
        </p:nvSpPr>
        <p:spPr>
          <a:xfrm>
            <a:off x="5154613" y="3509963"/>
            <a:ext cx="4762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7" name="Line 11"/>
          <p:cNvSpPr/>
          <p:nvPr/>
        </p:nvSpPr>
        <p:spPr>
          <a:xfrm>
            <a:off x="5159375" y="3509963"/>
            <a:ext cx="63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8" name="Line 12"/>
          <p:cNvSpPr/>
          <p:nvPr/>
        </p:nvSpPr>
        <p:spPr>
          <a:xfrm>
            <a:off x="5165725" y="351313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9" name="Line 13"/>
          <p:cNvSpPr/>
          <p:nvPr/>
        </p:nvSpPr>
        <p:spPr>
          <a:xfrm>
            <a:off x="5170488" y="35163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0" name="Line 14"/>
          <p:cNvSpPr/>
          <p:nvPr/>
        </p:nvSpPr>
        <p:spPr>
          <a:xfrm>
            <a:off x="5172075" y="351948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1" name="Line 15"/>
          <p:cNvSpPr/>
          <p:nvPr/>
        </p:nvSpPr>
        <p:spPr>
          <a:xfrm>
            <a:off x="5176838" y="35226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2" name="Line 16"/>
          <p:cNvSpPr/>
          <p:nvPr/>
        </p:nvSpPr>
        <p:spPr>
          <a:xfrm>
            <a:off x="5178425" y="3522663"/>
            <a:ext cx="4763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3" name="Line 17"/>
          <p:cNvSpPr/>
          <p:nvPr/>
        </p:nvSpPr>
        <p:spPr>
          <a:xfrm>
            <a:off x="5183188" y="35290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4" name="Line 18"/>
          <p:cNvSpPr/>
          <p:nvPr/>
        </p:nvSpPr>
        <p:spPr>
          <a:xfrm>
            <a:off x="5184775" y="3529013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5" name="Line 19"/>
          <p:cNvSpPr/>
          <p:nvPr/>
        </p:nvSpPr>
        <p:spPr>
          <a:xfrm>
            <a:off x="5187950" y="35321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6" name="Line 20"/>
          <p:cNvSpPr/>
          <p:nvPr/>
        </p:nvSpPr>
        <p:spPr>
          <a:xfrm>
            <a:off x="5189538" y="35353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7" name="Line 21"/>
          <p:cNvSpPr/>
          <p:nvPr/>
        </p:nvSpPr>
        <p:spPr>
          <a:xfrm>
            <a:off x="5191125" y="35385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8" name="Line 22"/>
          <p:cNvSpPr/>
          <p:nvPr/>
        </p:nvSpPr>
        <p:spPr>
          <a:xfrm>
            <a:off x="5191125" y="354171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9" name="Line 23"/>
          <p:cNvSpPr/>
          <p:nvPr/>
        </p:nvSpPr>
        <p:spPr>
          <a:xfrm>
            <a:off x="5194300" y="35417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0" name="Line 24"/>
          <p:cNvSpPr/>
          <p:nvPr/>
        </p:nvSpPr>
        <p:spPr>
          <a:xfrm>
            <a:off x="5195888" y="35448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1" name="Line 25"/>
          <p:cNvSpPr/>
          <p:nvPr/>
        </p:nvSpPr>
        <p:spPr>
          <a:xfrm>
            <a:off x="5195888" y="35480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2" name="Line 26"/>
          <p:cNvSpPr/>
          <p:nvPr/>
        </p:nvSpPr>
        <p:spPr>
          <a:xfrm>
            <a:off x="5197475" y="35512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3" name="Line 27"/>
          <p:cNvSpPr/>
          <p:nvPr/>
        </p:nvSpPr>
        <p:spPr>
          <a:xfrm>
            <a:off x="5197475" y="355441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4" name="Line 28"/>
          <p:cNvSpPr/>
          <p:nvPr/>
        </p:nvSpPr>
        <p:spPr>
          <a:xfrm>
            <a:off x="5200650" y="355441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5" name="Line 29"/>
          <p:cNvSpPr/>
          <p:nvPr/>
        </p:nvSpPr>
        <p:spPr>
          <a:xfrm>
            <a:off x="5200650" y="35607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6" name="Line 30"/>
          <p:cNvSpPr/>
          <p:nvPr/>
        </p:nvSpPr>
        <p:spPr>
          <a:xfrm>
            <a:off x="5200650" y="35607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7" name="Line 31"/>
          <p:cNvSpPr/>
          <p:nvPr/>
        </p:nvSpPr>
        <p:spPr>
          <a:xfrm>
            <a:off x="5202238" y="35639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8" name="Line 32"/>
          <p:cNvSpPr/>
          <p:nvPr/>
        </p:nvSpPr>
        <p:spPr>
          <a:xfrm>
            <a:off x="5202238" y="35671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9" name="Line 33"/>
          <p:cNvSpPr/>
          <p:nvPr/>
        </p:nvSpPr>
        <p:spPr>
          <a:xfrm>
            <a:off x="5202238" y="35702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0" name="Line 34"/>
          <p:cNvSpPr/>
          <p:nvPr/>
        </p:nvSpPr>
        <p:spPr>
          <a:xfrm>
            <a:off x="5202238" y="35734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1" name="Line 35"/>
          <p:cNvSpPr/>
          <p:nvPr/>
        </p:nvSpPr>
        <p:spPr>
          <a:xfrm>
            <a:off x="5202238" y="35734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2" name="Line 36"/>
          <p:cNvSpPr/>
          <p:nvPr/>
        </p:nvSpPr>
        <p:spPr>
          <a:xfrm>
            <a:off x="5202238" y="35766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3" name="Line 3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4" name="Line 3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5" name="Line 3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6" name="Line 4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7" name="Line 4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8" name="Line 4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9" name="Line 4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0" name="Line 4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1" name="Line 45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2" name="Line 46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3" name="Line 4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4" name="Line 4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5" name="Line 4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6" name="Line 5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7" name="Line 5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8" name="Line 5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9" name="Line 5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0" name="Line 5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1" name="Line 55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2" name="Line 56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3" name="Line 57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4" name="Line 58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5" name="Line 59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6" name="Line 60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7" name="Line 61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8" name="Line 62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9" name="Line 63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0" name="Line 64"/>
          <p:cNvSpPr/>
          <p:nvPr/>
        </p:nvSpPr>
        <p:spPr>
          <a:xfrm>
            <a:off x="5203825" y="35798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1" name="Line 65"/>
          <p:cNvSpPr/>
          <p:nvPr/>
        </p:nvSpPr>
        <p:spPr>
          <a:xfrm>
            <a:off x="5203825" y="3605213"/>
            <a:ext cx="1588" cy="3048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2" name="Line 66"/>
          <p:cNvSpPr/>
          <p:nvPr/>
        </p:nvSpPr>
        <p:spPr>
          <a:xfrm>
            <a:off x="4146550" y="3678238"/>
            <a:ext cx="684213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3" name="Line 67"/>
          <p:cNvSpPr/>
          <p:nvPr/>
        </p:nvSpPr>
        <p:spPr>
          <a:xfrm>
            <a:off x="4821238" y="37068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4" name="Line 68"/>
          <p:cNvSpPr/>
          <p:nvPr/>
        </p:nvSpPr>
        <p:spPr>
          <a:xfrm>
            <a:off x="4821238" y="370681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5" name="Line 69"/>
          <p:cNvSpPr/>
          <p:nvPr/>
        </p:nvSpPr>
        <p:spPr>
          <a:xfrm>
            <a:off x="4840288" y="3709988"/>
            <a:ext cx="793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6" name="Line 70"/>
          <p:cNvSpPr/>
          <p:nvPr/>
        </p:nvSpPr>
        <p:spPr>
          <a:xfrm>
            <a:off x="4848225" y="3713163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7" name="Line 71"/>
          <p:cNvSpPr/>
          <p:nvPr/>
        </p:nvSpPr>
        <p:spPr>
          <a:xfrm>
            <a:off x="4852988" y="3716338"/>
            <a:ext cx="63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8" name="Line 72"/>
          <p:cNvSpPr/>
          <p:nvPr/>
        </p:nvSpPr>
        <p:spPr>
          <a:xfrm>
            <a:off x="4859338" y="3716338"/>
            <a:ext cx="4762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9" name="Line 73"/>
          <p:cNvSpPr/>
          <p:nvPr/>
        </p:nvSpPr>
        <p:spPr>
          <a:xfrm>
            <a:off x="4864100" y="372268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0" name="Line 74"/>
          <p:cNvSpPr/>
          <p:nvPr/>
        </p:nvSpPr>
        <p:spPr>
          <a:xfrm>
            <a:off x="4865688" y="372268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1" name="Line 75"/>
          <p:cNvSpPr/>
          <p:nvPr/>
        </p:nvSpPr>
        <p:spPr>
          <a:xfrm>
            <a:off x="4870450" y="37258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2" name="Line 76"/>
          <p:cNvSpPr/>
          <p:nvPr/>
        </p:nvSpPr>
        <p:spPr>
          <a:xfrm>
            <a:off x="4872038" y="372903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3" name="Line 77"/>
          <p:cNvSpPr/>
          <p:nvPr/>
        </p:nvSpPr>
        <p:spPr>
          <a:xfrm>
            <a:off x="4876800" y="37322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4" name="Line 78"/>
          <p:cNvSpPr/>
          <p:nvPr/>
        </p:nvSpPr>
        <p:spPr>
          <a:xfrm>
            <a:off x="4878388" y="3735388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5" name="Line 79"/>
          <p:cNvSpPr/>
          <p:nvPr/>
        </p:nvSpPr>
        <p:spPr>
          <a:xfrm>
            <a:off x="4879975" y="3735388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6" name="Line 80"/>
          <p:cNvSpPr/>
          <p:nvPr/>
        </p:nvSpPr>
        <p:spPr>
          <a:xfrm>
            <a:off x="4883150" y="37385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7" name="Line 81"/>
          <p:cNvSpPr/>
          <p:nvPr/>
        </p:nvSpPr>
        <p:spPr>
          <a:xfrm>
            <a:off x="4884738" y="37417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8" name="Line 82"/>
          <p:cNvSpPr/>
          <p:nvPr/>
        </p:nvSpPr>
        <p:spPr>
          <a:xfrm>
            <a:off x="4884738" y="37449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89" name="Line 83"/>
          <p:cNvSpPr/>
          <p:nvPr/>
        </p:nvSpPr>
        <p:spPr>
          <a:xfrm>
            <a:off x="4886325" y="374808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0" name="Line 84"/>
          <p:cNvSpPr/>
          <p:nvPr/>
        </p:nvSpPr>
        <p:spPr>
          <a:xfrm>
            <a:off x="4889500" y="3748088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1" name="Line 85"/>
          <p:cNvSpPr/>
          <p:nvPr/>
        </p:nvSpPr>
        <p:spPr>
          <a:xfrm>
            <a:off x="4889500" y="375443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2" name="Line 86"/>
          <p:cNvSpPr/>
          <p:nvPr/>
        </p:nvSpPr>
        <p:spPr>
          <a:xfrm>
            <a:off x="4891088" y="37544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3" name="Line 87"/>
          <p:cNvSpPr/>
          <p:nvPr/>
        </p:nvSpPr>
        <p:spPr>
          <a:xfrm>
            <a:off x="4891088" y="37576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4" name="Line 88"/>
          <p:cNvSpPr/>
          <p:nvPr/>
        </p:nvSpPr>
        <p:spPr>
          <a:xfrm>
            <a:off x="4892675" y="37607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5" name="Line 89"/>
          <p:cNvSpPr/>
          <p:nvPr/>
        </p:nvSpPr>
        <p:spPr>
          <a:xfrm>
            <a:off x="4892675" y="37639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6" name="Line 90"/>
          <p:cNvSpPr/>
          <p:nvPr/>
        </p:nvSpPr>
        <p:spPr>
          <a:xfrm>
            <a:off x="4892675" y="376713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7" name="Line 91"/>
          <p:cNvSpPr/>
          <p:nvPr/>
        </p:nvSpPr>
        <p:spPr>
          <a:xfrm>
            <a:off x="4895850" y="37671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8" name="Line 92"/>
          <p:cNvSpPr/>
          <p:nvPr/>
        </p:nvSpPr>
        <p:spPr>
          <a:xfrm>
            <a:off x="4895850" y="377031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9" name="Line 93"/>
          <p:cNvSpPr/>
          <p:nvPr/>
        </p:nvSpPr>
        <p:spPr>
          <a:xfrm>
            <a:off x="4895850" y="37766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" name="Line 94"/>
          <p:cNvSpPr/>
          <p:nvPr/>
        </p:nvSpPr>
        <p:spPr>
          <a:xfrm>
            <a:off x="4895850" y="37766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" name="Line 95"/>
          <p:cNvSpPr/>
          <p:nvPr/>
        </p:nvSpPr>
        <p:spPr>
          <a:xfrm>
            <a:off x="4895850" y="37798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" name="Line 96"/>
          <p:cNvSpPr/>
          <p:nvPr/>
        </p:nvSpPr>
        <p:spPr>
          <a:xfrm>
            <a:off x="4895850" y="37830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" name="Line 9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" name="Line 9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" name="Line 9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" name="Line 10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7" name="Line 10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8" name="Line 10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9" name="Line 10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0" name="Line 10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1" name="Line 105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2" name="Line 106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3" name="Line 10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4" name="Line 10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5" name="Line 10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6" name="Line 11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7" name="Line 11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8" name="Line 11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19" name="Line 11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0" name="Line 11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1" name="Line 115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2" name="Line 116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3" name="Line 117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4" name="Line 118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5" name="Line 119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6" name="Line 120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7" name="Line 121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8" name="Line 122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29" name="Line 123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0" name="Line 124"/>
          <p:cNvSpPr/>
          <p:nvPr/>
        </p:nvSpPr>
        <p:spPr>
          <a:xfrm>
            <a:off x="4897438" y="3783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1" name="Line 125"/>
          <p:cNvSpPr/>
          <p:nvPr/>
        </p:nvSpPr>
        <p:spPr>
          <a:xfrm>
            <a:off x="4897438" y="3808413"/>
            <a:ext cx="1587" cy="1016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2" name="Line 126"/>
          <p:cNvSpPr/>
          <p:nvPr/>
        </p:nvSpPr>
        <p:spPr>
          <a:xfrm>
            <a:off x="5000625" y="380841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3" name="Line 127"/>
          <p:cNvSpPr/>
          <p:nvPr/>
        </p:nvSpPr>
        <p:spPr>
          <a:xfrm>
            <a:off x="5000625" y="391001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4" name="Line 128"/>
          <p:cNvSpPr/>
          <p:nvPr/>
        </p:nvSpPr>
        <p:spPr>
          <a:xfrm>
            <a:off x="50006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5" name="Line 129"/>
          <p:cNvSpPr/>
          <p:nvPr/>
        </p:nvSpPr>
        <p:spPr>
          <a:xfrm>
            <a:off x="50006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6" name="Line 130"/>
          <p:cNvSpPr/>
          <p:nvPr/>
        </p:nvSpPr>
        <p:spPr>
          <a:xfrm>
            <a:off x="5102225" y="380841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7" name="Line 131"/>
          <p:cNvSpPr/>
          <p:nvPr/>
        </p:nvSpPr>
        <p:spPr>
          <a:xfrm>
            <a:off x="5102225" y="391001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8" name="Line 132"/>
          <p:cNvSpPr/>
          <p:nvPr/>
        </p:nvSpPr>
        <p:spPr>
          <a:xfrm>
            <a:off x="51022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39" name="Line 133"/>
          <p:cNvSpPr/>
          <p:nvPr/>
        </p:nvSpPr>
        <p:spPr>
          <a:xfrm>
            <a:off x="51022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0" name="Line 134"/>
          <p:cNvSpPr/>
          <p:nvPr/>
        </p:nvSpPr>
        <p:spPr>
          <a:xfrm>
            <a:off x="4897438" y="401478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1" name="Line 135"/>
          <p:cNvSpPr/>
          <p:nvPr/>
        </p:nvSpPr>
        <p:spPr>
          <a:xfrm>
            <a:off x="4897438" y="411638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2" name="Line 136"/>
          <p:cNvSpPr/>
          <p:nvPr/>
        </p:nvSpPr>
        <p:spPr>
          <a:xfrm>
            <a:off x="5203825" y="40147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3" name="Line 137"/>
          <p:cNvSpPr/>
          <p:nvPr/>
        </p:nvSpPr>
        <p:spPr>
          <a:xfrm>
            <a:off x="5203825" y="411638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4" name="Line 138"/>
          <p:cNvSpPr/>
          <p:nvPr/>
        </p:nvSpPr>
        <p:spPr>
          <a:xfrm>
            <a:off x="4692650" y="4014788"/>
            <a:ext cx="1588" cy="10985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5" name="Line 139"/>
          <p:cNvSpPr/>
          <p:nvPr/>
        </p:nvSpPr>
        <p:spPr>
          <a:xfrm>
            <a:off x="4692650" y="5113338"/>
            <a:ext cx="22240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6" name="Line 140"/>
          <p:cNvSpPr/>
          <p:nvPr/>
        </p:nvSpPr>
        <p:spPr>
          <a:xfrm>
            <a:off x="469265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7" name="Line 141"/>
          <p:cNvSpPr/>
          <p:nvPr/>
        </p:nvSpPr>
        <p:spPr>
          <a:xfrm>
            <a:off x="479583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8" name="Line 142"/>
          <p:cNvSpPr/>
          <p:nvPr/>
        </p:nvSpPr>
        <p:spPr>
          <a:xfrm>
            <a:off x="489743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49" name="Line 143"/>
          <p:cNvSpPr/>
          <p:nvPr/>
        </p:nvSpPr>
        <p:spPr>
          <a:xfrm>
            <a:off x="50006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0" name="Line 144"/>
          <p:cNvSpPr/>
          <p:nvPr/>
        </p:nvSpPr>
        <p:spPr>
          <a:xfrm>
            <a:off x="51022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1" name="Line 145"/>
          <p:cNvSpPr/>
          <p:nvPr/>
        </p:nvSpPr>
        <p:spPr>
          <a:xfrm>
            <a:off x="520382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2" name="Line 146"/>
          <p:cNvSpPr/>
          <p:nvPr/>
        </p:nvSpPr>
        <p:spPr>
          <a:xfrm>
            <a:off x="530701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3" name="Line 147"/>
          <p:cNvSpPr/>
          <p:nvPr/>
        </p:nvSpPr>
        <p:spPr>
          <a:xfrm>
            <a:off x="540861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4" name="Line 148"/>
          <p:cNvSpPr/>
          <p:nvPr/>
        </p:nvSpPr>
        <p:spPr>
          <a:xfrm>
            <a:off x="55118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5" name="Line 149"/>
          <p:cNvSpPr/>
          <p:nvPr/>
        </p:nvSpPr>
        <p:spPr>
          <a:xfrm>
            <a:off x="56134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6" name="Line 150"/>
          <p:cNvSpPr/>
          <p:nvPr/>
        </p:nvSpPr>
        <p:spPr>
          <a:xfrm>
            <a:off x="5715000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7" name="Line 151"/>
          <p:cNvSpPr/>
          <p:nvPr/>
        </p:nvSpPr>
        <p:spPr>
          <a:xfrm>
            <a:off x="581818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8" name="Line 152"/>
          <p:cNvSpPr/>
          <p:nvPr/>
        </p:nvSpPr>
        <p:spPr>
          <a:xfrm>
            <a:off x="5919788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59" name="Line 153"/>
          <p:cNvSpPr/>
          <p:nvPr/>
        </p:nvSpPr>
        <p:spPr>
          <a:xfrm>
            <a:off x="6022975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0" name="Line 154"/>
          <p:cNvSpPr/>
          <p:nvPr/>
        </p:nvSpPr>
        <p:spPr>
          <a:xfrm>
            <a:off x="6226175" y="4202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1" name="Line 155"/>
          <p:cNvSpPr/>
          <p:nvPr/>
        </p:nvSpPr>
        <p:spPr>
          <a:xfrm>
            <a:off x="632936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2" name="Line 156"/>
          <p:cNvSpPr/>
          <p:nvPr/>
        </p:nvSpPr>
        <p:spPr>
          <a:xfrm>
            <a:off x="6430963" y="4202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3" name="Line 157"/>
          <p:cNvSpPr/>
          <p:nvPr/>
        </p:nvSpPr>
        <p:spPr>
          <a:xfrm>
            <a:off x="6577013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4" name="Line 158"/>
          <p:cNvSpPr/>
          <p:nvPr/>
        </p:nvSpPr>
        <p:spPr>
          <a:xfrm>
            <a:off x="6678613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5" name="Line 159"/>
          <p:cNvSpPr/>
          <p:nvPr/>
        </p:nvSpPr>
        <p:spPr>
          <a:xfrm>
            <a:off x="6780213" y="4192588"/>
            <a:ext cx="26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6" name="Line 160"/>
          <p:cNvSpPr/>
          <p:nvPr/>
        </p:nvSpPr>
        <p:spPr>
          <a:xfrm>
            <a:off x="6883400" y="41925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7" name="Line 161"/>
          <p:cNvSpPr/>
          <p:nvPr/>
        </p:nvSpPr>
        <p:spPr>
          <a:xfrm>
            <a:off x="46926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8" name="Line 162"/>
          <p:cNvSpPr/>
          <p:nvPr/>
        </p:nvSpPr>
        <p:spPr>
          <a:xfrm>
            <a:off x="47958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69" name="Line 163"/>
          <p:cNvSpPr/>
          <p:nvPr/>
        </p:nvSpPr>
        <p:spPr>
          <a:xfrm>
            <a:off x="48974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0" name="Line 164"/>
          <p:cNvSpPr/>
          <p:nvPr/>
        </p:nvSpPr>
        <p:spPr>
          <a:xfrm>
            <a:off x="50006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1" name="Line 165"/>
          <p:cNvSpPr/>
          <p:nvPr/>
        </p:nvSpPr>
        <p:spPr>
          <a:xfrm>
            <a:off x="51022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2" name="Line 166"/>
          <p:cNvSpPr/>
          <p:nvPr/>
        </p:nvSpPr>
        <p:spPr>
          <a:xfrm>
            <a:off x="520382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3" name="Line 167"/>
          <p:cNvSpPr/>
          <p:nvPr/>
        </p:nvSpPr>
        <p:spPr>
          <a:xfrm>
            <a:off x="530701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4" name="Line 168"/>
          <p:cNvSpPr/>
          <p:nvPr/>
        </p:nvSpPr>
        <p:spPr>
          <a:xfrm>
            <a:off x="540861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5" name="Line 169"/>
          <p:cNvSpPr/>
          <p:nvPr/>
        </p:nvSpPr>
        <p:spPr>
          <a:xfrm>
            <a:off x="55118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6" name="Line 170"/>
          <p:cNvSpPr/>
          <p:nvPr/>
        </p:nvSpPr>
        <p:spPr>
          <a:xfrm>
            <a:off x="56134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7" name="Line 171"/>
          <p:cNvSpPr/>
          <p:nvPr/>
        </p:nvSpPr>
        <p:spPr>
          <a:xfrm>
            <a:off x="571500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8" name="Line 172"/>
          <p:cNvSpPr/>
          <p:nvPr/>
        </p:nvSpPr>
        <p:spPr>
          <a:xfrm>
            <a:off x="581818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79" name="Line 173"/>
          <p:cNvSpPr/>
          <p:nvPr/>
        </p:nvSpPr>
        <p:spPr>
          <a:xfrm>
            <a:off x="591978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0" name="Line 174"/>
          <p:cNvSpPr/>
          <p:nvPr/>
        </p:nvSpPr>
        <p:spPr>
          <a:xfrm>
            <a:off x="602297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1" name="Line 175"/>
          <p:cNvSpPr/>
          <p:nvPr/>
        </p:nvSpPr>
        <p:spPr>
          <a:xfrm>
            <a:off x="6124575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2" name="Line 176"/>
          <p:cNvSpPr/>
          <p:nvPr/>
        </p:nvSpPr>
        <p:spPr>
          <a:xfrm>
            <a:off x="6226175" y="50085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3" name="Line 177"/>
          <p:cNvSpPr/>
          <p:nvPr/>
        </p:nvSpPr>
        <p:spPr>
          <a:xfrm>
            <a:off x="632936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4" name="Line 178"/>
          <p:cNvSpPr/>
          <p:nvPr/>
        </p:nvSpPr>
        <p:spPr>
          <a:xfrm>
            <a:off x="6430963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5" name="Line 179"/>
          <p:cNvSpPr/>
          <p:nvPr/>
        </p:nvSpPr>
        <p:spPr>
          <a:xfrm>
            <a:off x="65341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6" name="Line 180"/>
          <p:cNvSpPr/>
          <p:nvPr/>
        </p:nvSpPr>
        <p:spPr>
          <a:xfrm>
            <a:off x="6635750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7" name="Line 181"/>
          <p:cNvSpPr/>
          <p:nvPr/>
        </p:nvSpPr>
        <p:spPr>
          <a:xfrm>
            <a:off x="6737350" y="50085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8" name="Line 182"/>
          <p:cNvSpPr/>
          <p:nvPr/>
        </p:nvSpPr>
        <p:spPr>
          <a:xfrm>
            <a:off x="6840538" y="50085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89" name="Line 183"/>
          <p:cNvSpPr/>
          <p:nvPr/>
        </p:nvSpPr>
        <p:spPr>
          <a:xfrm>
            <a:off x="46926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0" name="Line 184"/>
          <p:cNvSpPr/>
          <p:nvPr/>
        </p:nvSpPr>
        <p:spPr>
          <a:xfrm>
            <a:off x="47958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1" name="Line 185"/>
          <p:cNvSpPr/>
          <p:nvPr/>
        </p:nvSpPr>
        <p:spPr>
          <a:xfrm>
            <a:off x="48974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2" name="Line 186"/>
          <p:cNvSpPr/>
          <p:nvPr/>
        </p:nvSpPr>
        <p:spPr>
          <a:xfrm>
            <a:off x="50006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3" name="Line 187"/>
          <p:cNvSpPr/>
          <p:nvPr/>
        </p:nvSpPr>
        <p:spPr>
          <a:xfrm>
            <a:off x="51022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4" name="Line 188"/>
          <p:cNvSpPr/>
          <p:nvPr/>
        </p:nvSpPr>
        <p:spPr>
          <a:xfrm>
            <a:off x="520382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5" name="Line 189"/>
          <p:cNvSpPr/>
          <p:nvPr/>
        </p:nvSpPr>
        <p:spPr>
          <a:xfrm>
            <a:off x="530701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6" name="Line 190"/>
          <p:cNvSpPr/>
          <p:nvPr/>
        </p:nvSpPr>
        <p:spPr>
          <a:xfrm>
            <a:off x="540861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7" name="Line 191"/>
          <p:cNvSpPr/>
          <p:nvPr/>
        </p:nvSpPr>
        <p:spPr>
          <a:xfrm>
            <a:off x="551180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8" name="Line 192"/>
          <p:cNvSpPr/>
          <p:nvPr/>
        </p:nvSpPr>
        <p:spPr>
          <a:xfrm>
            <a:off x="5576888" y="46148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99" name="Line 193"/>
          <p:cNvSpPr/>
          <p:nvPr/>
        </p:nvSpPr>
        <p:spPr>
          <a:xfrm>
            <a:off x="571500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0" name="Line 194"/>
          <p:cNvSpPr/>
          <p:nvPr/>
        </p:nvSpPr>
        <p:spPr>
          <a:xfrm>
            <a:off x="581818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1" name="Line 195"/>
          <p:cNvSpPr/>
          <p:nvPr/>
        </p:nvSpPr>
        <p:spPr>
          <a:xfrm>
            <a:off x="591978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2" name="Line 196"/>
          <p:cNvSpPr/>
          <p:nvPr/>
        </p:nvSpPr>
        <p:spPr>
          <a:xfrm>
            <a:off x="602297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3" name="Line 197"/>
          <p:cNvSpPr/>
          <p:nvPr/>
        </p:nvSpPr>
        <p:spPr>
          <a:xfrm>
            <a:off x="6124575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4" name="Line 198"/>
          <p:cNvSpPr/>
          <p:nvPr/>
        </p:nvSpPr>
        <p:spPr>
          <a:xfrm>
            <a:off x="6226175" y="461168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5" name="Line 199"/>
          <p:cNvSpPr/>
          <p:nvPr/>
        </p:nvSpPr>
        <p:spPr>
          <a:xfrm>
            <a:off x="632936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6" name="Line 200"/>
          <p:cNvSpPr/>
          <p:nvPr/>
        </p:nvSpPr>
        <p:spPr>
          <a:xfrm>
            <a:off x="6430963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7" name="Line 201"/>
          <p:cNvSpPr/>
          <p:nvPr/>
        </p:nvSpPr>
        <p:spPr>
          <a:xfrm>
            <a:off x="65341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8" name="Line 202"/>
          <p:cNvSpPr/>
          <p:nvPr/>
        </p:nvSpPr>
        <p:spPr>
          <a:xfrm>
            <a:off x="6635750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09" name="Line 203"/>
          <p:cNvSpPr/>
          <p:nvPr/>
        </p:nvSpPr>
        <p:spPr>
          <a:xfrm>
            <a:off x="6737350" y="461168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0" name="Line 204"/>
          <p:cNvSpPr/>
          <p:nvPr/>
        </p:nvSpPr>
        <p:spPr>
          <a:xfrm>
            <a:off x="6840538" y="46116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1" name="Line 205"/>
          <p:cNvSpPr/>
          <p:nvPr/>
        </p:nvSpPr>
        <p:spPr>
          <a:xfrm>
            <a:off x="4692650" y="440848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2" name="Line 206"/>
          <p:cNvSpPr/>
          <p:nvPr/>
        </p:nvSpPr>
        <p:spPr>
          <a:xfrm>
            <a:off x="4922838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3" name="Line 207"/>
          <p:cNvSpPr/>
          <p:nvPr/>
        </p:nvSpPr>
        <p:spPr>
          <a:xfrm>
            <a:off x="5026025" y="440848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4" name="Line 208"/>
          <p:cNvSpPr/>
          <p:nvPr/>
        </p:nvSpPr>
        <p:spPr>
          <a:xfrm>
            <a:off x="5256213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5" name="Line 209"/>
          <p:cNvSpPr/>
          <p:nvPr/>
        </p:nvSpPr>
        <p:spPr>
          <a:xfrm>
            <a:off x="5360988" y="43989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6" name="Line 210"/>
          <p:cNvSpPr/>
          <p:nvPr/>
        </p:nvSpPr>
        <p:spPr>
          <a:xfrm>
            <a:off x="5588000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7" name="Line 211"/>
          <p:cNvSpPr/>
          <p:nvPr/>
        </p:nvSpPr>
        <p:spPr>
          <a:xfrm>
            <a:off x="5689600" y="440848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8" name="Line 212"/>
          <p:cNvSpPr/>
          <p:nvPr/>
        </p:nvSpPr>
        <p:spPr>
          <a:xfrm>
            <a:off x="5919788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19" name="Line 213"/>
          <p:cNvSpPr/>
          <p:nvPr/>
        </p:nvSpPr>
        <p:spPr>
          <a:xfrm>
            <a:off x="6022975" y="440848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0" name="Line 214"/>
          <p:cNvSpPr/>
          <p:nvPr/>
        </p:nvSpPr>
        <p:spPr>
          <a:xfrm>
            <a:off x="6253163" y="440848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1" name="Line 215"/>
          <p:cNvSpPr/>
          <p:nvPr/>
        </p:nvSpPr>
        <p:spPr>
          <a:xfrm>
            <a:off x="6354763" y="4408488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2" name="Line 216"/>
          <p:cNvSpPr/>
          <p:nvPr/>
        </p:nvSpPr>
        <p:spPr>
          <a:xfrm>
            <a:off x="6627813" y="439578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3" name="Line 217"/>
          <p:cNvSpPr/>
          <p:nvPr/>
        </p:nvSpPr>
        <p:spPr>
          <a:xfrm>
            <a:off x="6700838" y="4386263"/>
            <a:ext cx="1539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4" name="Line 218"/>
          <p:cNvSpPr/>
          <p:nvPr/>
        </p:nvSpPr>
        <p:spPr>
          <a:xfrm>
            <a:off x="469265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5" name="Line 219"/>
          <p:cNvSpPr/>
          <p:nvPr/>
        </p:nvSpPr>
        <p:spPr>
          <a:xfrm>
            <a:off x="4922838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6" name="Line 220"/>
          <p:cNvSpPr/>
          <p:nvPr/>
        </p:nvSpPr>
        <p:spPr>
          <a:xfrm>
            <a:off x="5026025" y="481806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7" name="Line 221"/>
          <p:cNvSpPr/>
          <p:nvPr/>
        </p:nvSpPr>
        <p:spPr>
          <a:xfrm>
            <a:off x="5256213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8" name="Line 222"/>
          <p:cNvSpPr/>
          <p:nvPr/>
        </p:nvSpPr>
        <p:spPr>
          <a:xfrm>
            <a:off x="5357813" y="48180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29" name="Line 223"/>
          <p:cNvSpPr/>
          <p:nvPr/>
        </p:nvSpPr>
        <p:spPr>
          <a:xfrm>
            <a:off x="5588000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0" name="Line 224"/>
          <p:cNvSpPr/>
          <p:nvPr/>
        </p:nvSpPr>
        <p:spPr>
          <a:xfrm>
            <a:off x="568960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1" name="Line 225"/>
          <p:cNvSpPr/>
          <p:nvPr/>
        </p:nvSpPr>
        <p:spPr>
          <a:xfrm>
            <a:off x="5919788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2" name="Line 226"/>
          <p:cNvSpPr/>
          <p:nvPr/>
        </p:nvSpPr>
        <p:spPr>
          <a:xfrm>
            <a:off x="6022975" y="481806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3" name="Line 227"/>
          <p:cNvSpPr/>
          <p:nvPr/>
        </p:nvSpPr>
        <p:spPr>
          <a:xfrm>
            <a:off x="6253163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4" name="Line 228"/>
          <p:cNvSpPr/>
          <p:nvPr/>
        </p:nvSpPr>
        <p:spPr>
          <a:xfrm>
            <a:off x="6354763" y="481806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5" name="Line 229"/>
          <p:cNvSpPr/>
          <p:nvPr/>
        </p:nvSpPr>
        <p:spPr>
          <a:xfrm>
            <a:off x="6584950" y="481806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6" name="Line 230"/>
          <p:cNvSpPr/>
          <p:nvPr/>
        </p:nvSpPr>
        <p:spPr>
          <a:xfrm>
            <a:off x="6686550" y="481806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7" name="Line 231"/>
          <p:cNvSpPr/>
          <p:nvPr/>
        </p:nvSpPr>
        <p:spPr>
          <a:xfrm>
            <a:off x="4194175" y="4202113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8" name="Line 232"/>
          <p:cNvSpPr/>
          <p:nvPr/>
        </p:nvSpPr>
        <p:spPr>
          <a:xfrm>
            <a:off x="4194175" y="5113338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39" name="Rectangle 236"/>
          <p:cNvSpPr/>
          <p:nvPr/>
        </p:nvSpPr>
        <p:spPr>
          <a:xfrm>
            <a:off x="6329363" y="3694113"/>
            <a:ext cx="5127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940" name="Line 237"/>
          <p:cNvSpPr/>
          <p:nvPr/>
        </p:nvSpPr>
        <p:spPr>
          <a:xfrm>
            <a:off x="6916738" y="5008563"/>
            <a:ext cx="1587" cy="1047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1" name="Line 238"/>
          <p:cNvSpPr/>
          <p:nvPr/>
        </p:nvSpPr>
        <p:spPr>
          <a:xfrm>
            <a:off x="6916738" y="4014788"/>
            <a:ext cx="1587" cy="8032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2" name="Line 239"/>
          <p:cNvSpPr/>
          <p:nvPr/>
        </p:nvSpPr>
        <p:spPr>
          <a:xfrm>
            <a:off x="6916738" y="5008563"/>
            <a:ext cx="3968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943" name="Line 242"/>
          <p:cNvSpPr/>
          <p:nvPr/>
        </p:nvSpPr>
        <p:spPr>
          <a:xfrm>
            <a:off x="6916738" y="4818063"/>
            <a:ext cx="29051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944" name="Group 246"/>
          <p:cNvGrpSpPr/>
          <p:nvPr/>
        </p:nvGrpSpPr>
        <p:grpSpPr>
          <a:xfrm>
            <a:off x="7207250" y="4598988"/>
            <a:ext cx="623888" cy="454025"/>
            <a:chOff x="3952" y="2514"/>
            <a:chExt cx="393" cy="285"/>
          </a:xfrm>
        </p:grpSpPr>
        <p:sp>
          <p:nvSpPr>
            <p:cNvPr id="29963" name="Freeform 247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4" name="Freeform 248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5" name="Line 249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6" name="Line 250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945" name="Text Box 258"/>
          <p:cNvSpPr txBox="1"/>
          <p:nvPr/>
        </p:nvSpPr>
        <p:spPr>
          <a:xfrm>
            <a:off x="5259388" y="3605213"/>
            <a:ext cx="4318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946" name="Text Box 259"/>
          <p:cNvSpPr txBox="1"/>
          <p:nvPr/>
        </p:nvSpPr>
        <p:spPr>
          <a:xfrm>
            <a:off x="7348538" y="4179888"/>
            <a:ext cx="428625" cy="55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L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9947" name="Text Box 260"/>
          <p:cNvSpPr txBox="1"/>
          <p:nvPr/>
        </p:nvSpPr>
        <p:spPr>
          <a:xfrm>
            <a:off x="4035425" y="4468813"/>
            <a:ext cx="555625" cy="44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H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grpSp>
        <p:nvGrpSpPr>
          <p:cNvPr id="29948" name="Group 251"/>
          <p:cNvGrpSpPr/>
          <p:nvPr/>
        </p:nvGrpSpPr>
        <p:grpSpPr>
          <a:xfrm>
            <a:off x="3489325" y="3316288"/>
            <a:ext cx="623888" cy="454025"/>
            <a:chOff x="3952" y="2514"/>
            <a:chExt cx="393" cy="285"/>
          </a:xfrm>
        </p:grpSpPr>
        <p:sp>
          <p:nvSpPr>
            <p:cNvPr id="29959" name="Freeform 252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0" name="Freeform 253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61" name="Line 254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962" name="Line 255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949" name="Line 262"/>
          <p:cNvSpPr/>
          <p:nvPr/>
        </p:nvSpPr>
        <p:spPr>
          <a:xfrm>
            <a:off x="5259388" y="3675063"/>
            <a:ext cx="0" cy="27305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9950" name="Line 264"/>
          <p:cNvSpPr/>
          <p:nvPr/>
        </p:nvSpPr>
        <p:spPr>
          <a:xfrm>
            <a:off x="4467225" y="4252913"/>
            <a:ext cx="0" cy="863600"/>
          </a:xfrm>
          <a:prstGeom prst="line">
            <a:avLst/>
          </a:prstGeom>
          <a:ln w="9525" cap="flat" cmpd="sng">
            <a:solidFill>
              <a:srgbClr val="8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89" name="Text Box 295"/>
          <p:cNvSpPr txBox="1"/>
          <p:nvPr/>
        </p:nvSpPr>
        <p:spPr>
          <a:xfrm>
            <a:off x="5980113" y="3675063"/>
            <a:ext cx="15113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浮子（眼睛）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90" name="Text Box 296"/>
          <p:cNvSpPr txBox="1"/>
          <p:nvPr/>
        </p:nvSpPr>
        <p:spPr>
          <a:xfrm>
            <a:off x="6196013" y="2236788"/>
            <a:ext cx="21605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控制器（大脑）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91" name="Text Box 297"/>
          <p:cNvSpPr txBox="1"/>
          <p:nvPr/>
        </p:nvSpPr>
        <p:spPr>
          <a:xfrm>
            <a:off x="2090738" y="3027363"/>
            <a:ext cx="18002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气动阀门（手）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92" name="Group 303"/>
          <p:cNvGrpSpPr/>
          <p:nvPr/>
        </p:nvGrpSpPr>
        <p:grpSpPr>
          <a:xfrm>
            <a:off x="4538663" y="5199063"/>
            <a:ext cx="2789237" cy="876300"/>
            <a:chOff x="2880" y="2894"/>
            <a:chExt cx="1406" cy="552"/>
          </a:xfrm>
        </p:grpSpPr>
        <p:sp>
          <p:nvSpPr>
            <p:cNvPr id="29957" name="Text Box 301"/>
            <p:cNvSpPr txBox="1"/>
            <p:nvPr/>
          </p:nvSpPr>
          <p:spPr>
            <a:xfrm>
              <a:off x="2880" y="3158"/>
              <a:ext cx="14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dirty="0">
                  <a:solidFill>
                    <a:schemeClr val="hlink"/>
                  </a:solidFill>
                  <a:latin typeface="Arial" panose="020B0604020202020204" pitchFamily="34" charset="0"/>
                </a:rPr>
                <a:t>       </a:t>
              </a:r>
              <a:r>
                <a:rPr lang="zh-CN" altLang="en-US" dirty="0">
                  <a:solidFill>
                    <a:schemeClr val="hlink"/>
                  </a:solidFill>
                  <a:latin typeface="Arial" panose="020B0604020202020204" pitchFamily="34" charset="0"/>
                </a:rPr>
                <a:t>自动控制</a:t>
              </a:r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958" name="AutoShape 302"/>
            <p:cNvSpPr/>
            <p:nvPr/>
          </p:nvSpPr>
          <p:spPr>
            <a:xfrm>
              <a:off x="3525" y="2894"/>
              <a:ext cx="81" cy="26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5" name="Text Box 304"/>
          <p:cNvSpPr txBox="1">
            <a:spLocks noChangeArrowheads="1"/>
          </p:cNvSpPr>
          <p:nvPr/>
        </p:nvSpPr>
        <p:spPr bwMode="auto">
          <a:xfrm>
            <a:off x="613568" y="1021630"/>
            <a:ext cx="835263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自动控制</a:t>
            </a:r>
            <a:r>
              <a:rPr kumimoji="0" lang="zh-CN" altLang="en-US" sz="2800" b="1" kern="120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通过仪器仪表或自动化装置代替人工操</a:t>
            </a:r>
            <a:endParaRPr kumimoji="0" lang="en-US" altLang="zh-CN" sz="28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作达到一定的控制目的</a:t>
            </a:r>
            <a:endParaRPr kumimoji="0" lang="zh-CN" altLang="en-US" sz="28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956" name="文本框 145413"/>
          <p:cNvSpPr txBox="1"/>
          <p:nvPr/>
        </p:nvSpPr>
        <p:spPr>
          <a:xfrm>
            <a:off x="1238250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/>
      <p:bldP spid="290" grpId="0"/>
      <p:bldP spid="291" grpId="0"/>
      <p:bldP spid="29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887273" y="1008852"/>
          <a:ext cx="7956444" cy="2621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4328160" imgH="2503805" progId="Visio.Drawing.6">
                  <p:embed/>
                </p:oleObj>
              </mc:Choice>
              <mc:Fallback>
                <p:oleObj name="" r:id="rId1" imgW="4328160" imgH="2503805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7273" y="1008852"/>
                        <a:ext cx="7956444" cy="262137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文本框 145413"/>
          <p:cNvSpPr txBox="1"/>
          <p:nvPr/>
        </p:nvSpPr>
        <p:spPr>
          <a:xfrm>
            <a:off x="1116013" y="27305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-28570" y="3772159"/>
            <a:ext cx="3362636" cy="3080141"/>
            <a:chOff x="2823465" y="3740152"/>
            <a:chExt cx="585788" cy="536576"/>
          </a:xfrm>
        </p:grpSpPr>
        <p:sp>
          <p:nvSpPr>
            <p:cNvPr id="99" name="Freeform 434"/>
            <p:cNvSpPr/>
            <p:nvPr/>
          </p:nvSpPr>
          <p:spPr bwMode="auto">
            <a:xfrm>
              <a:off x="2829815" y="3803652"/>
              <a:ext cx="511175" cy="473075"/>
            </a:xfrm>
            <a:custGeom>
              <a:avLst/>
              <a:gdLst>
                <a:gd name="T0" fmla="*/ 134 w 136"/>
                <a:gd name="T1" fmla="*/ 126 h 126"/>
                <a:gd name="T2" fmla="*/ 132 w 136"/>
                <a:gd name="T3" fmla="*/ 125 h 126"/>
                <a:gd name="T4" fmla="*/ 130 w 136"/>
                <a:gd name="T5" fmla="*/ 92 h 126"/>
                <a:gd name="T6" fmla="*/ 108 w 136"/>
                <a:gd name="T7" fmla="*/ 92 h 126"/>
                <a:gd name="T8" fmla="*/ 107 w 136"/>
                <a:gd name="T9" fmla="*/ 91 h 126"/>
                <a:gd name="T10" fmla="*/ 106 w 136"/>
                <a:gd name="T11" fmla="*/ 76 h 126"/>
                <a:gd name="T12" fmla="*/ 105 w 136"/>
                <a:gd name="T13" fmla="*/ 69 h 126"/>
                <a:gd name="T14" fmla="*/ 81 w 136"/>
                <a:gd name="T15" fmla="*/ 69 h 126"/>
                <a:gd name="T16" fmla="*/ 80 w 136"/>
                <a:gd name="T17" fmla="*/ 69 h 126"/>
                <a:gd name="T18" fmla="*/ 79 w 136"/>
                <a:gd name="T19" fmla="*/ 68 h 126"/>
                <a:gd name="T20" fmla="*/ 79 w 136"/>
                <a:gd name="T21" fmla="*/ 56 h 126"/>
                <a:gd name="T22" fmla="*/ 78 w 136"/>
                <a:gd name="T23" fmla="*/ 45 h 126"/>
                <a:gd name="T24" fmla="*/ 55 w 136"/>
                <a:gd name="T25" fmla="*/ 46 h 126"/>
                <a:gd name="T26" fmla="*/ 54 w 136"/>
                <a:gd name="T27" fmla="*/ 46 h 126"/>
                <a:gd name="T28" fmla="*/ 54 w 136"/>
                <a:gd name="T29" fmla="*/ 45 h 126"/>
                <a:gd name="T30" fmla="*/ 53 w 136"/>
                <a:gd name="T31" fmla="*/ 42 h 126"/>
                <a:gd name="T32" fmla="*/ 52 w 136"/>
                <a:gd name="T33" fmla="*/ 25 h 126"/>
                <a:gd name="T34" fmla="*/ 31 w 136"/>
                <a:gd name="T35" fmla="*/ 24 h 126"/>
                <a:gd name="T36" fmla="*/ 29 w 136"/>
                <a:gd name="T37" fmla="*/ 24 h 126"/>
                <a:gd name="T38" fmla="*/ 29 w 136"/>
                <a:gd name="T39" fmla="*/ 23 h 126"/>
                <a:gd name="T40" fmla="*/ 28 w 136"/>
                <a:gd name="T41" fmla="*/ 9 h 126"/>
                <a:gd name="T42" fmla="*/ 27 w 136"/>
                <a:gd name="T43" fmla="*/ 4 h 126"/>
                <a:gd name="T44" fmla="*/ 12 w 136"/>
                <a:gd name="T45" fmla="*/ 4 h 126"/>
                <a:gd name="T46" fmla="*/ 1 w 136"/>
                <a:gd name="T47" fmla="*/ 4 h 126"/>
                <a:gd name="T48" fmla="*/ 0 w 136"/>
                <a:gd name="T49" fmla="*/ 2 h 126"/>
                <a:gd name="T50" fmla="*/ 1 w 136"/>
                <a:gd name="T51" fmla="*/ 1 h 126"/>
                <a:gd name="T52" fmla="*/ 12 w 136"/>
                <a:gd name="T53" fmla="*/ 0 h 126"/>
                <a:gd name="T54" fmla="*/ 29 w 136"/>
                <a:gd name="T55" fmla="*/ 1 h 126"/>
                <a:gd name="T56" fmla="*/ 30 w 136"/>
                <a:gd name="T57" fmla="*/ 2 h 126"/>
                <a:gd name="T58" fmla="*/ 31 w 136"/>
                <a:gd name="T59" fmla="*/ 9 h 126"/>
                <a:gd name="T60" fmla="*/ 32 w 136"/>
                <a:gd name="T61" fmla="*/ 21 h 126"/>
                <a:gd name="T62" fmla="*/ 55 w 136"/>
                <a:gd name="T63" fmla="*/ 22 h 126"/>
                <a:gd name="T64" fmla="*/ 56 w 136"/>
                <a:gd name="T65" fmla="*/ 24 h 126"/>
                <a:gd name="T66" fmla="*/ 57 w 136"/>
                <a:gd name="T67" fmla="*/ 42 h 126"/>
                <a:gd name="T68" fmla="*/ 57 w 136"/>
                <a:gd name="T69" fmla="*/ 43 h 126"/>
                <a:gd name="T70" fmla="*/ 79 w 136"/>
                <a:gd name="T71" fmla="*/ 42 h 126"/>
                <a:gd name="T72" fmla="*/ 81 w 136"/>
                <a:gd name="T73" fmla="*/ 44 h 126"/>
                <a:gd name="T74" fmla="*/ 82 w 136"/>
                <a:gd name="T75" fmla="*/ 56 h 126"/>
                <a:gd name="T76" fmla="*/ 83 w 136"/>
                <a:gd name="T77" fmla="*/ 66 h 126"/>
                <a:gd name="T78" fmla="*/ 107 w 136"/>
                <a:gd name="T79" fmla="*/ 66 h 126"/>
                <a:gd name="T80" fmla="*/ 108 w 136"/>
                <a:gd name="T81" fmla="*/ 67 h 126"/>
                <a:gd name="T82" fmla="*/ 109 w 136"/>
                <a:gd name="T83" fmla="*/ 76 h 126"/>
                <a:gd name="T84" fmla="*/ 110 w 136"/>
                <a:gd name="T85" fmla="*/ 89 h 126"/>
                <a:gd name="T86" fmla="*/ 131 w 136"/>
                <a:gd name="T87" fmla="*/ 88 h 126"/>
                <a:gd name="T88" fmla="*/ 133 w 136"/>
                <a:gd name="T89" fmla="*/ 90 h 126"/>
                <a:gd name="T90" fmla="*/ 136 w 136"/>
                <a:gd name="T91" fmla="*/ 125 h 126"/>
                <a:gd name="T92" fmla="*/ 134 w 136"/>
                <a:gd name="T9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6" h="126">
                  <a:moveTo>
                    <a:pt x="134" y="126"/>
                  </a:moveTo>
                  <a:cubicBezTo>
                    <a:pt x="133" y="126"/>
                    <a:pt x="132" y="126"/>
                    <a:pt x="132" y="125"/>
                  </a:cubicBezTo>
                  <a:cubicBezTo>
                    <a:pt x="130" y="92"/>
                    <a:pt x="130" y="92"/>
                    <a:pt x="130" y="92"/>
                  </a:cubicBezTo>
                  <a:cubicBezTo>
                    <a:pt x="121" y="92"/>
                    <a:pt x="118" y="92"/>
                    <a:pt x="108" y="92"/>
                  </a:cubicBezTo>
                  <a:cubicBezTo>
                    <a:pt x="107" y="92"/>
                    <a:pt x="107" y="91"/>
                    <a:pt x="107" y="91"/>
                  </a:cubicBezTo>
                  <a:cubicBezTo>
                    <a:pt x="106" y="84"/>
                    <a:pt x="106" y="80"/>
                    <a:pt x="106" y="76"/>
                  </a:cubicBezTo>
                  <a:cubicBezTo>
                    <a:pt x="105" y="74"/>
                    <a:pt x="105" y="72"/>
                    <a:pt x="105" y="69"/>
                  </a:cubicBezTo>
                  <a:cubicBezTo>
                    <a:pt x="95" y="68"/>
                    <a:pt x="92" y="68"/>
                    <a:pt x="81" y="69"/>
                  </a:cubicBezTo>
                  <a:cubicBezTo>
                    <a:pt x="81" y="69"/>
                    <a:pt x="80" y="69"/>
                    <a:pt x="80" y="69"/>
                  </a:cubicBezTo>
                  <a:cubicBezTo>
                    <a:pt x="80" y="69"/>
                    <a:pt x="79" y="68"/>
                    <a:pt x="79" y="68"/>
                  </a:cubicBezTo>
                  <a:cubicBezTo>
                    <a:pt x="79" y="63"/>
                    <a:pt x="79" y="59"/>
                    <a:pt x="79" y="56"/>
                  </a:cubicBezTo>
                  <a:cubicBezTo>
                    <a:pt x="78" y="53"/>
                    <a:pt x="78" y="50"/>
                    <a:pt x="78" y="45"/>
                  </a:cubicBezTo>
                  <a:cubicBezTo>
                    <a:pt x="70" y="45"/>
                    <a:pt x="64" y="45"/>
                    <a:pt x="55" y="46"/>
                  </a:cubicBezTo>
                  <a:cubicBezTo>
                    <a:pt x="55" y="46"/>
                    <a:pt x="55" y="46"/>
                    <a:pt x="54" y="46"/>
                  </a:cubicBezTo>
                  <a:cubicBezTo>
                    <a:pt x="54" y="46"/>
                    <a:pt x="54" y="45"/>
                    <a:pt x="54" y="45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35"/>
                    <a:pt x="52" y="33"/>
                    <a:pt x="52" y="25"/>
                  </a:cubicBezTo>
                  <a:cubicBezTo>
                    <a:pt x="45" y="23"/>
                    <a:pt x="38" y="23"/>
                    <a:pt x="31" y="24"/>
                  </a:cubicBezTo>
                  <a:cubicBezTo>
                    <a:pt x="30" y="24"/>
                    <a:pt x="30" y="24"/>
                    <a:pt x="29" y="24"/>
                  </a:cubicBezTo>
                  <a:cubicBezTo>
                    <a:pt x="29" y="24"/>
                    <a:pt x="29" y="23"/>
                    <a:pt x="29" y="23"/>
                  </a:cubicBezTo>
                  <a:cubicBezTo>
                    <a:pt x="29" y="17"/>
                    <a:pt x="28" y="14"/>
                    <a:pt x="28" y="9"/>
                  </a:cubicBezTo>
                  <a:cubicBezTo>
                    <a:pt x="27" y="8"/>
                    <a:pt x="27" y="6"/>
                    <a:pt x="27" y="4"/>
                  </a:cubicBezTo>
                  <a:cubicBezTo>
                    <a:pt x="22" y="3"/>
                    <a:pt x="17" y="4"/>
                    <a:pt x="12" y="4"/>
                  </a:cubicBezTo>
                  <a:cubicBezTo>
                    <a:pt x="8" y="4"/>
                    <a:pt x="5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8" y="0"/>
                    <a:pt x="23" y="0"/>
                    <a:pt x="29" y="1"/>
                  </a:cubicBezTo>
                  <a:cubicBezTo>
                    <a:pt x="29" y="1"/>
                    <a:pt x="30" y="1"/>
                    <a:pt x="30" y="2"/>
                  </a:cubicBezTo>
                  <a:cubicBezTo>
                    <a:pt x="30" y="5"/>
                    <a:pt x="31" y="7"/>
                    <a:pt x="31" y="9"/>
                  </a:cubicBezTo>
                  <a:cubicBezTo>
                    <a:pt x="31" y="13"/>
                    <a:pt x="32" y="16"/>
                    <a:pt x="32" y="21"/>
                  </a:cubicBezTo>
                  <a:cubicBezTo>
                    <a:pt x="40" y="20"/>
                    <a:pt x="46" y="20"/>
                    <a:pt x="55" y="22"/>
                  </a:cubicBezTo>
                  <a:cubicBezTo>
                    <a:pt x="55" y="23"/>
                    <a:pt x="56" y="23"/>
                    <a:pt x="56" y="24"/>
                  </a:cubicBezTo>
                  <a:cubicBezTo>
                    <a:pt x="55" y="33"/>
                    <a:pt x="56" y="35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1"/>
                    <a:pt x="71" y="41"/>
                    <a:pt x="79" y="42"/>
                  </a:cubicBezTo>
                  <a:cubicBezTo>
                    <a:pt x="80" y="42"/>
                    <a:pt x="81" y="43"/>
                    <a:pt x="81" y="44"/>
                  </a:cubicBezTo>
                  <a:cubicBezTo>
                    <a:pt x="81" y="49"/>
                    <a:pt x="81" y="52"/>
                    <a:pt x="82" y="56"/>
                  </a:cubicBezTo>
                  <a:cubicBezTo>
                    <a:pt x="82" y="59"/>
                    <a:pt x="82" y="62"/>
                    <a:pt x="83" y="66"/>
                  </a:cubicBezTo>
                  <a:cubicBezTo>
                    <a:pt x="92" y="65"/>
                    <a:pt x="96" y="65"/>
                    <a:pt x="107" y="66"/>
                  </a:cubicBezTo>
                  <a:cubicBezTo>
                    <a:pt x="108" y="66"/>
                    <a:pt x="108" y="67"/>
                    <a:pt x="108" y="67"/>
                  </a:cubicBezTo>
                  <a:cubicBezTo>
                    <a:pt x="108" y="71"/>
                    <a:pt x="109" y="73"/>
                    <a:pt x="109" y="76"/>
                  </a:cubicBezTo>
                  <a:cubicBezTo>
                    <a:pt x="109" y="80"/>
                    <a:pt x="110" y="83"/>
                    <a:pt x="110" y="89"/>
                  </a:cubicBezTo>
                  <a:cubicBezTo>
                    <a:pt x="119" y="89"/>
                    <a:pt x="122" y="89"/>
                    <a:pt x="131" y="88"/>
                  </a:cubicBezTo>
                  <a:cubicBezTo>
                    <a:pt x="132" y="88"/>
                    <a:pt x="133" y="89"/>
                    <a:pt x="133" y="90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5" y="126"/>
                    <a:pt x="134" y="1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435"/>
            <p:cNvSpPr/>
            <p:nvPr/>
          </p:nvSpPr>
          <p:spPr bwMode="auto">
            <a:xfrm>
              <a:off x="2826640" y="3806827"/>
              <a:ext cx="19050" cy="461963"/>
            </a:xfrm>
            <a:custGeom>
              <a:avLst/>
              <a:gdLst>
                <a:gd name="T0" fmla="*/ 2 w 5"/>
                <a:gd name="T1" fmla="*/ 123 h 123"/>
                <a:gd name="T2" fmla="*/ 1 w 5"/>
                <a:gd name="T3" fmla="*/ 122 h 123"/>
                <a:gd name="T4" fmla="*/ 1 w 5"/>
                <a:gd name="T5" fmla="*/ 61 h 123"/>
                <a:gd name="T6" fmla="*/ 1 w 5"/>
                <a:gd name="T7" fmla="*/ 1 h 123"/>
                <a:gd name="T8" fmla="*/ 2 w 5"/>
                <a:gd name="T9" fmla="*/ 0 h 123"/>
                <a:gd name="T10" fmla="*/ 4 w 5"/>
                <a:gd name="T11" fmla="*/ 1 h 123"/>
                <a:gd name="T12" fmla="*/ 4 w 5"/>
                <a:gd name="T13" fmla="*/ 61 h 123"/>
                <a:gd name="T14" fmla="*/ 4 w 5"/>
                <a:gd name="T15" fmla="*/ 122 h 123"/>
                <a:gd name="T16" fmla="*/ 2 w 5"/>
                <a:gd name="T17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23">
                  <a:moveTo>
                    <a:pt x="2" y="123"/>
                  </a:moveTo>
                  <a:cubicBezTo>
                    <a:pt x="1" y="123"/>
                    <a:pt x="1" y="123"/>
                    <a:pt x="1" y="122"/>
                  </a:cubicBezTo>
                  <a:cubicBezTo>
                    <a:pt x="1" y="97"/>
                    <a:pt x="1" y="79"/>
                    <a:pt x="1" y="61"/>
                  </a:cubicBezTo>
                  <a:cubicBezTo>
                    <a:pt x="0" y="44"/>
                    <a:pt x="0" y="26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3" y="26"/>
                    <a:pt x="4" y="44"/>
                    <a:pt x="4" y="61"/>
                  </a:cubicBezTo>
                  <a:cubicBezTo>
                    <a:pt x="4" y="79"/>
                    <a:pt x="5" y="97"/>
                    <a:pt x="4" y="122"/>
                  </a:cubicBezTo>
                  <a:cubicBezTo>
                    <a:pt x="4" y="123"/>
                    <a:pt x="3" y="123"/>
                    <a:pt x="2" y="12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36"/>
            <p:cNvSpPr/>
            <p:nvPr/>
          </p:nvSpPr>
          <p:spPr bwMode="auto">
            <a:xfrm>
              <a:off x="2823465" y="4254503"/>
              <a:ext cx="528638" cy="22225"/>
            </a:xfrm>
            <a:custGeom>
              <a:avLst/>
              <a:gdLst>
                <a:gd name="T0" fmla="*/ 2 w 141"/>
                <a:gd name="T1" fmla="*/ 6 h 6"/>
                <a:gd name="T2" fmla="*/ 0 w 141"/>
                <a:gd name="T3" fmla="*/ 4 h 6"/>
                <a:gd name="T4" fmla="*/ 2 w 141"/>
                <a:gd name="T5" fmla="*/ 3 h 6"/>
                <a:gd name="T6" fmla="*/ 139 w 141"/>
                <a:gd name="T7" fmla="*/ 2 h 6"/>
                <a:gd name="T8" fmla="*/ 141 w 141"/>
                <a:gd name="T9" fmla="*/ 4 h 6"/>
                <a:gd name="T10" fmla="*/ 139 w 141"/>
                <a:gd name="T11" fmla="*/ 5 h 6"/>
                <a:gd name="T12" fmla="*/ 2 w 14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6">
                  <a:moveTo>
                    <a:pt x="2" y="6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54" y="0"/>
                    <a:pt x="88" y="0"/>
                    <a:pt x="139" y="2"/>
                  </a:cubicBezTo>
                  <a:cubicBezTo>
                    <a:pt x="140" y="2"/>
                    <a:pt x="141" y="3"/>
                    <a:pt x="141" y="4"/>
                  </a:cubicBezTo>
                  <a:cubicBezTo>
                    <a:pt x="141" y="5"/>
                    <a:pt x="140" y="5"/>
                    <a:pt x="139" y="5"/>
                  </a:cubicBezTo>
                  <a:cubicBezTo>
                    <a:pt x="88" y="3"/>
                    <a:pt x="54" y="3"/>
                    <a:pt x="2" y="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437"/>
            <p:cNvSpPr/>
            <p:nvPr/>
          </p:nvSpPr>
          <p:spPr bwMode="auto">
            <a:xfrm>
              <a:off x="2829815" y="3740152"/>
              <a:ext cx="196850" cy="77788"/>
            </a:xfrm>
            <a:custGeom>
              <a:avLst/>
              <a:gdLst>
                <a:gd name="T0" fmla="*/ 28 w 52"/>
                <a:gd name="T1" fmla="*/ 21 h 21"/>
                <a:gd name="T2" fmla="*/ 26 w 52"/>
                <a:gd name="T3" fmla="*/ 20 h 21"/>
                <a:gd name="T4" fmla="*/ 27 w 52"/>
                <a:gd name="T5" fmla="*/ 18 h 21"/>
                <a:gd name="T6" fmla="*/ 44 w 52"/>
                <a:gd name="T7" fmla="*/ 4 h 21"/>
                <a:gd name="T8" fmla="*/ 40 w 52"/>
                <a:gd name="T9" fmla="*/ 4 h 21"/>
                <a:gd name="T10" fmla="*/ 25 w 52"/>
                <a:gd name="T11" fmla="*/ 5 h 21"/>
                <a:gd name="T12" fmla="*/ 20 w 52"/>
                <a:gd name="T13" fmla="*/ 8 h 21"/>
                <a:gd name="T14" fmla="*/ 3 w 52"/>
                <a:gd name="T15" fmla="*/ 19 h 21"/>
                <a:gd name="T16" fmla="*/ 0 w 52"/>
                <a:gd name="T17" fmla="*/ 19 h 21"/>
                <a:gd name="T18" fmla="*/ 1 w 52"/>
                <a:gd name="T19" fmla="*/ 16 h 21"/>
                <a:gd name="T20" fmla="*/ 18 w 52"/>
                <a:gd name="T21" fmla="*/ 6 h 21"/>
                <a:gd name="T22" fmla="*/ 24 w 52"/>
                <a:gd name="T23" fmla="*/ 2 h 21"/>
                <a:gd name="T24" fmla="*/ 40 w 52"/>
                <a:gd name="T25" fmla="*/ 1 h 21"/>
                <a:gd name="T26" fmla="*/ 50 w 52"/>
                <a:gd name="T27" fmla="*/ 0 h 21"/>
                <a:gd name="T28" fmla="*/ 52 w 52"/>
                <a:gd name="T29" fmla="*/ 1 h 21"/>
                <a:gd name="T30" fmla="*/ 51 w 52"/>
                <a:gd name="T31" fmla="*/ 3 h 21"/>
                <a:gd name="T32" fmla="*/ 29 w 52"/>
                <a:gd name="T33" fmla="*/ 20 h 21"/>
                <a:gd name="T34" fmla="*/ 28 w 52"/>
                <a:gd name="T3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21">
                  <a:moveTo>
                    <a:pt x="28" y="21"/>
                  </a:moveTo>
                  <a:cubicBezTo>
                    <a:pt x="27" y="21"/>
                    <a:pt x="27" y="20"/>
                    <a:pt x="26" y="20"/>
                  </a:cubicBezTo>
                  <a:cubicBezTo>
                    <a:pt x="26" y="19"/>
                    <a:pt x="26" y="18"/>
                    <a:pt x="27" y="18"/>
                  </a:cubicBezTo>
                  <a:cubicBezTo>
                    <a:pt x="31" y="14"/>
                    <a:pt x="37" y="9"/>
                    <a:pt x="44" y="4"/>
                  </a:cubicBezTo>
                  <a:cubicBezTo>
                    <a:pt x="43" y="4"/>
                    <a:pt x="41" y="4"/>
                    <a:pt x="40" y="4"/>
                  </a:cubicBezTo>
                  <a:cubicBezTo>
                    <a:pt x="34" y="5"/>
                    <a:pt x="28" y="5"/>
                    <a:pt x="25" y="5"/>
                  </a:cubicBezTo>
                  <a:cubicBezTo>
                    <a:pt x="23" y="6"/>
                    <a:pt x="21" y="7"/>
                    <a:pt x="20" y="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4"/>
                    <a:pt x="22" y="3"/>
                    <a:pt x="24" y="2"/>
                  </a:cubicBezTo>
                  <a:cubicBezTo>
                    <a:pt x="28" y="2"/>
                    <a:pt x="33" y="1"/>
                    <a:pt x="40" y="1"/>
                  </a:cubicBezTo>
                  <a:cubicBezTo>
                    <a:pt x="43" y="1"/>
                    <a:pt x="47" y="1"/>
                    <a:pt x="50" y="0"/>
                  </a:cubicBezTo>
                  <a:cubicBezTo>
                    <a:pt x="51" y="0"/>
                    <a:pt x="52" y="1"/>
                    <a:pt x="52" y="1"/>
                  </a:cubicBezTo>
                  <a:cubicBezTo>
                    <a:pt x="52" y="2"/>
                    <a:pt x="52" y="3"/>
                    <a:pt x="51" y="3"/>
                  </a:cubicBezTo>
                  <a:cubicBezTo>
                    <a:pt x="42" y="9"/>
                    <a:pt x="34" y="15"/>
                    <a:pt x="29" y="20"/>
                  </a:cubicBezTo>
                  <a:cubicBezTo>
                    <a:pt x="28" y="20"/>
                    <a:pt x="28" y="21"/>
                    <a:pt x="28" y="2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438"/>
            <p:cNvSpPr/>
            <p:nvPr/>
          </p:nvSpPr>
          <p:spPr bwMode="auto">
            <a:xfrm>
              <a:off x="3010790" y="3740152"/>
              <a:ext cx="15875" cy="96838"/>
            </a:xfrm>
            <a:custGeom>
              <a:avLst/>
              <a:gdLst>
                <a:gd name="T0" fmla="*/ 2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1 w 4"/>
                <a:gd name="T7" fmla="*/ 2 h 26"/>
                <a:gd name="T8" fmla="*/ 2 w 4"/>
                <a:gd name="T9" fmla="*/ 0 h 26"/>
                <a:gd name="T10" fmla="*/ 4 w 4"/>
                <a:gd name="T11" fmla="*/ 2 h 26"/>
                <a:gd name="T12" fmla="*/ 4 w 4"/>
                <a:gd name="T13" fmla="*/ 14 h 26"/>
                <a:gd name="T14" fmla="*/ 3 w 4"/>
                <a:gd name="T15" fmla="*/ 24 h 26"/>
                <a:gd name="T16" fmla="*/ 2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2" y="26"/>
                  </a:moveTo>
                  <a:cubicBezTo>
                    <a:pt x="1" y="26"/>
                    <a:pt x="0" y="25"/>
                    <a:pt x="0" y="24"/>
                  </a:cubicBezTo>
                  <a:cubicBezTo>
                    <a:pt x="0" y="21"/>
                    <a:pt x="0" y="17"/>
                    <a:pt x="0" y="14"/>
                  </a:cubicBezTo>
                  <a:cubicBezTo>
                    <a:pt x="0" y="10"/>
                    <a:pt x="0" y="6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0"/>
                    <a:pt x="4" y="14"/>
                  </a:cubicBezTo>
                  <a:cubicBezTo>
                    <a:pt x="4" y="17"/>
                    <a:pt x="4" y="21"/>
                    <a:pt x="3" y="24"/>
                  </a:cubicBezTo>
                  <a:cubicBezTo>
                    <a:pt x="3" y="25"/>
                    <a:pt x="3" y="26"/>
                    <a:pt x="2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439"/>
            <p:cNvSpPr/>
            <p:nvPr/>
          </p:nvSpPr>
          <p:spPr bwMode="auto">
            <a:xfrm>
              <a:off x="3010790" y="3822702"/>
              <a:ext cx="109538" cy="74613"/>
            </a:xfrm>
            <a:custGeom>
              <a:avLst/>
              <a:gdLst>
                <a:gd name="T0" fmla="*/ 7 w 29"/>
                <a:gd name="T1" fmla="*/ 20 h 20"/>
                <a:gd name="T2" fmla="*/ 6 w 29"/>
                <a:gd name="T3" fmla="*/ 19 h 20"/>
                <a:gd name="T4" fmla="*/ 6 w 29"/>
                <a:gd name="T5" fmla="*/ 17 h 20"/>
                <a:gd name="T6" fmla="*/ 12 w 29"/>
                <a:gd name="T7" fmla="*/ 12 h 20"/>
                <a:gd name="T8" fmla="*/ 21 w 29"/>
                <a:gd name="T9" fmla="*/ 3 h 20"/>
                <a:gd name="T10" fmla="*/ 21 w 29"/>
                <a:gd name="T11" fmla="*/ 3 h 20"/>
                <a:gd name="T12" fmla="*/ 2 w 29"/>
                <a:gd name="T13" fmla="*/ 4 h 20"/>
                <a:gd name="T14" fmla="*/ 0 w 29"/>
                <a:gd name="T15" fmla="*/ 2 h 20"/>
                <a:gd name="T16" fmla="*/ 2 w 29"/>
                <a:gd name="T17" fmla="*/ 1 h 20"/>
                <a:gd name="T18" fmla="*/ 20 w 29"/>
                <a:gd name="T19" fmla="*/ 0 h 20"/>
                <a:gd name="T20" fmla="*/ 27 w 29"/>
                <a:gd name="T21" fmla="*/ 0 h 20"/>
                <a:gd name="T22" fmla="*/ 28 w 29"/>
                <a:gd name="T23" fmla="*/ 1 h 20"/>
                <a:gd name="T24" fmla="*/ 28 w 29"/>
                <a:gd name="T25" fmla="*/ 3 h 20"/>
                <a:gd name="T26" fmla="*/ 14 w 29"/>
                <a:gd name="T27" fmla="*/ 14 h 20"/>
                <a:gd name="T28" fmla="*/ 8 w 29"/>
                <a:gd name="T29" fmla="*/ 20 h 20"/>
                <a:gd name="T30" fmla="*/ 7 w 29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20">
                  <a:moveTo>
                    <a:pt x="7" y="20"/>
                  </a:moveTo>
                  <a:cubicBezTo>
                    <a:pt x="7" y="20"/>
                    <a:pt x="6" y="20"/>
                    <a:pt x="6" y="19"/>
                  </a:cubicBezTo>
                  <a:cubicBezTo>
                    <a:pt x="5" y="19"/>
                    <a:pt x="5" y="18"/>
                    <a:pt x="6" y="17"/>
                  </a:cubicBezTo>
                  <a:cubicBezTo>
                    <a:pt x="8" y="15"/>
                    <a:pt x="10" y="13"/>
                    <a:pt x="12" y="12"/>
                  </a:cubicBezTo>
                  <a:cubicBezTo>
                    <a:pt x="15" y="9"/>
                    <a:pt x="18" y="6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3" y="4"/>
                    <a:pt x="6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6" y="1"/>
                    <a:pt x="13" y="1"/>
                    <a:pt x="20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8" y="0"/>
                    <a:pt x="28" y="0"/>
                    <a:pt x="28" y="1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2" y="6"/>
                    <a:pt x="18" y="10"/>
                    <a:pt x="14" y="14"/>
                  </a:cubicBezTo>
                  <a:cubicBezTo>
                    <a:pt x="12" y="16"/>
                    <a:pt x="10" y="18"/>
                    <a:pt x="8" y="20"/>
                  </a:cubicBezTo>
                  <a:cubicBezTo>
                    <a:pt x="8" y="20"/>
                    <a:pt x="7" y="20"/>
                    <a:pt x="7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440"/>
            <p:cNvSpPr/>
            <p:nvPr/>
          </p:nvSpPr>
          <p:spPr bwMode="auto">
            <a:xfrm>
              <a:off x="3104453" y="3822702"/>
              <a:ext cx="15875" cy="96838"/>
            </a:xfrm>
            <a:custGeom>
              <a:avLst/>
              <a:gdLst>
                <a:gd name="T0" fmla="*/ 1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0 w 4"/>
                <a:gd name="T7" fmla="*/ 1 h 26"/>
                <a:gd name="T8" fmla="*/ 2 w 4"/>
                <a:gd name="T9" fmla="*/ 0 h 26"/>
                <a:gd name="T10" fmla="*/ 3 w 4"/>
                <a:gd name="T11" fmla="*/ 2 h 26"/>
                <a:gd name="T12" fmla="*/ 3 w 4"/>
                <a:gd name="T13" fmla="*/ 14 h 26"/>
                <a:gd name="T14" fmla="*/ 3 w 4"/>
                <a:gd name="T15" fmla="*/ 24 h 26"/>
                <a:gd name="T16" fmla="*/ 1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1" y="26"/>
                  </a:moveTo>
                  <a:cubicBezTo>
                    <a:pt x="0" y="26"/>
                    <a:pt x="0" y="25"/>
                    <a:pt x="0" y="24"/>
                  </a:cubicBezTo>
                  <a:cubicBezTo>
                    <a:pt x="0" y="20"/>
                    <a:pt x="0" y="17"/>
                    <a:pt x="0" y="14"/>
                  </a:cubicBezTo>
                  <a:cubicBezTo>
                    <a:pt x="0" y="9"/>
                    <a:pt x="0" y="5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3" y="2"/>
                  </a:cubicBezTo>
                  <a:cubicBezTo>
                    <a:pt x="3" y="5"/>
                    <a:pt x="3" y="9"/>
                    <a:pt x="3" y="14"/>
                  </a:cubicBezTo>
                  <a:cubicBezTo>
                    <a:pt x="3" y="17"/>
                    <a:pt x="3" y="20"/>
                    <a:pt x="3" y="24"/>
                  </a:cubicBezTo>
                  <a:cubicBezTo>
                    <a:pt x="3" y="25"/>
                    <a:pt x="2" y="26"/>
                    <a:pt x="1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41"/>
            <p:cNvSpPr/>
            <p:nvPr/>
          </p:nvSpPr>
          <p:spPr bwMode="auto">
            <a:xfrm>
              <a:off x="3029840" y="3897315"/>
              <a:ext cx="180975" cy="79375"/>
            </a:xfrm>
            <a:custGeom>
              <a:avLst/>
              <a:gdLst>
                <a:gd name="T0" fmla="*/ 2 w 48"/>
                <a:gd name="T1" fmla="*/ 21 h 21"/>
                <a:gd name="T2" fmla="*/ 1 w 48"/>
                <a:gd name="T3" fmla="*/ 20 h 21"/>
                <a:gd name="T4" fmla="*/ 1 w 48"/>
                <a:gd name="T5" fmla="*/ 18 h 21"/>
                <a:gd name="T6" fmla="*/ 18 w 48"/>
                <a:gd name="T7" fmla="*/ 5 h 21"/>
                <a:gd name="T8" fmla="*/ 23 w 48"/>
                <a:gd name="T9" fmla="*/ 2 h 21"/>
                <a:gd name="T10" fmla="*/ 37 w 48"/>
                <a:gd name="T11" fmla="*/ 1 h 21"/>
                <a:gd name="T12" fmla="*/ 46 w 48"/>
                <a:gd name="T13" fmla="*/ 0 h 21"/>
                <a:gd name="T14" fmla="*/ 48 w 48"/>
                <a:gd name="T15" fmla="*/ 1 h 21"/>
                <a:gd name="T16" fmla="*/ 47 w 48"/>
                <a:gd name="T17" fmla="*/ 3 h 21"/>
                <a:gd name="T18" fmla="*/ 34 w 48"/>
                <a:gd name="T19" fmla="*/ 14 h 21"/>
                <a:gd name="T20" fmla="*/ 28 w 48"/>
                <a:gd name="T21" fmla="*/ 20 h 21"/>
                <a:gd name="T22" fmla="*/ 25 w 48"/>
                <a:gd name="T23" fmla="*/ 20 h 21"/>
                <a:gd name="T24" fmla="*/ 25 w 48"/>
                <a:gd name="T25" fmla="*/ 17 h 21"/>
                <a:gd name="T26" fmla="*/ 31 w 48"/>
                <a:gd name="T27" fmla="*/ 12 h 21"/>
                <a:gd name="T28" fmla="*/ 40 w 48"/>
                <a:gd name="T29" fmla="*/ 4 h 21"/>
                <a:gd name="T30" fmla="*/ 37 w 48"/>
                <a:gd name="T31" fmla="*/ 4 h 21"/>
                <a:gd name="T32" fmla="*/ 24 w 48"/>
                <a:gd name="T33" fmla="*/ 5 h 21"/>
                <a:gd name="T34" fmla="*/ 20 w 48"/>
                <a:gd name="T35" fmla="*/ 7 h 21"/>
                <a:gd name="T36" fmla="*/ 3 w 48"/>
                <a:gd name="T37" fmla="*/ 21 h 21"/>
                <a:gd name="T38" fmla="*/ 2 w 48"/>
                <a:gd name="T3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1">
                  <a:moveTo>
                    <a:pt x="2" y="21"/>
                  </a:moveTo>
                  <a:cubicBezTo>
                    <a:pt x="2" y="21"/>
                    <a:pt x="1" y="21"/>
                    <a:pt x="1" y="20"/>
                  </a:cubicBezTo>
                  <a:cubicBezTo>
                    <a:pt x="0" y="20"/>
                    <a:pt x="1" y="19"/>
                    <a:pt x="1" y="18"/>
                  </a:cubicBezTo>
                  <a:cubicBezTo>
                    <a:pt x="7" y="15"/>
                    <a:pt x="14" y="9"/>
                    <a:pt x="18" y="5"/>
                  </a:cubicBezTo>
                  <a:cubicBezTo>
                    <a:pt x="20" y="3"/>
                    <a:pt x="21" y="3"/>
                    <a:pt x="23" y="2"/>
                  </a:cubicBezTo>
                  <a:cubicBezTo>
                    <a:pt x="26" y="1"/>
                    <a:pt x="32" y="1"/>
                    <a:pt x="37" y="1"/>
                  </a:cubicBezTo>
                  <a:cubicBezTo>
                    <a:pt x="40" y="0"/>
                    <a:pt x="43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20"/>
                  </a:cubicBezTo>
                  <a:cubicBezTo>
                    <a:pt x="27" y="20"/>
                    <a:pt x="26" y="20"/>
                    <a:pt x="25" y="20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4"/>
                    <a:pt x="31" y="12"/>
                  </a:cubicBezTo>
                  <a:cubicBezTo>
                    <a:pt x="34" y="9"/>
                    <a:pt x="37" y="6"/>
                    <a:pt x="40" y="4"/>
                  </a:cubicBezTo>
                  <a:cubicBezTo>
                    <a:pt x="39" y="4"/>
                    <a:pt x="38" y="4"/>
                    <a:pt x="37" y="4"/>
                  </a:cubicBezTo>
                  <a:cubicBezTo>
                    <a:pt x="32" y="4"/>
                    <a:pt x="27" y="4"/>
                    <a:pt x="24" y="5"/>
                  </a:cubicBezTo>
                  <a:cubicBezTo>
                    <a:pt x="22" y="6"/>
                    <a:pt x="21" y="6"/>
                    <a:pt x="20" y="7"/>
                  </a:cubicBezTo>
                  <a:cubicBezTo>
                    <a:pt x="18" y="9"/>
                    <a:pt x="10" y="16"/>
                    <a:pt x="3" y="21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42"/>
            <p:cNvSpPr/>
            <p:nvPr/>
          </p:nvSpPr>
          <p:spPr bwMode="auto">
            <a:xfrm>
              <a:off x="3194940" y="3897315"/>
              <a:ext cx="15875" cy="104775"/>
            </a:xfrm>
            <a:custGeom>
              <a:avLst/>
              <a:gdLst>
                <a:gd name="T0" fmla="*/ 2 w 4"/>
                <a:gd name="T1" fmla="*/ 28 h 28"/>
                <a:gd name="T2" fmla="*/ 1 w 4"/>
                <a:gd name="T3" fmla="*/ 27 h 28"/>
                <a:gd name="T4" fmla="*/ 1 w 4"/>
                <a:gd name="T5" fmla="*/ 14 h 28"/>
                <a:gd name="T6" fmla="*/ 1 w 4"/>
                <a:gd name="T7" fmla="*/ 1 h 28"/>
                <a:gd name="T8" fmla="*/ 2 w 4"/>
                <a:gd name="T9" fmla="*/ 0 h 28"/>
                <a:gd name="T10" fmla="*/ 4 w 4"/>
                <a:gd name="T11" fmla="*/ 2 h 28"/>
                <a:gd name="T12" fmla="*/ 4 w 4"/>
                <a:gd name="T13" fmla="*/ 14 h 28"/>
                <a:gd name="T14" fmla="*/ 4 w 4"/>
                <a:gd name="T15" fmla="*/ 27 h 28"/>
                <a:gd name="T16" fmla="*/ 2 w 4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8">
                  <a:moveTo>
                    <a:pt x="2" y="28"/>
                  </a:moveTo>
                  <a:cubicBezTo>
                    <a:pt x="1" y="28"/>
                    <a:pt x="1" y="27"/>
                    <a:pt x="1" y="27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10"/>
                    <a:pt x="0" y="5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5"/>
                    <a:pt x="4" y="10"/>
                    <a:pt x="4" y="14"/>
                  </a:cubicBezTo>
                  <a:cubicBezTo>
                    <a:pt x="4" y="18"/>
                    <a:pt x="4" y="23"/>
                    <a:pt x="4" y="27"/>
                  </a:cubicBezTo>
                  <a:cubicBezTo>
                    <a:pt x="4" y="28"/>
                    <a:pt x="3" y="28"/>
                    <a:pt x="2" y="2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43"/>
            <p:cNvSpPr/>
            <p:nvPr/>
          </p:nvSpPr>
          <p:spPr bwMode="auto">
            <a:xfrm>
              <a:off x="3131440" y="3987802"/>
              <a:ext cx="179388" cy="74613"/>
            </a:xfrm>
            <a:custGeom>
              <a:avLst/>
              <a:gdLst>
                <a:gd name="T0" fmla="*/ 26 w 48"/>
                <a:gd name="T1" fmla="*/ 20 h 20"/>
                <a:gd name="T2" fmla="*/ 25 w 48"/>
                <a:gd name="T3" fmla="*/ 19 h 20"/>
                <a:gd name="T4" fmla="*/ 25 w 48"/>
                <a:gd name="T5" fmla="*/ 17 h 20"/>
                <a:gd name="T6" fmla="*/ 31 w 48"/>
                <a:gd name="T7" fmla="*/ 11 h 20"/>
                <a:gd name="T8" fmla="*/ 40 w 48"/>
                <a:gd name="T9" fmla="*/ 3 h 20"/>
                <a:gd name="T10" fmla="*/ 34 w 48"/>
                <a:gd name="T11" fmla="*/ 3 h 20"/>
                <a:gd name="T12" fmla="*/ 21 w 48"/>
                <a:gd name="T13" fmla="*/ 4 h 20"/>
                <a:gd name="T14" fmla="*/ 14 w 48"/>
                <a:gd name="T15" fmla="*/ 9 h 20"/>
                <a:gd name="T16" fmla="*/ 2 w 48"/>
                <a:gd name="T17" fmla="*/ 19 h 20"/>
                <a:gd name="T18" fmla="*/ 0 w 48"/>
                <a:gd name="T19" fmla="*/ 19 h 20"/>
                <a:gd name="T20" fmla="*/ 1 w 48"/>
                <a:gd name="T21" fmla="*/ 16 h 20"/>
                <a:gd name="T22" fmla="*/ 12 w 48"/>
                <a:gd name="T23" fmla="*/ 7 h 20"/>
                <a:gd name="T24" fmla="*/ 20 w 48"/>
                <a:gd name="T25" fmla="*/ 1 h 20"/>
                <a:gd name="T26" fmla="*/ 34 w 48"/>
                <a:gd name="T27" fmla="*/ 0 h 20"/>
                <a:gd name="T28" fmla="*/ 46 w 48"/>
                <a:gd name="T29" fmla="*/ 0 h 20"/>
                <a:gd name="T30" fmla="*/ 48 w 48"/>
                <a:gd name="T31" fmla="*/ 1 h 20"/>
                <a:gd name="T32" fmla="*/ 47 w 48"/>
                <a:gd name="T33" fmla="*/ 3 h 20"/>
                <a:gd name="T34" fmla="*/ 34 w 48"/>
                <a:gd name="T35" fmla="*/ 14 h 20"/>
                <a:gd name="T36" fmla="*/ 28 w 48"/>
                <a:gd name="T37" fmla="*/ 19 h 20"/>
                <a:gd name="T38" fmla="*/ 26 w 48"/>
                <a:gd name="T3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0">
                  <a:moveTo>
                    <a:pt x="26" y="20"/>
                  </a:moveTo>
                  <a:cubicBezTo>
                    <a:pt x="26" y="20"/>
                    <a:pt x="26" y="20"/>
                    <a:pt x="25" y="19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3"/>
                    <a:pt x="31" y="11"/>
                  </a:cubicBezTo>
                  <a:cubicBezTo>
                    <a:pt x="34" y="9"/>
                    <a:pt x="37" y="6"/>
                    <a:pt x="40" y="3"/>
                  </a:cubicBezTo>
                  <a:cubicBezTo>
                    <a:pt x="38" y="3"/>
                    <a:pt x="36" y="3"/>
                    <a:pt x="34" y="3"/>
                  </a:cubicBezTo>
                  <a:cubicBezTo>
                    <a:pt x="28" y="3"/>
                    <a:pt x="24" y="3"/>
                    <a:pt x="21" y="4"/>
                  </a:cubicBezTo>
                  <a:cubicBezTo>
                    <a:pt x="20" y="4"/>
                    <a:pt x="17" y="7"/>
                    <a:pt x="14" y="9"/>
                  </a:cubicBezTo>
                  <a:cubicBezTo>
                    <a:pt x="10" y="13"/>
                    <a:pt x="6" y="17"/>
                    <a:pt x="2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4" y="14"/>
                    <a:pt x="8" y="10"/>
                    <a:pt x="12" y="7"/>
                  </a:cubicBezTo>
                  <a:cubicBezTo>
                    <a:pt x="17" y="3"/>
                    <a:pt x="19" y="1"/>
                    <a:pt x="20" y="1"/>
                  </a:cubicBezTo>
                  <a:cubicBezTo>
                    <a:pt x="23" y="0"/>
                    <a:pt x="28" y="0"/>
                    <a:pt x="34" y="0"/>
                  </a:cubicBezTo>
                  <a:cubicBezTo>
                    <a:pt x="38" y="0"/>
                    <a:pt x="42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2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19"/>
                  </a:cubicBezTo>
                  <a:cubicBezTo>
                    <a:pt x="27" y="20"/>
                    <a:pt x="27" y="20"/>
                    <a:pt x="26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44"/>
            <p:cNvSpPr/>
            <p:nvPr/>
          </p:nvSpPr>
          <p:spPr bwMode="auto">
            <a:xfrm>
              <a:off x="3296540" y="3987802"/>
              <a:ext cx="14288" cy="93663"/>
            </a:xfrm>
            <a:custGeom>
              <a:avLst/>
              <a:gdLst>
                <a:gd name="T0" fmla="*/ 2 w 4"/>
                <a:gd name="T1" fmla="*/ 25 h 25"/>
                <a:gd name="T2" fmla="*/ 0 w 4"/>
                <a:gd name="T3" fmla="*/ 24 h 25"/>
                <a:gd name="T4" fmla="*/ 0 w 4"/>
                <a:gd name="T5" fmla="*/ 13 h 25"/>
                <a:gd name="T6" fmla="*/ 1 w 4"/>
                <a:gd name="T7" fmla="*/ 1 h 25"/>
                <a:gd name="T8" fmla="*/ 2 w 4"/>
                <a:gd name="T9" fmla="*/ 0 h 25"/>
                <a:gd name="T10" fmla="*/ 4 w 4"/>
                <a:gd name="T11" fmla="*/ 1 h 25"/>
                <a:gd name="T12" fmla="*/ 3 w 4"/>
                <a:gd name="T13" fmla="*/ 13 h 25"/>
                <a:gd name="T14" fmla="*/ 3 w 4"/>
                <a:gd name="T15" fmla="*/ 24 h 25"/>
                <a:gd name="T16" fmla="*/ 2 w 4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5">
                  <a:moveTo>
                    <a:pt x="2" y="25"/>
                  </a:moveTo>
                  <a:cubicBezTo>
                    <a:pt x="1" y="25"/>
                    <a:pt x="0" y="25"/>
                    <a:pt x="0" y="24"/>
                  </a:cubicBezTo>
                  <a:cubicBezTo>
                    <a:pt x="0" y="20"/>
                    <a:pt x="0" y="17"/>
                    <a:pt x="0" y="13"/>
                  </a:cubicBezTo>
                  <a:cubicBezTo>
                    <a:pt x="0" y="9"/>
                    <a:pt x="0" y="5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1"/>
                    <a:pt x="4" y="1"/>
                  </a:cubicBezTo>
                  <a:cubicBezTo>
                    <a:pt x="3" y="5"/>
                    <a:pt x="3" y="9"/>
                    <a:pt x="3" y="13"/>
                  </a:cubicBezTo>
                  <a:cubicBezTo>
                    <a:pt x="4" y="17"/>
                    <a:pt x="4" y="20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5"/>
            <p:cNvSpPr/>
            <p:nvPr/>
          </p:nvSpPr>
          <p:spPr bwMode="auto">
            <a:xfrm>
              <a:off x="3228278" y="4070352"/>
              <a:ext cx="177800" cy="77788"/>
            </a:xfrm>
            <a:custGeom>
              <a:avLst/>
              <a:gdLst>
                <a:gd name="T0" fmla="*/ 2 w 47"/>
                <a:gd name="T1" fmla="*/ 21 h 21"/>
                <a:gd name="T2" fmla="*/ 0 w 47"/>
                <a:gd name="T3" fmla="*/ 20 h 21"/>
                <a:gd name="T4" fmla="*/ 1 w 47"/>
                <a:gd name="T5" fmla="*/ 18 h 21"/>
                <a:gd name="T6" fmla="*/ 15 w 47"/>
                <a:gd name="T7" fmla="*/ 5 h 21"/>
                <a:gd name="T8" fmla="*/ 17 w 47"/>
                <a:gd name="T9" fmla="*/ 2 h 21"/>
                <a:gd name="T10" fmla="*/ 21 w 47"/>
                <a:gd name="T11" fmla="*/ 1 h 21"/>
                <a:gd name="T12" fmla="*/ 23 w 47"/>
                <a:gd name="T13" fmla="*/ 1 h 21"/>
                <a:gd name="T14" fmla="*/ 24 w 47"/>
                <a:gd name="T15" fmla="*/ 1 h 21"/>
                <a:gd name="T16" fmla="*/ 45 w 47"/>
                <a:gd name="T17" fmla="*/ 0 h 21"/>
                <a:gd name="T18" fmla="*/ 47 w 47"/>
                <a:gd name="T19" fmla="*/ 1 h 21"/>
                <a:gd name="T20" fmla="*/ 46 w 47"/>
                <a:gd name="T21" fmla="*/ 3 h 21"/>
                <a:gd name="T22" fmla="*/ 33 w 47"/>
                <a:gd name="T23" fmla="*/ 14 h 21"/>
                <a:gd name="T24" fmla="*/ 27 w 47"/>
                <a:gd name="T25" fmla="*/ 20 h 21"/>
                <a:gd name="T26" fmla="*/ 24 w 47"/>
                <a:gd name="T27" fmla="*/ 20 h 21"/>
                <a:gd name="T28" fmla="*/ 24 w 47"/>
                <a:gd name="T29" fmla="*/ 17 h 21"/>
                <a:gd name="T30" fmla="*/ 30 w 47"/>
                <a:gd name="T31" fmla="*/ 12 h 21"/>
                <a:gd name="T32" fmla="*/ 39 w 47"/>
                <a:gd name="T33" fmla="*/ 4 h 21"/>
                <a:gd name="T34" fmla="*/ 24 w 47"/>
                <a:gd name="T35" fmla="*/ 4 h 21"/>
                <a:gd name="T36" fmla="*/ 21 w 47"/>
                <a:gd name="T37" fmla="*/ 4 h 21"/>
                <a:gd name="T38" fmla="*/ 20 w 47"/>
                <a:gd name="T39" fmla="*/ 5 h 21"/>
                <a:gd name="T40" fmla="*/ 17 w 47"/>
                <a:gd name="T41" fmla="*/ 7 h 21"/>
                <a:gd name="T42" fmla="*/ 3 w 47"/>
                <a:gd name="T43" fmla="*/ 20 h 21"/>
                <a:gd name="T44" fmla="*/ 2 w 47"/>
                <a:gd name="T4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1">
                  <a:moveTo>
                    <a:pt x="2" y="21"/>
                  </a:moveTo>
                  <a:cubicBezTo>
                    <a:pt x="1" y="21"/>
                    <a:pt x="1" y="20"/>
                    <a:pt x="0" y="20"/>
                  </a:cubicBezTo>
                  <a:cubicBezTo>
                    <a:pt x="0" y="19"/>
                    <a:pt x="0" y="18"/>
                    <a:pt x="1" y="18"/>
                  </a:cubicBezTo>
                  <a:cubicBezTo>
                    <a:pt x="5" y="15"/>
                    <a:pt x="11" y="9"/>
                    <a:pt x="15" y="5"/>
                  </a:cubicBezTo>
                  <a:cubicBezTo>
                    <a:pt x="16" y="4"/>
                    <a:pt x="17" y="3"/>
                    <a:pt x="17" y="2"/>
                  </a:cubicBezTo>
                  <a:cubicBezTo>
                    <a:pt x="19" y="1"/>
                    <a:pt x="20" y="1"/>
                    <a:pt x="21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30" y="1"/>
                    <a:pt x="38" y="1"/>
                    <a:pt x="45" y="0"/>
                  </a:cubicBezTo>
                  <a:cubicBezTo>
                    <a:pt x="46" y="0"/>
                    <a:pt x="47" y="1"/>
                    <a:pt x="47" y="1"/>
                  </a:cubicBezTo>
                  <a:cubicBezTo>
                    <a:pt x="47" y="2"/>
                    <a:pt x="47" y="3"/>
                    <a:pt x="46" y="3"/>
                  </a:cubicBezTo>
                  <a:cubicBezTo>
                    <a:pt x="41" y="6"/>
                    <a:pt x="37" y="10"/>
                    <a:pt x="33" y="14"/>
                  </a:cubicBezTo>
                  <a:cubicBezTo>
                    <a:pt x="31" y="16"/>
                    <a:pt x="29" y="18"/>
                    <a:pt x="27" y="20"/>
                  </a:cubicBezTo>
                  <a:cubicBezTo>
                    <a:pt x="26" y="20"/>
                    <a:pt x="25" y="20"/>
                    <a:pt x="24" y="20"/>
                  </a:cubicBezTo>
                  <a:cubicBezTo>
                    <a:pt x="24" y="19"/>
                    <a:pt x="24" y="18"/>
                    <a:pt x="24" y="17"/>
                  </a:cubicBezTo>
                  <a:cubicBezTo>
                    <a:pt x="27" y="16"/>
                    <a:pt x="28" y="14"/>
                    <a:pt x="30" y="12"/>
                  </a:cubicBezTo>
                  <a:cubicBezTo>
                    <a:pt x="33" y="9"/>
                    <a:pt x="36" y="6"/>
                    <a:pt x="39" y="4"/>
                  </a:cubicBezTo>
                  <a:cubicBezTo>
                    <a:pt x="34" y="4"/>
                    <a:pt x="29" y="4"/>
                    <a:pt x="24" y="4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20" y="4"/>
                    <a:pt x="20" y="4"/>
                    <a:pt x="20" y="5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3" y="11"/>
                    <a:pt x="7" y="17"/>
                    <a:pt x="3" y="20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46"/>
            <p:cNvSpPr/>
            <p:nvPr/>
          </p:nvSpPr>
          <p:spPr bwMode="auto">
            <a:xfrm>
              <a:off x="3390203" y="4070352"/>
              <a:ext cx="15875" cy="119063"/>
            </a:xfrm>
            <a:custGeom>
              <a:avLst/>
              <a:gdLst>
                <a:gd name="T0" fmla="*/ 2 w 4"/>
                <a:gd name="T1" fmla="*/ 32 h 32"/>
                <a:gd name="T2" fmla="*/ 0 w 4"/>
                <a:gd name="T3" fmla="*/ 30 h 32"/>
                <a:gd name="T4" fmla="*/ 0 w 4"/>
                <a:gd name="T5" fmla="*/ 18 h 32"/>
                <a:gd name="T6" fmla="*/ 1 w 4"/>
                <a:gd name="T7" fmla="*/ 2 h 32"/>
                <a:gd name="T8" fmla="*/ 2 w 4"/>
                <a:gd name="T9" fmla="*/ 0 h 32"/>
                <a:gd name="T10" fmla="*/ 4 w 4"/>
                <a:gd name="T11" fmla="*/ 2 h 32"/>
                <a:gd name="T12" fmla="*/ 4 w 4"/>
                <a:gd name="T13" fmla="*/ 18 h 32"/>
                <a:gd name="T14" fmla="*/ 3 w 4"/>
                <a:gd name="T15" fmla="*/ 30 h 32"/>
                <a:gd name="T16" fmla="*/ 2 w 4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32">
                  <a:moveTo>
                    <a:pt x="2" y="32"/>
                  </a:moveTo>
                  <a:cubicBezTo>
                    <a:pt x="1" y="32"/>
                    <a:pt x="0" y="31"/>
                    <a:pt x="0" y="30"/>
                  </a:cubicBezTo>
                  <a:cubicBezTo>
                    <a:pt x="0" y="26"/>
                    <a:pt x="0" y="22"/>
                    <a:pt x="0" y="18"/>
                  </a:cubicBezTo>
                  <a:cubicBezTo>
                    <a:pt x="0" y="12"/>
                    <a:pt x="0" y="5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2"/>
                    <a:pt x="4" y="18"/>
                  </a:cubicBezTo>
                  <a:cubicBezTo>
                    <a:pt x="4" y="22"/>
                    <a:pt x="4" y="26"/>
                    <a:pt x="3" y="30"/>
                  </a:cubicBezTo>
                  <a:cubicBezTo>
                    <a:pt x="3" y="31"/>
                    <a:pt x="3" y="32"/>
                    <a:pt x="2" y="3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47"/>
            <p:cNvSpPr/>
            <p:nvPr/>
          </p:nvSpPr>
          <p:spPr bwMode="auto">
            <a:xfrm>
              <a:off x="2939353" y="3825877"/>
              <a:ext cx="87313" cy="68263"/>
            </a:xfrm>
            <a:custGeom>
              <a:avLst/>
              <a:gdLst>
                <a:gd name="T0" fmla="*/ 1 w 23"/>
                <a:gd name="T1" fmla="*/ 18 h 18"/>
                <a:gd name="T2" fmla="*/ 0 w 23"/>
                <a:gd name="T3" fmla="*/ 18 h 18"/>
                <a:gd name="T4" fmla="*/ 0 w 23"/>
                <a:gd name="T5" fmla="*/ 15 h 18"/>
                <a:gd name="T6" fmla="*/ 14 w 23"/>
                <a:gd name="T7" fmla="*/ 4 h 18"/>
                <a:gd name="T8" fmla="*/ 20 w 23"/>
                <a:gd name="T9" fmla="*/ 0 h 18"/>
                <a:gd name="T10" fmla="*/ 22 w 23"/>
                <a:gd name="T11" fmla="*/ 0 h 18"/>
                <a:gd name="T12" fmla="*/ 22 w 23"/>
                <a:gd name="T13" fmla="*/ 3 h 18"/>
                <a:gd name="T14" fmla="*/ 16 w 23"/>
                <a:gd name="T15" fmla="*/ 7 h 18"/>
                <a:gd name="T16" fmla="*/ 2 w 23"/>
                <a:gd name="T17" fmla="*/ 18 h 18"/>
                <a:gd name="T18" fmla="*/ 1 w 23"/>
                <a:gd name="T1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" y="18"/>
                  </a:moveTo>
                  <a:cubicBezTo>
                    <a:pt x="1" y="18"/>
                    <a:pt x="0" y="18"/>
                    <a:pt x="0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4" y="11"/>
                    <a:pt x="9" y="8"/>
                    <a:pt x="14" y="4"/>
                  </a:cubicBezTo>
                  <a:cubicBezTo>
                    <a:pt x="16" y="3"/>
                    <a:pt x="18" y="1"/>
                    <a:pt x="20" y="0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0" y="4"/>
                    <a:pt x="18" y="5"/>
                    <a:pt x="16" y="7"/>
                  </a:cubicBezTo>
                  <a:cubicBezTo>
                    <a:pt x="11" y="10"/>
                    <a:pt x="6" y="14"/>
                    <a:pt x="2" y="18"/>
                  </a:cubicBezTo>
                  <a:cubicBezTo>
                    <a:pt x="2" y="18"/>
                    <a:pt x="2" y="18"/>
                    <a:pt x="1" y="1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48"/>
            <p:cNvSpPr/>
            <p:nvPr/>
          </p:nvSpPr>
          <p:spPr bwMode="auto">
            <a:xfrm>
              <a:off x="3326703" y="4183065"/>
              <a:ext cx="82550" cy="93663"/>
            </a:xfrm>
            <a:custGeom>
              <a:avLst/>
              <a:gdLst>
                <a:gd name="T0" fmla="*/ 2 w 22"/>
                <a:gd name="T1" fmla="*/ 25 h 25"/>
                <a:gd name="T2" fmla="*/ 1 w 22"/>
                <a:gd name="T3" fmla="*/ 25 h 25"/>
                <a:gd name="T4" fmla="*/ 0 w 22"/>
                <a:gd name="T5" fmla="*/ 23 h 25"/>
                <a:gd name="T6" fmla="*/ 1 w 22"/>
                <a:gd name="T7" fmla="*/ 21 h 25"/>
                <a:gd name="T8" fmla="*/ 18 w 22"/>
                <a:gd name="T9" fmla="*/ 1 h 25"/>
                <a:gd name="T10" fmla="*/ 21 w 22"/>
                <a:gd name="T11" fmla="*/ 0 h 25"/>
                <a:gd name="T12" fmla="*/ 21 w 22"/>
                <a:gd name="T13" fmla="*/ 2 h 25"/>
                <a:gd name="T14" fmla="*/ 4 w 22"/>
                <a:gd name="T15" fmla="*/ 23 h 25"/>
                <a:gd name="T16" fmla="*/ 3 w 22"/>
                <a:gd name="T17" fmla="*/ 24 h 25"/>
                <a:gd name="T18" fmla="*/ 2 w 22"/>
                <a:gd name="T1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5">
                  <a:moveTo>
                    <a:pt x="2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3"/>
                  </a:cubicBezTo>
                  <a:cubicBezTo>
                    <a:pt x="0" y="22"/>
                    <a:pt x="1" y="22"/>
                    <a:pt x="1" y="21"/>
                  </a:cubicBezTo>
                  <a:cubicBezTo>
                    <a:pt x="7" y="16"/>
                    <a:pt x="12" y="9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1" y="1"/>
                    <a:pt x="22" y="2"/>
                    <a:pt x="21" y="2"/>
                  </a:cubicBezTo>
                  <a:cubicBezTo>
                    <a:pt x="15" y="11"/>
                    <a:pt x="10" y="18"/>
                    <a:pt x="4" y="23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50"/>
            <p:cNvSpPr>
              <a:spLocks noEditPoints="1"/>
            </p:cNvSpPr>
            <p:nvPr/>
          </p:nvSpPr>
          <p:spPr bwMode="auto">
            <a:xfrm>
              <a:off x="2862442" y="3848137"/>
              <a:ext cx="82550" cy="109538"/>
            </a:xfrm>
            <a:custGeom>
              <a:avLst/>
              <a:gdLst>
                <a:gd name="T0" fmla="*/ 12 w 22"/>
                <a:gd name="T1" fmla="*/ 3 h 29"/>
                <a:gd name="T2" fmla="*/ 13 w 22"/>
                <a:gd name="T3" fmla="*/ 3 h 29"/>
                <a:gd name="T4" fmla="*/ 14 w 22"/>
                <a:gd name="T5" fmla="*/ 5 h 29"/>
                <a:gd name="T6" fmla="*/ 14 w 22"/>
                <a:gd name="T7" fmla="*/ 22 h 29"/>
                <a:gd name="T8" fmla="*/ 17 w 22"/>
                <a:gd name="T9" fmla="*/ 22 h 29"/>
                <a:gd name="T10" fmla="*/ 19 w 22"/>
                <a:gd name="T11" fmla="*/ 22 h 29"/>
                <a:gd name="T12" fmla="*/ 19 w 22"/>
                <a:gd name="T13" fmla="*/ 26 h 29"/>
                <a:gd name="T14" fmla="*/ 19 w 22"/>
                <a:gd name="T15" fmla="*/ 26 h 29"/>
                <a:gd name="T16" fmla="*/ 19 w 22"/>
                <a:gd name="T17" fmla="*/ 26 h 29"/>
                <a:gd name="T18" fmla="*/ 4 w 22"/>
                <a:gd name="T19" fmla="*/ 25 h 29"/>
                <a:gd name="T20" fmla="*/ 4 w 22"/>
                <a:gd name="T21" fmla="*/ 22 h 29"/>
                <a:gd name="T22" fmla="*/ 5 w 22"/>
                <a:gd name="T23" fmla="*/ 22 h 29"/>
                <a:gd name="T24" fmla="*/ 9 w 22"/>
                <a:gd name="T25" fmla="*/ 22 h 29"/>
                <a:gd name="T26" fmla="*/ 10 w 22"/>
                <a:gd name="T27" fmla="*/ 9 h 29"/>
                <a:gd name="T28" fmla="*/ 5 w 22"/>
                <a:gd name="T29" fmla="*/ 13 h 29"/>
                <a:gd name="T30" fmla="*/ 5 w 22"/>
                <a:gd name="T31" fmla="*/ 13 h 29"/>
                <a:gd name="T32" fmla="*/ 5 w 22"/>
                <a:gd name="T33" fmla="*/ 12 h 29"/>
                <a:gd name="T34" fmla="*/ 3 w 22"/>
                <a:gd name="T35" fmla="*/ 8 h 29"/>
                <a:gd name="T36" fmla="*/ 12 w 22"/>
                <a:gd name="T37" fmla="*/ 3 h 29"/>
                <a:gd name="T38" fmla="*/ 12 w 22"/>
                <a:gd name="T39" fmla="*/ 0 h 29"/>
                <a:gd name="T40" fmla="*/ 9 w 22"/>
                <a:gd name="T41" fmla="*/ 2 h 29"/>
                <a:gd name="T42" fmla="*/ 2 w 22"/>
                <a:gd name="T43" fmla="*/ 6 h 29"/>
                <a:gd name="T44" fmla="*/ 0 w 22"/>
                <a:gd name="T45" fmla="*/ 7 h 29"/>
                <a:gd name="T46" fmla="*/ 0 w 22"/>
                <a:gd name="T47" fmla="*/ 10 h 29"/>
                <a:gd name="T48" fmla="*/ 2 w 22"/>
                <a:gd name="T49" fmla="*/ 14 h 29"/>
                <a:gd name="T50" fmla="*/ 4 w 22"/>
                <a:gd name="T51" fmla="*/ 15 h 29"/>
                <a:gd name="T52" fmla="*/ 5 w 22"/>
                <a:gd name="T53" fmla="*/ 15 h 29"/>
                <a:gd name="T54" fmla="*/ 7 w 22"/>
                <a:gd name="T55" fmla="*/ 15 h 29"/>
                <a:gd name="T56" fmla="*/ 7 w 22"/>
                <a:gd name="T57" fmla="*/ 14 h 29"/>
                <a:gd name="T58" fmla="*/ 7 w 22"/>
                <a:gd name="T59" fmla="*/ 16 h 29"/>
                <a:gd name="T60" fmla="*/ 7 w 22"/>
                <a:gd name="T61" fmla="*/ 19 h 29"/>
                <a:gd name="T62" fmla="*/ 5 w 22"/>
                <a:gd name="T63" fmla="*/ 19 h 29"/>
                <a:gd name="T64" fmla="*/ 4 w 22"/>
                <a:gd name="T65" fmla="*/ 19 h 29"/>
                <a:gd name="T66" fmla="*/ 2 w 22"/>
                <a:gd name="T67" fmla="*/ 22 h 29"/>
                <a:gd name="T68" fmla="*/ 2 w 22"/>
                <a:gd name="T69" fmla="*/ 25 h 29"/>
                <a:gd name="T70" fmla="*/ 4 w 22"/>
                <a:gd name="T71" fmla="*/ 28 h 29"/>
                <a:gd name="T72" fmla="*/ 11 w 22"/>
                <a:gd name="T73" fmla="*/ 28 h 29"/>
                <a:gd name="T74" fmla="*/ 19 w 22"/>
                <a:gd name="T75" fmla="*/ 29 h 29"/>
                <a:gd name="T76" fmla="*/ 21 w 22"/>
                <a:gd name="T77" fmla="*/ 28 h 29"/>
                <a:gd name="T78" fmla="*/ 22 w 22"/>
                <a:gd name="T79" fmla="*/ 26 h 29"/>
                <a:gd name="T80" fmla="*/ 22 w 22"/>
                <a:gd name="T81" fmla="*/ 24 h 29"/>
                <a:gd name="T82" fmla="*/ 22 w 22"/>
                <a:gd name="T83" fmla="*/ 22 h 29"/>
                <a:gd name="T84" fmla="*/ 20 w 22"/>
                <a:gd name="T85" fmla="*/ 19 h 29"/>
                <a:gd name="T86" fmla="*/ 17 w 22"/>
                <a:gd name="T87" fmla="*/ 19 h 29"/>
                <a:gd name="T88" fmla="*/ 17 w 22"/>
                <a:gd name="T89" fmla="*/ 5 h 29"/>
                <a:gd name="T90" fmla="*/ 16 w 22"/>
                <a:gd name="T91" fmla="*/ 3 h 29"/>
                <a:gd name="T92" fmla="*/ 15 w 22"/>
                <a:gd name="T93" fmla="*/ 2 h 29"/>
                <a:gd name="T94" fmla="*/ 15 w 22"/>
                <a:gd name="T95" fmla="*/ 1 h 29"/>
                <a:gd name="T96" fmla="*/ 13 w 22"/>
                <a:gd name="T97" fmla="*/ 0 h 29"/>
                <a:gd name="T98" fmla="*/ 12 w 22"/>
                <a:gd name="T9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29">
                  <a:moveTo>
                    <a:pt x="12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4" y="4"/>
                    <a:pt x="14" y="5"/>
                  </a:cubicBezTo>
                  <a:cubicBezTo>
                    <a:pt x="14" y="10"/>
                    <a:pt x="14" y="16"/>
                    <a:pt x="14" y="22"/>
                  </a:cubicBezTo>
                  <a:cubicBezTo>
                    <a:pt x="15" y="22"/>
                    <a:pt x="16" y="22"/>
                    <a:pt x="17" y="22"/>
                  </a:cubicBezTo>
                  <a:cubicBezTo>
                    <a:pt x="18" y="22"/>
                    <a:pt x="19" y="22"/>
                    <a:pt x="19" y="22"/>
                  </a:cubicBezTo>
                  <a:cubicBezTo>
                    <a:pt x="19" y="23"/>
                    <a:pt x="19" y="24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4" y="26"/>
                    <a:pt x="9" y="25"/>
                    <a:pt x="4" y="25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7" y="22"/>
                    <a:pt x="8" y="22"/>
                    <a:pt x="9" y="22"/>
                  </a:cubicBezTo>
                  <a:cubicBezTo>
                    <a:pt x="10" y="18"/>
                    <a:pt x="10" y="14"/>
                    <a:pt x="10" y="9"/>
                  </a:cubicBezTo>
                  <a:cubicBezTo>
                    <a:pt x="9" y="10"/>
                    <a:pt x="7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1"/>
                    <a:pt x="3" y="10"/>
                    <a:pt x="3" y="8"/>
                  </a:cubicBezTo>
                  <a:cubicBezTo>
                    <a:pt x="6" y="7"/>
                    <a:pt x="12" y="3"/>
                    <a:pt x="12" y="3"/>
                  </a:cubicBezTo>
                  <a:close/>
                  <a:moveTo>
                    <a:pt x="12" y="0"/>
                  </a:moveTo>
                  <a:cubicBezTo>
                    <a:pt x="11" y="0"/>
                    <a:pt x="11" y="0"/>
                    <a:pt x="9" y="2"/>
                  </a:cubicBezTo>
                  <a:cubicBezTo>
                    <a:pt x="8" y="3"/>
                    <a:pt x="4" y="5"/>
                    <a:pt x="2" y="6"/>
                  </a:cubicBezTo>
                  <a:cubicBezTo>
                    <a:pt x="1" y="6"/>
                    <a:pt x="1" y="7"/>
                    <a:pt x="0" y="7"/>
                  </a:cubicBezTo>
                  <a:cubicBezTo>
                    <a:pt x="0" y="8"/>
                    <a:pt x="0" y="9"/>
                    <a:pt x="0" y="10"/>
                  </a:cubicBezTo>
                  <a:cubicBezTo>
                    <a:pt x="1" y="11"/>
                    <a:pt x="2" y="12"/>
                    <a:pt x="2" y="14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5" y="15"/>
                  </a:cubicBezTo>
                  <a:cubicBezTo>
                    <a:pt x="6" y="15"/>
                    <a:pt x="6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7"/>
                    <a:pt x="7" y="18"/>
                    <a:pt x="7" y="19"/>
                  </a:cubicBezTo>
                  <a:cubicBezTo>
                    <a:pt x="6" y="19"/>
                    <a:pt x="6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2" y="21"/>
                    <a:pt x="2" y="22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7"/>
                    <a:pt x="3" y="28"/>
                    <a:pt x="4" y="28"/>
                  </a:cubicBezTo>
                  <a:cubicBezTo>
                    <a:pt x="7" y="28"/>
                    <a:pt x="9" y="28"/>
                    <a:pt x="11" y="28"/>
                  </a:cubicBezTo>
                  <a:cubicBezTo>
                    <a:pt x="14" y="29"/>
                    <a:pt x="16" y="29"/>
                    <a:pt x="19" y="29"/>
                  </a:cubicBezTo>
                  <a:cubicBezTo>
                    <a:pt x="20" y="29"/>
                    <a:pt x="20" y="28"/>
                    <a:pt x="21" y="28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1"/>
                    <a:pt x="21" y="19"/>
                    <a:pt x="20" y="19"/>
                  </a:cubicBezTo>
                  <a:cubicBezTo>
                    <a:pt x="19" y="19"/>
                    <a:pt x="18" y="19"/>
                    <a:pt x="17" y="19"/>
                  </a:cubicBezTo>
                  <a:cubicBezTo>
                    <a:pt x="17" y="14"/>
                    <a:pt x="17" y="10"/>
                    <a:pt x="17" y="5"/>
                  </a:cubicBezTo>
                  <a:cubicBezTo>
                    <a:pt x="17" y="4"/>
                    <a:pt x="17" y="3"/>
                    <a:pt x="16" y="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51"/>
            <p:cNvSpPr>
              <a:spLocks noEditPoints="1"/>
            </p:cNvSpPr>
            <p:nvPr/>
          </p:nvSpPr>
          <p:spPr bwMode="auto">
            <a:xfrm>
              <a:off x="2962915" y="3953818"/>
              <a:ext cx="79375" cy="109538"/>
            </a:xfrm>
            <a:custGeom>
              <a:avLst/>
              <a:gdLst>
                <a:gd name="T0" fmla="*/ 19 w 21"/>
                <a:gd name="T1" fmla="*/ 29 h 29"/>
                <a:gd name="T2" fmla="*/ 3 w 21"/>
                <a:gd name="T3" fmla="*/ 28 h 29"/>
                <a:gd name="T4" fmla="*/ 2 w 21"/>
                <a:gd name="T5" fmla="*/ 28 h 29"/>
                <a:gd name="T6" fmla="*/ 2 w 21"/>
                <a:gd name="T7" fmla="*/ 27 h 29"/>
                <a:gd name="T8" fmla="*/ 2 w 21"/>
                <a:gd name="T9" fmla="*/ 23 h 29"/>
                <a:gd name="T10" fmla="*/ 2 w 21"/>
                <a:gd name="T11" fmla="*/ 21 h 29"/>
                <a:gd name="T12" fmla="*/ 3 w 21"/>
                <a:gd name="T13" fmla="*/ 20 h 29"/>
                <a:gd name="T14" fmla="*/ 9 w 21"/>
                <a:gd name="T15" fmla="*/ 14 h 29"/>
                <a:gd name="T16" fmla="*/ 10 w 21"/>
                <a:gd name="T17" fmla="*/ 12 h 29"/>
                <a:gd name="T18" fmla="*/ 9 w 21"/>
                <a:gd name="T19" fmla="*/ 10 h 29"/>
                <a:gd name="T20" fmla="*/ 8 w 21"/>
                <a:gd name="T21" fmla="*/ 10 h 29"/>
                <a:gd name="T22" fmla="*/ 4 w 21"/>
                <a:gd name="T23" fmla="*/ 11 h 29"/>
                <a:gd name="T24" fmla="*/ 3 w 21"/>
                <a:gd name="T25" fmla="*/ 11 h 29"/>
                <a:gd name="T26" fmla="*/ 2 w 21"/>
                <a:gd name="T27" fmla="*/ 10 h 29"/>
                <a:gd name="T28" fmla="*/ 1 w 21"/>
                <a:gd name="T29" fmla="*/ 4 h 29"/>
                <a:gd name="T30" fmla="*/ 1 w 21"/>
                <a:gd name="T31" fmla="*/ 3 h 29"/>
                <a:gd name="T32" fmla="*/ 10 w 21"/>
                <a:gd name="T33" fmla="*/ 0 h 29"/>
                <a:gd name="T34" fmla="*/ 18 w 21"/>
                <a:gd name="T35" fmla="*/ 5 h 29"/>
                <a:gd name="T36" fmla="*/ 14 w 21"/>
                <a:gd name="T37" fmla="*/ 20 h 29"/>
                <a:gd name="T38" fmla="*/ 19 w 21"/>
                <a:gd name="T39" fmla="*/ 20 h 29"/>
                <a:gd name="T40" fmla="*/ 20 w 21"/>
                <a:gd name="T41" fmla="*/ 21 h 29"/>
                <a:gd name="T42" fmla="*/ 21 w 21"/>
                <a:gd name="T43" fmla="*/ 22 h 29"/>
                <a:gd name="T44" fmla="*/ 21 w 21"/>
                <a:gd name="T45" fmla="*/ 27 h 29"/>
                <a:gd name="T46" fmla="*/ 21 w 21"/>
                <a:gd name="T47" fmla="*/ 27 h 29"/>
                <a:gd name="T48" fmla="*/ 19 w 21"/>
                <a:gd name="T49" fmla="*/ 29 h 29"/>
                <a:gd name="T50" fmla="*/ 9 w 21"/>
                <a:gd name="T51" fmla="*/ 26 h 29"/>
                <a:gd name="T52" fmla="*/ 18 w 21"/>
                <a:gd name="T53" fmla="*/ 26 h 29"/>
                <a:gd name="T54" fmla="*/ 18 w 21"/>
                <a:gd name="T55" fmla="*/ 23 h 29"/>
                <a:gd name="T56" fmla="*/ 11 w 21"/>
                <a:gd name="T57" fmla="*/ 23 h 29"/>
                <a:gd name="T58" fmla="*/ 10 w 21"/>
                <a:gd name="T59" fmla="*/ 22 h 29"/>
                <a:gd name="T60" fmla="*/ 10 w 21"/>
                <a:gd name="T61" fmla="*/ 20 h 29"/>
                <a:gd name="T62" fmla="*/ 15 w 21"/>
                <a:gd name="T63" fmla="*/ 6 h 29"/>
                <a:gd name="T64" fmla="*/ 10 w 21"/>
                <a:gd name="T65" fmla="*/ 3 h 29"/>
                <a:gd name="T66" fmla="*/ 3 w 21"/>
                <a:gd name="T67" fmla="*/ 5 h 29"/>
                <a:gd name="T68" fmla="*/ 4 w 21"/>
                <a:gd name="T69" fmla="*/ 8 h 29"/>
                <a:gd name="T70" fmla="*/ 8 w 21"/>
                <a:gd name="T71" fmla="*/ 7 h 29"/>
                <a:gd name="T72" fmla="*/ 10 w 21"/>
                <a:gd name="T73" fmla="*/ 8 h 29"/>
                <a:gd name="T74" fmla="*/ 13 w 21"/>
                <a:gd name="T75" fmla="*/ 12 h 29"/>
                <a:gd name="T76" fmla="*/ 11 w 21"/>
                <a:gd name="T77" fmla="*/ 16 h 29"/>
                <a:gd name="T78" fmla="*/ 5 w 21"/>
                <a:gd name="T79" fmla="*/ 22 h 29"/>
                <a:gd name="T80" fmla="*/ 4 w 21"/>
                <a:gd name="T81" fmla="*/ 22 h 29"/>
                <a:gd name="T82" fmla="*/ 4 w 21"/>
                <a:gd name="T83" fmla="*/ 23 h 29"/>
                <a:gd name="T84" fmla="*/ 4 w 21"/>
                <a:gd name="T85" fmla="*/ 26 h 29"/>
                <a:gd name="T86" fmla="*/ 9 w 21"/>
                <a:gd name="T8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" h="29">
                  <a:moveTo>
                    <a:pt x="19" y="29"/>
                  </a:moveTo>
                  <a:cubicBezTo>
                    <a:pt x="14" y="28"/>
                    <a:pt x="8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7"/>
                    <a:pt x="2" y="27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2"/>
                    <a:pt x="2" y="21"/>
                    <a:pt x="2" y="21"/>
                  </a:cubicBezTo>
                  <a:cubicBezTo>
                    <a:pt x="2" y="20"/>
                    <a:pt x="3" y="20"/>
                    <a:pt x="3" y="20"/>
                  </a:cubicBezTo>
                  <a:cubicBezTo>
                    <a:pt x="6" y="18"/>
                    <a:pt x="8" y="16"/>
                    <a:pt x="9" y="14"/>
                  </a:cubicBezTo>
                  <a:cubicBezTo>
                    <a:pt x="10" y="13"/>
                    <a:pt x="10" y="12"/>
                    <a:pt x="10" y="12"/>
                  </a:cubicBezTo>
                  <a:cubicBezTo>
                    <a:pt x="10" y="11"/>
                    <a:pt x="10" y="10"/>
                    <a:pt x="9" y="10"/>
                  </a:cubicBezTo>
                  <a:cubicBezTo>
                    <a:pt x="9" y="10"/>
                    <a:pt x="9" y="10"/>
                    <a:pt x="8" y="10"/>
                  </a:cubicBezTo>
                  <a:cubicBezTo>
                    <a:pt x="7" y="10"/>
                    <a:pt x="5" y="10"/>
                    <a:pt x="4" y="11"/>
                  </a:cubicBezTo>
                  <a:cubicBezTo>
                    <a:pt x="4" y="11"/>
                    <a:pt x="3" y="11"/>
                    <a:pt x="3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2"/>
                    <a:pt x="18" y="5"/>
                  </a:cubicBezTo>
                  <a:cubicBezTo>
                    <a:pt x="21" y="10"/>
                    <a:pt x="17" y="17"/>
                    <a:pt x="14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1"/>
                  </a:cubicBezTo>
                  <a:cubicBezTo>
                    <a:pt x="21" y="21"/>
                    <a:pt x="21" y="21"/>
                    <a:pt x="21" y="22"/>
                  </a:cubicBezTo>
                  <a:cubicBezTo>
                    <a:pt x="21" y="23"/>
                    <a:pt x="21" y="25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0" y="29"/>
                    <a:pt x="19" y="29"/>
                  </a:cubicBezTo>
                  <a:close/>
                  <a:moveTo>
                    <a:pt x="9" y="26"/>
                  </a:moveTo>
                  <a:cubicBezTo>
                    <a:pt x="12" y="26"/>
                    <a:pt x="15" y="26"/>
                    <a:pt x="18" y="26"/>
                  </a:cubicBezTo>
                  <a:cubicBezTo>
                    <a:pt x="18" y="25"/>
                    <a:pt x="18" y="24"/>
                    <a:pt x="18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3"/>
                    <a:pt x="10" y="22"/>
                    <a:pt x="10" y="22"/>
                  </a:cubicBezTo>
                  <a:cubicBezTo>
                    <a:pt x="9" y="21"/>
                    <a:pt x="10" y="21"/>
                    <a:pt x="10" y="20"/>
                  </a:cubicBezTo>
                  <a:cubicBezTo>
                    <a:pt x="13" y="17"/>
                    <a:pt x="18" y="10"/>
                    <a:pt x="15" y="6"/>
                  </a:cubicBezTo>
                  <a:cubicBezTo>
                    <a:pt x="15" y="4"/>
                    <a:pt x="12" y="3"/>
                    <a:pt x="10" y="3"/>
                  </a:cubicBezTo>
                  <a:cubicBezTo>
                    <a:pt x="8" y="3"/>
                    <a:pt x="6" y="4"/>
                    <a:pt x="3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9" y="7"/>
                    <a:pt x="10" y="7"/>
                    <a:pt x="10" y="8"/>
                  </a:cubicBezTo>
                  <a:cubicBezTo>
                    <a:pt x="12" y="8"/>
                    <a:pt x="13" y="10"/>
                    <a:pt x="13" y="12"/>
                  </a:cubicBezTo>
                  <a:cubicBezTo>
                    <a:pt x="13" y="13"/>
                    <a:pt x="12" y="14"/>
                    <a:pt x="11" y="16"/>
                  </a:cubicBezTo>
                  <a:cubicBezTo>
                    <a:pt x="10" y="18"/>
                    <a:pt x="7" y="21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6" y="26"/>
                    <a:pt x="7" y="26"/>
                    <a:pt x="9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452"/>
            <p:cNvSpPr>
              <a:spLocks noEditPoints="1"/>
            </p:cNvSpPr>
            <p:nvPr/>
          </p:nvSpPr>
          <p:spPr bwMode="auto">
            <a:xfrm>
              <a:off x="3070547" y="4045977"/>
              <a:ext cx="76200" cy="112713"/>
            </a:xfrm>
            <a:custGeom>
              <a:avLst/>
              <a:gdLst>
                <a:gd name="T0" fmla="*/ 10 w 20"/>
                <a:gd name="T1" fmla="*/ 30 h 30"/>
                <a:gd name="T2" fmla="*/ 1 w 20"/>
                <a:gd name="T3" fmla="*/ 28 h 30"/>
                <a:gd name="T4" fmla="*/ 0 w 20"/>
                <a:gd name="T5" fmla="*/ 27 h 30"/>
                <a:gd name="T6" fmla="*/ 2 w 20"/>
                <a:gd name="T7" fmla="*/ 21 h 30"/>
                <a:gd name="T8" fmla="*/ 4 w 20"/>
                <a:gd name="T9" fmla="*/ 20 h 30"/>
                <a:gd name="T10" fmla="*/ 10 w 20"/>
                <a:gd name="T11" fmla="*/ 21 h 30"/>
                <a:gd name="T12" fmla="*/ 11 w 20"/>
                <a:gd name="T13" fmla="*/ 20 h 30"/>
                <a:gd name="T14" fmla="*/ 11 w 20"/>
                <a:gd name="T15" fmla="*/ 20 h 30"/>
                <a:gd name="T16" fmla="*/ 10 w 20"/>
                <a:gd name="T17" fmla="*/ 18 h 30"/>
                <a:gd name="T18" fmla="*/ 6 w 20"/>
                <a:gd name="T19" fmla="*/ 18 h 30"/>
                <a:gd name="T20" fmla="*/ 5 w 20"/>
                <a:gd name="T21" fmla="*/ 18 h 30"/>
                <a:gd name="T22" fmla="*/ 4 w 20"/>
                <a:gd name="T23" fmla="*/ 17 h 30"/>
                <a:gd name="T24" fmla="*/ 4 w 20"/>
                <a:gd name="T25" fmla="*/ 15 h 30"/>
                <a:gd name="T26" fmla="*/ 4 w 20"/>
                <a:gd name="T27" fmla="*/ 12 h 30"/>
                <a:gd name="T28" fmla="*/ 5 w 20"/>
                <a:gd name="T29" fmla="*/ 11 h 30"/>
                <a:gd name="T30" fmla="*/ 6 w 20"/>
                <a:gd name="T31" fmla="*/ 11 h 30"/>
                <a:gd name="T32" fmla="*/ 7 w 20"/>
                <a:gd name="T33" fmla="*/ 11 h 30"/>
                <a:gd name="T34" fmla="*/ 9 w 20"/>
                <a:gd name="T35" fmla="*/ 10 h 30"/>
                <a:gd name="T36" fmla="*/ 9 w 20"/>
                <a:gd name="T37" fmla="*/ 10 h 30"/>
                <a:gd name="T38" fmla="*/ 7 w 20"/>
                <a:gd name="T39" fmla="*/ 8 h 30"/>
                <a:gd name="T40" fmla="*/ 4 w 20"/>
                <a:gd name="T41" fmla="*/ 9 h 30"/>
                <a:gd name="T42" fmla="*/ 3 w 20"/>
                <a:gd name="T43" fmla="*/ 9 h 30"/>
                <a:gd name="T44" fmla="*/ 2 w 20"/>
                <a:gd name="T45" fmla="*/ 9 h 30"/>
                <a:gd name="T46" fmla="*/ 1 w 20"/>
                <a:gd name="T47" fmla="*/ 8 h 30"/>
                <a:gd name="T48" fmla="*/ 1 w 20"/>
                <a:gd name="T49" fmla="*/ 4 h 30"/>
                <a:gd name="T50" fmla="*/ 2 w 20"/>
                <a:gd name="T51" fmla="*/ 3 h 30"/>
                <a:gd name="T52" fmla="*/ 4 w 20"/>
                <a:gd name="T53" fmla="*/ 1 h 30"/>
                <a:gd name="T54" fmla="*/ 10 w 20"/>
                <a:gd name="T55" fmla="*/ 0 h 30"/>
                <a:gd name="T56" fmla="*/ 16 w 20"/>
                <a:gd name="T57" fmla="*/ 3 h 30"/>
                <a:gd name="T58" fmla="*/ 18 w 20"/>
                <a:gd name="T59" fmla="*/ 8 h 30"/>
                <a:gd name="T60" fmla="*/ 15 w 20"/>
                <a:gd name="T61" fmla="*/ 13 h 30"/>
                <a:gd name="T62" fmla="*/ 20 w 20"/>
                <a:gd name="T63" fmla="*/ 21 h 30"/>
                <a:gd name="T64" fmla="*/ 13 w 20"/>
                <a:gd name="T65" fmla="*/ 29 h 30"/>
                <a:gd name="T66" fmla="*/ 10 w 20"/>
                <a:gd name="T67" fmla="*/ 30 h 30"/>
                <a:gd name="T68" fmla="*/ 3 w 20"/>
                <a:gd name="T69" fmla="*/ 26 h 30"/>
                <a:gd name="T70" fmla="*/ 10 w 20"/>
                <a:gd name="T71" fmla="*/ 27 h 30"/>
                <a:gd name="T72" fmla="*/ 12 w 20"/>
                <a:gd name="T73" fmla="*/ 27 h 30"/>
                <a:gd name="T74" fmla="*/ 18 w 20"/>
                <a:gd name="T75" fmla="*/ 21 h 30"/>
                <a:gd name="T76" fmla="*/ 12 w 20"/>
                <a:gd name="T77" fmla="*/ 15 h 30"/>
                <a:gd name="T78" fmla="*/ 11 w 20"/>
                <a:gd name="T79" fmla="*/ 14 h 30"/>
                <a:gd name="T80" fmla="*/ 12 w 20"/>
                <a:gd name="T81" fmla="*/ 13 h 30"/>
                <a:gd name="T82" fmla="*/ 15 w 20"/>
                <a:gd name="T83" fmla="*/ 8 h 30"/>
                <a:gd name="T84" fmla="*/ 14 w 20"/>
                <a:gd name="T85" fmla="*/ 5 h 30"/>
                <a:gd name="T86" fmla="*/ 10 w 20"/>
                <a:gd name="T87" fmla="*/ 3 h 30"/>
                <a:gd name="T88" fmla="*/ 4 w 20"/>
                <a:gd name="T89" fmla="*/ 4 h 30"/>
                <a:gd name="T90" fmla="*/ 4 w 20"/>
                <a:gd name="T91" fmla="*/ 4 h 30"/>
                <a:gd name="T92" fmla="*/ 4 w 20"/>
                <a:gd name="T93" fmla="*/ 6 h 30"/>
                <a:gd name="T94" fmla="*/ 7 w 20"/>
                <a:gd name="T95" fmla="*/ 6 h 30"/>
                <a:gd name="T96" fmla="*/ 12 w 20"/>
                <a:gd name="T97" fmla="*/ 9 h 30"/>
                <a:gd name="T98" fmla="*/ 11 w 20"/>
                <a:gd name="T99" fmla="*/ 12 h 30"/>
                <a:gd name="T100" fmla="*/ 7 w 20"/>
                <a:gd name="T101" fmla="*/ 14 h 30"/>
                <a:gd name="T102" fmla="*/ 7 w 20"/>
                <a:gd name="T103" fmla="*/ 15 h 30"/>
                <a:gd name="T104" fmla="*/ 7 w 20"/>
                <a:gd name="T105" fmla="*/ 16 h 30"/>
                <a:gd name="T106" fmla="*/ 11 w 20"/>
                <a:gd name="T107" fmla="*/ 16 h 30"/>
                <a:gd name="T108" fmla="*/ 14 w 20"/>
                <a:gd name="T109" fmla="*/ 19 h 30"/>
                <a:gd name="T110" fmla="*/ 13 w 20"/>
                <a:gd name="T111" fmla="*/ 22 h 30"/>
                <a:gd name="T112" fmla="*/ 11 w 20"/>
                <a:gd name="T113" fmla="*/ 24 h 30"/>
                <a:gd name="T114" fmla="*/ 4 w 20"/>
                <a:gd name="T115" fmla="*/ 23 h 30"/>
                <a:gd name="T116" fmla="*/ 3 w 20"/>
                <a:gd name="T11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" h="30">
                  <a:moveTo>
                    <a:pt x="10" y="30"/>
                  </a:moveTo>
                  <a:cubicBezTo>
                    <a:pt x="8" y="30"/>
                    <a:pt x="4" y="30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1" y="25"/>
                    <a:pt x="1" y="23"/>
                    <a:pt x="2" y="21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6" y="21"/>
                    <a:pt x="8" y="22"/>
                    <a:pt x="10" y="21"/>
                  </a:cubicBezTo>
                  <a:cubicBezTo>
                    <a:pt x="10" y="21"/>
                    <a:pt x="11" y="21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9" y="18"/>
                    <a:pt x="7" y="18"/>
                    <a:pt x="6" y="18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4" y="18"/>
                    <a:pt x="4" y="18"/>
                    <a:pt x="4" y="17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4" y="14"/>
                    <a:pt x="4" y="13"/>
                    <a:pt x="4" y="12"/>
                  </a:cubicBezTo>
                  <a:cubicBezTo>
                    <a:pt x="4" y="12"/>
                    <a:pt x="4" y="11"/>
                    <a:pt x="5" y="11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9" y="11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7" y="8"/>
                  </a:cubicBezTo>
                  <a:cubicBezTo>
                    <a:pt x="6" y="8"/>
                    <a:pt x="5" y="9"/>
                    <a:pt x="4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1" y="8"/>
                    <a:pt x="1" y="8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2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2" y="0"/>
                    <a:pt x="15" y="1"/>
                    <a:pt x="16" y="3"/>
                  </a:cubicBezTo>
                  <a:cubicBezTo>
                    <a:pt x="17" y="4"/>
                    <a:pt x="18" y="6"/>
                    <a:pt x="18" y="8"/>
                  </a:cubicBezTo>
                  <a:cubicBezTo>
                    <a:pt x="18" y="10"/>
                    <a:pt x="17" y="12"/>
                    <a:pt x="15" y="13"/>
                  </a:cubicBezTo>
                  <a:cubicBezTo>
                    <a:pt x="19" y="15"/>
                    <a:pt x="20" y="18"/>
                    <a:pt x="20" y="21"/>
                  </a:cubicBezTo>
                  <a:cubicBezTo>
                    <a:pt x="20" y="27"/>
                    <a:pt x="16" y="29"/>
                    <a:pt x="13" y="29"/>
                  </a:cubicBezTo>
                  <a:cubicBezTo>
                    <a:pt x="12" y="30"/>
                    <a:pt x="11" y="30"/>
                    <a:pt x="10" y="30"/>
                  </a:cubicBezTo>
                  <a:close/>
                  <a:moveTo>
                    <a:pt x="3" y="26"/>
                  </a:moveTo>
                  <a:cubicBezTo>
                    <a:pt x="5" y="27"/>
                    <a:pt x="7" y="27"/>
                    <a:pt x="10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5" y="26"/>
                    <a:pt x="17" y="25"/>
                    <a:pt x="18" y="21"/>
                  </a:cubicBezTo>
                  <a:cubicBezTo>
                    <a:pt x="18" y="19"/>
                    <a:pt x="16" y="16"/>
                    <a:pt x="12" y="15"/>
                  </a:cubicBezTo>
                  <a:cubicBezTo>
                    <a:pt x="12" y="15"/>
                    <a:pt x="12" y="14"/>
                    <a:pt x="11" y="14"/>
                  </a:cubicBezTo>
                  <a:cubicBezTo>
                    <a:pt x="11" y="13"/>
                    <a:pt x="12" y="13"/>
                    <a:pt x="12" y="13"/>
                  </a:cubicBezTo>
                  <a:cubicBezTo>
                    <a:pt x="13" y="12"/>
                    <a:pt x="15" y="10"/>
                    <a:pt x="15" y="8"/>
                  </a:cubicBezTo>
                  <a:cubicBezTo>
                    <a:pt x="15" y="7"/>
                    <a:pt x="15" y="6"/>
                    <a:pt x="14" y="5"/>
                  </a:cubicBezTo>
                  <a:cubicBezTo>
                    <a:pt x="13" y="4"/>
                    <a:pt x="12" y="3"/>
                    <a:pt x="10" y="3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11" y="6"/>
                    <a:pt x="12" y="8"/>
                    <a:pt x="12" y="9"/>
                  </a:cubicBezTo>
                  <a:cubicBezTo>
                    <a:pt x="12" y="10"/>
                    <a:pt x="12" y="11"/>
                    <a:pt x="11" y="12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10" y="15"/>
                    <a:pt x="11" y="16"/>
                  </a:cubicBezTo>
                  <a:cubicBezTo>
                    <a:pt x="12" y="17"/>
                    <a:pt x="13" y="18"/>
                    <a:pt x="14" y="19"/>
                  </a:cubicBezTo>
                  <a:cubicBezTo>
                    <a:pt x="14" y="20"/>
                    <a:pt x="14" y="21"/>
                    <a:pt x="13" y="22"/>
                  </a:cubicBezTo>
                  <a:cubicBezTo>
                    <a:pt x="12" y="23"/>
                    <a:pt x="12" y="23"/>
                    <a:pt x="11" y="24"/>
                  </a:cubicBezTo>
                  <a:cubicBezTo>
                    <a:pt x="8" y="24"/>
                    <a:pt x="6" y="24"/>
                    <a:pt x="4" y="23"/>
                  </a:cubicBezTo>
                  <a:cubicBezTo>
                    <a:pt x="4" y="24"/>
                    <a:pt x="3" y="25"/>
                    <a:pt x="3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453"/>
            <p:cNvSpPr>
              <a:spLocks noEditPoints="1"/>
            </p:cNvSpPr>
            <p:nvPr/>
          </p:nvSpPr>
          <p:spPr bwMode="auto">
            <a:xfrm>
              <a:off x="3166538" y="4135790"/>
              <a:ext cx="90488" cy="112713"/>
            </a:xfrm>
            <a:custGeom>
              <a:avLst/>
              <a:gdLst>
                <a:gd name="T0" fmla="*/ 11 w 24"/>
                <a:gd name="T1" fmla="*/ 29 h 30"/>
                <a:gd name="T2" fmla="*/ 11 w 24"/>
                <a:gd name="T3" fmla="*/ 23 h 30"/>
                <a:gd name="T4" fmla="*/ 8 w 24"/>
                <a:gd name="T5" fmla="*/ 21 h 30"/>
                <a:gd name="T6" fmla="*/ 0 w 24"/>
                <a:gd name="T7" fmla="*/ 20 h 30"/>
                <a:gd name="T8" fmla="*/ 12 w 24"/>
                <a:gd name="T9" fmla="*/ 1 h 30"/>
                <a:gd name="T10" fmla="*/ 15 w 24"/>
                <a:gd name="T11" fmla="*/ 1 h 30"/>
                <a:gd name="T12" fmla="*/ 19 w 24"/>
                <a:gd name="T13" fmla="*/ 1 h 30"/>
                <a:gd name="T14" fmla="*/ 19 w 24"/>
                <a:gd name="T15" fmla="*/ 7 h 30"/>
                <a:gd name="T16" fmla="*/ 21 w 24"/>
                <a:gd name="T17" fmla="*/ 14 h 30"/>
                <a:gd name="T18" fmla="*/ 24 w 24"/>
                <a:gd name="T19" fmla="*/ 14 h 30"/>
                <a:gd name="T20" fmla="*/ 24 w 24"/>
                <a:gd name="T21" fmla="*/ 20 h 30"/>
                <a:gd name="T22" fmla="*/ 19 w 24"/>
                <a:gd name="T23" fmla="*/ 21 h 30"/>
                <a:gd name="T24" fmla="*/ 19 w 24"/>
                <a:gd name="T25" fmla="*/ 28 h 30"/>
                <a:gd name="T26" fmla="*/ 12 w 24"/>
                <a:gd name="T27" fmla="*/ 30 h 30"/>
                <a:gd name="T28" fmla="*/ 14 w 24"/>
                <a:gd name="T29" fmla="*/ 23 h 30"/>
                <a:gd name="T30" fmla="*/ 16 w 24"/>
                <a:gd name="T31" fmla="*/ 27 h 30"/>
                <a:gd name="T32" fmla="*/ 16 w 24"/>
                <a:gd name="T33" fmla="*/ 20 h 30"/>
                <a:gd name="T34" fmla="*/ 18 w 24"/>
                <a:gd name="T35" fmla="*/ 19 h 30"/>
                <a:gd name="T36" fmla="*/ 22 w 24"/>
                <a:gd name="T37" fmla="*/ 16 h 30"/>
                <a:gd name="T38" fmla="*/ 17 w 24"/>
                <a:gd name="T39" fmla="*/ 16 h 30"/>
                <a:gd name="T40" fmla="*/ 17 w 24"/>
                <a:gd name="T41" fmla="*/ 7 h 30"/>
                <a:gd name="T42" fmla="*/ 15 w 24"/>
                <a:gd name="T43" fmla="*/ 3 h 30"/>
                <a:gd name="T44" fmla="*/ 13 w 24"/>
                <a:gd name="T45" fmla="*/ 3 h 30"/>
                <a:gd name="T46" fmla="*/ 3 w 24"/>
                <a:gd name="T47" fmla="*/ 19 h 30"/>
                <a:gd name="T48" fmla="*/ 12 w 24"/>
                <a:gd name="T49" fmla="*/ 19 h 30"/>
                <a:gd name="T50" fmla="*/ 13 w 24"/>
                <a:gd name="T51" fmla="*/ 19 h 30"/>
                <a:gd name="T52" fmla="*/ 13 w 24"/>
                <a:gd name="T53" fmla="*/ 16 h 30"/>
                <a:gd name="T54" fmla="*/ 6 w 24"/>
                <a:gd name="T55" fmla="*/ 15 h 30"/>
                <a:gd name="T56" fmla="*/ 12 w 24"/>
                <a:gd name="T57" fmla="*/ 7 h 30"/>
                <a:gd name="T58" fmla="*/ 15 w 24"/>
                <a:gd name="T59" fmla="*/ 8 h 30"/>
                <a:gd name="T60" fmla="*/ 14 w 24"/>
                <a:gd name="T61" fmla="*/ 15 h 30"/>
                <a:gd name="T62" fmla="*/ 10 w 24"/>
                <a:gd name="T63" fmla="*/ 13 h 30"/>
                <a:gd name="T64" fmla="*/ 12 w 24"/>
                <a:gd name="T65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30">
                  <a:moveTo>
                    <a:pt x="12" y="30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8"/>
                  </a:cubicBezTo>
                  <a:cubicBezTo>
                    <a:pt x="11" y="26"/>
                    <a:pt x="11" y="24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9" y="21"/>
                    <a:pt x="8" y="21"/>
                  </a:cubicBezTo>
                  <a:cubicBezTo>
                    <a:pt x="6" y="21"/>
                    <a:pt x="4" y="21"/>
                    <a:pt x="2" y="21"/>
                  </a:cubicBezTo>
                  <a:cubicBezTo>
                    <a:pt x="1" y="21"/>
                    <a:pt x="1" y="21"/>
                    <a:pt x="0" y="20"/>
                  </a:cubicBezTo>
                  <a:cubicBezTo>
                    <a:pt x="0" y="19"/>
                    <a:pt x="0" y="18"/>
                    <a:pt x="0" y="16"/>
                  </a:cubicBezTo>
                  <a:cubicBezTo>
                    <a:pt x="1" y="14"/>
                    <a:pt x="8" y="5"/>
                    <a:pt x="12" y="1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8" y="1"/>
                    <a:pt x="18" y="1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2"/>
                  </a:cubicBezTo>
                  <a:cubicBezTo>
                    <a:pt x="20" y="4"/>
                    <a:pt x="20" y="5"/>
                    <a:pt x="19" y="7"/>
                  </a:cubicBezTo>
                  <a:cubicBezTo>
                    <a:pt x="19" y="9"/>
                    <a:pt x="19" y="11"/>
                    <a:pt x="19" y="14"/>
                  </a:cubicBezTo>
                  <a:cubicBezTo>
                    <a:pt x="20" y="14"/>
                    <a:pt x="21" y="14"/>
                    <a:pt x="21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4"/>
                    <a:pt x="24" y="14"/>
                    <a:pt x="24" y="14"/>
                  </a:cubicBezTo>
                  <a:cubicBezTo>
                    <a:pt x="24" y="14"/>
                    <a:pt x="24" y="15"/>
                    <a:pt x="24" y="1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1"/>
                    <a:pt x="24" y="21"/>
                    <a:pt x="23" y="21"/>
                  </a:cubicBezTo>
                  <a:cubicBezTo>
                    <a:pt x="22" y="21"/>
                    <a:pt x="20" y="21"/>
                    <a:pt x="19" y="21"/>
                  </a:cubicBezTo>
                  <a:cubicBezTo>
                    <a:pt x="19" y="23"/>
                    <a:pt x="19" y="25"/>
                    <a:pt x="19" y="26"/>
                  </a:cubicBezTo>
                  <a:cubicBezTo>
                    <a:pt x="19" y="27"/>
                    <a:pt x="18" y="28"/>
                    <a:pt x="19" y="28"/>
                  </a:cubicBezTo>
                  <a:cubicBezTo>
                    <a:pt x="19" y="29"/>
                    <a:pt x="18" y="29"/>
                    <a:pt x="17" y="29"/>
                  </a:cubicBezTo>
                  <a:lnTo>
                    <a:pt x="12" y="30"/>
                  </a:lnTo>
                  <a:close/>
                  <a:moveTo>
                    <a:pt x="14" y="20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14" y="24"/>
                    <a:pt x="14" y="25"/>
                    <a:pt x="14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5"/>
                    <a:pt x="16" y="22"/>
                    <a:pt x="16" y="20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9"/>
                    <a:pt x="17" y="18"/>
                    <a:pt x="18" y="19"/>
                  </a:cubicBezTo>
                  <a:cubicBezTo>
                    <a:pt x="19" y="19"/>
                    <a:pt x="20" y="19"/>
                    <a:pt x="22" y="1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0" y="16"/>
                    <a:pt x="20" y="16"/>
                    <a:pt x="19" y="16"/>
                  </a:cubicBezTo>
                  <a:cubicBezTo>
                    <a:pt x="18" y="16"/>
                    <a:pt x="18" y="16"/>
                    <a:pt x="17" y="16"/>
                  </a:cubicBezTo>
                  <a:cubicBezTo>
                    <a:pt x="17" y="15"/>
                    <a:pt x="16" y="15"/>
                    <a:pt x="16" y="14"/>
                  </a:cubicBezTo>
                  <a:cubicBezTo>
                    <a:pt x="16" y="11"/>
                    <a:pt x="17" y="9"/>
                    <a:pt x="17" y="7"/>
                  </a:cubicBezTo>
                  <a:cubicBezTo>
                    <a:pt x="17" y="6"/>
                    <a:pt x="17" y="5"/>
                    <a:pt x="17" y="3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7"/>
                    <a:pt x="3" y="15"/>
                    <a:pt x="3" y="17"/>
                  </a:cubicBezTo>
                  <a:cubicBezTo>
                    <a:pt x="3" y="17"/>
                    <a:pt x="3" y="18"/>
                    <a:pt x="3" y="19"/>
                  </a:cubicBezTo>
                  <a:cubicBezTo>
                    <a:pt x="5" y="19"/>
                    <a:pt x="6" y="19"/>
                    <a:pt x="8" y="19"/>
                  </a:cubicBezTo>
                  <a:cubicBezTo>
                    <a:pt x="9" y="19"/>
                    <a:pt x="11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4" y="19"/>
                    <a:pt x="14" y="20"/>
                  </a:cubicBezTo>
                  <a:close/>
                  <a:moveTo>
                    <a:pt x="13" y="16"/>
                  </a:moveTo>
                  <a:cubicBezTo>
                    <a:pt x="11" y="16"/>
                    <a:pt x="9" y="16"/>
                    <a:pt x="7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8" y="12"/>
                    <a:pt x="10" y="9"/>
                    <a:pt x="12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5" y="7"/>
                    <a:pt x="15" y="8"/>
                    <a:pt x="15" y="8"/>
                  </a:cubicBezTo>
                  <a:cubicBezTo>
                    <a:pt x="15" y="9"/>
                    <a:pt x="15" y="10"/>
                    <a:pt x="14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6"/>
                    <a:pt x="13" y="16"/>
                  </a:cubicBezTo>
                  <a:close/>
                  <a:moveTo>
                    <a:pt x="10" y="13"/>
                  </a:moveTo>
                  <a:cubicBezTo>
                    <a:pt x="11" y="13"/>
                    <a:pt x="11" y="13"/>
                    <a:pt x="12" y="13"/>
                  </a:cubicBezTo>
                  <a:cubicBezTo>
                    <a:pt x="12" y="13"/>
                    <a:pt x="12" y="12"/>
                    <a:pt x="12" y="11"/>
                  </a:cubicBezTo>
                  <a:cubicBezTo>
                    <a:pt x="11" y="12"/>
                    <a:pt x="11" y="13"/>
                    <a:pt x="10" y="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8" name="任意多边形 88"/>
          <p:cNvSpPr/>
          <p:nvPr/>
        </p:nvSpPr>
        <p:spPr>
          <a:xfrm>
            <a:off x="1120693" y="433718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任意多边形 88"/>
          <p:cNvSpPr/>
          <p:nvPr/>
        </p:nvSpPr>
        <p:spPr>
          <a:xfrm>
            <a:off x="1596484" y="490095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任意多边形 88"/>
          <p:cNvSpPr/>
          <p:nvPr/>
        </p:nvSpPr>
        <p:spPr>
          <a:xfrm>
            <a:off x="2206226" y="5464725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任意多边形 88"/>
          <p:cNvSpPr/>
          <p:nvPr/>
        </p:nvSpPr>
        <p:spPr>
          <a:xfrm>
            <a:off x="2774210" y="6009359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1611355" y="3889290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控制任务：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145697" y="4530202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控制装置：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695980" y="5094231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受控对象：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320490" y="5598696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被控量：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6" name="Text Box 5"/>
          <p:cNvSpPr txBox="1"/>
          <p:nvPr/>
        </p:nvSpPr>
        <p:spPr>
          <a:xfrm>
            <a:off x="3479870" y="3920740"/>
            <a:ext cx="35052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维持水箱内水位恒定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7" name="Text Box 7"/>
          <p:cNvSpPr txBox="1"/>
          <p:nvPr/>
        </p:nvSpPr>
        <p:spPr>
          <a:xfrm>
            <a:off x="3889945" y="4461899"/>
            <a:ext cx="32766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气动阀门、控制器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8" name="Text Box 9"/>
          <p:cNvSpPr txBox="1"/>
          <p:nvPr/>
        </p:nvSpPr>
        <p:spPr>
          <a:xfrm>
            <a:off x="4550266" y="5025669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水箱、供水系统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29" name="Text Box 11"/>
          <p:cNvSpPr txBox="1"/>
          <p:nvPr/>
        </p:nvSpPr>
        <p:spPr>
          <a:xfrm>
            <a:off x="5080598" y="5626781"/>
            <a:ext cx="3276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水箱内水位的高度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 animBg="1"/>
      <p:bldP spid="121" grpId="0" animBg="1"/>
      <p:bldP spid="126" grpId="0"/>
      <p:bldP spid="127" grpId="0"/>
      <p:bldP spid="128" grpId="0"/>
      <p:bldP spid="1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812078" y="944503"/>
          <a:ext cx="8539902" cy="281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" r:id="rId1" imgW="4328160" imgH="2503805" progId="Visio.Drawing.6">
                  <p:embed/>
                </p:oleObj>
              </mc:Choice>
              <mc:Fallback>
                <p:oleObj name="" r:id="rId1" imgW="4328160" imgH="2503805" progId="Visio.Drawing.6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2078" y="944503"/>
                        <a:ext cx="8539902" cy="281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文本框 145413"/>
          <p:cNvSpPr txBox="1"/>
          <p:nvPr/>
        </p:nvSpPr>
        <p:spPr>
          <a:xfrm>
            <a:off x="1116013" y="27305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-84501" y="4132278"/>
            <a:ext cx="2803712" cy="2847236"/>
            <a:chOff x="2823465" y="3740152"/>
            <a:chExt cx="585788" cy="536576"/>
          </a:xfrm>
        </p:grpSpPr>
        <p:sp>
          <p:nvSpPr>
            <p:cNvPr id="99" name="Freeform 434"/>
            <p:cNvSpPr/>
            <p:nvPr/>
          </p:nvSpPr>
          <p:spPr bwMode="auto">
            <a:xfrm>
              <a:off x="2829815" y="3803652"/>
              <a:ext cx="511175" cy="473075"/>
            </a:xfrm>
            <a:custGeom>
              <a:avLst/>
              <a:gdLst>
                <a:gd name="T0" fmla="*/ 134 w 136"/>
                <a:gd name="T1" fmla="*/ 126 h 126"/>
                <a:gd name="T2" fmla="*/ 132 w 136"/>
                <a:gd name="T3" fmla="*/ 125 h 126"/>
                <a:gd name="T4" fmla="*/ 130 w 136"/>
                <a:gd name="T5" fmla="*/ 92 h 126"/>
                <a:gd name="T6" fmla="*/ 108 w 136"/>
                <a:gd name="T7" fmla="*/ 92 h 126"/>
                <a:gd name="T8" fmla="*/ 107 w 136"/>
                <a:gd name="T9" fmla="*/ 91 h 126"/>
                <a:gd name="T10" fmla="*/ 106 w 136"/>
                <a:gd name="T11" fmla="*/ 76 h 126"/>
                <a:gd name="T12" fmla="*/ 105 w 136"/>
                <a:gd name="T13" fmla="*/ 69 h 126"/>
                <a:gd name="T14" fmla="*/ 81 w 136"/>
                <a:gd name="T15" fmla="*/ 69 h 126"/>
                <a:gd name="T16" fmla="*/ 80 w 136"/>
                <a:gd name="T17" fmla="*/ 69 h 126"/>
                <a:gd name="T18" fmla="*/ 79 w 136"/>
                <a:gd name="T19" fmla="*/ 68 h 126"/>
                <a:gd name="T20" fmla="*/ 79 w 136"/>
                <a:gd name="T21" fmla="*/ 56 h 126"/>
                <a:gd name="T22" fmla="*/ 78 w 136"/>
                <a:gd name="T23" fmla="*/ 45 h 126"/>
                <a:gd name="T24" fmla="*/ 55 w 136"/>
                <a:gd name="T25" fmla="*/ 46 h 126"/>
                <a:gd name="T26" fmla="*/ 54 w 136"/>
                <a:gd name="T27" fmla="*/ 46 h 126"/>
                <a:gd name="T28" fmla="*/ 54 w 136"/>
                <a:gd name="T29" fmla="*/ 45 h 126"/>
                <a:gd name="T30" fmla="*/ 53 w 136"/>
                <a:gd name="T31" fmla="*/ 42 h 126"/>
                <a:gd name="T32" fmla="*/ 52 w 136"/>
                <a:gd name="T33" fmla="*/ 25 h 126"/>
                <a:gd name="T34" fmla="*/ 31 w 136"/>
                <a:gd name="T35" fmla="*/ 24 h 126"/>
                <a:gd name="T36" fmla="*/ 29 w 136"/>
                <a:gd name="T37" fmla="*/ 24 h 126"/>
                <a:gd name="T38" fmla="*/ 29 w 136"/>
                <a:gd name="T39" fmla="*/ 23 h 126"/>
                <a:gd name="T40" fmla="*/ 28 w 136"/>
                <a:gd name="T41" fmla="*/ 9 h 126"/>
                <a:gd name="T42" fmla="*/ 27 w 136"/>
                <a:gd name="T43" fmla="*/ 4 h 126"/>
                <a:gd name="T44" fmla="*/ 12 w 136"/>
                <a:gd name="T45" fmla="*/ 4 h 126"/>
                <a:gd name="T46" fmla="*/ 1 w 136"/>
                <a:gd name="T47" fmla="*/ 4 h 126"/>
                <a:gd name="T48" fmla="*/ 0 w 136"/>
                <a:gd name="T49" fmla="*/ 2 h 126"/>
                <a:gd name="T50" fmla="*/ 1 w 136"/>
                <a:gd name="T51" fmla="*/ 1 h 126"/>
                <a:gd name="T52" fmla="*/ 12 w 136"/>
                <a:gd name="T53" fmla="*/ 0 h 126"/>
                <a:gd name="T54" fmla="*/ 29 w 136"/>
                <a:gd name="T55" fmla="*/ 1 h 126"/>
                <a:gd name="T56" fmla="*/ 30 w 136"/>
                <a:gd name="T57" fmla="*/ 2 h 126"/>
                <a:gd name="T58" fmla="*/ 31 w 136"/>
                <a:gd name="T59" fmla="*/ 9 h 126"/>
                <a:gd name="T60" fmla="*/ 32 w 136"/>
                <a:gd name="T61" fmla="*/ 21 h 126"/>
                <a:gd name="T62" fmla="*/ 55 w 136"/>
                <a:gd name="T63" fmla="*/ 22 h 126"/>
                <a:gd name="T64" fmla="*/ 56 w 136"/>
                <a:gd name="T65" fmla="*/ 24 h 126"/>
                <a:gd name="T66" fmla="*/ 57 w 136"/>
                <a:gd name="T67" fmla="*/ 42 h 126"/>
                <a:gd name="T68" fmla="*/ 57 w 136"/>
                <a:gd name="T69" fmla="*/ 43 h 126"/>
                <a:gd name="T70" fmla="*/ 79 w 136"/>
                <a:gd name="T71" fmla="*/ 42 h 126"/>
                <a:gd name="T72" fmla="*/ 81 w 136"/>
                <a:gd name="T73" fmla="*/ 44 h 126"/>
                <a:gd name="T74" fmla="*/ 82 w 136"/>
                <a:gd name="T75" fmla="*/ 56 h 126"/>
                <a:gd name="T76" fmla="*/ 83 w 136"/>
                <a:gd name="T77" fmla="*/ 66 h 126"/>
                <a:gd name="T78" fmla="*/ 107 w 136"/>
                <a:gd name="T79" fmla="*/ 66 h 126"/>
                <a:gd name="T80" fmla="*/ 108 w 136"/>
                <a:gd name="T81" fmla="*/ 67 h 126"/>
                <a:gd name="T82" fmla="*/ 109 w 136"/>
                <a:gd name="T83" fmla="*/ 76 h 126"/>
                <a:gd name="T84" fmla="*/ 110 w 136"/>
                <a:gd name="T85" fmla="*/ 89 h 126"/>
                <a:gd name="T86" fmla="*/ 131 w 136"/>
                <a:gd name="T87" fmla="*/ 88 h 126"/>
                <a:gd name="T88" fmla="*/ 133 w 136"/>
                <a:gd name="T89" fmla="*/ 90 h 126"/>
                <a:gd name="T90" fmla="*/ 136 w 136"/>
                <a:gd name="T91" fmla="*/ 125 h 126"/>
                <a:gd name="T92" fmla="*/ 134 w 136"/>
                <a:gd name="T9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6" h="126">
                  <a:moveTo>
                    <a:pt x="134" y="126"/>
                  </a:moveTo>
                  <a:cubicBezTo>
                    <a:pt x="133" y="126"/>
                    <a:pt x="132" y="126"/>
                    <a:pt x="132" y="125"/>
                  </a:cubicBezTo>
                  <a:cubicBezTo>
                    <a:pt x="130" y="92"/>
                    <a:pt x="130" y="92"/>
                    <a:pt x="130" y="92"/>
                  </a:cubicBezTo>
                  <a:cubicBezTo>
                    <a:pt x="121" y="92"/>
                    <a:pt x="118" y="92"/>
                    <a:pt x="108" y="92"/>
                  </a:cubicBezTo>
                  <a:cubicBezTo>
                    <a:pt x="107" y="92"/>
                    <a:pt x="107" y="91"/>
                    <a:pt x="107" y="91"/>
                  </a:cubicBezTo>
                  <a:cubicBezTo>
                    <a:pt x="106" y="84"/>
                    <a:pt x="106" y="80"/>
                    <a:pt x="106" y="76"/>
                  </a:cubicBezTo>
                  <a:cubicBezTo>
                    <a:pt x="105" y="74"/>
                    <a:pt x="105" y="72"/>
                    <a:pt x="105" y="69"/>
                  </a:cubicBezTo>
                  <a:cubicBezTo>
                    <a:pt x="95" y="68"/>
                    <a:pt x="92" y="68"/>
                    <a:pt x="81" y="69"/>
                  </a:cubicBezTo>
                  <a:cubicBezTo>
                    <a:pt x="81" y="69"/>
                    <a:pt x="80" y="69"/>
                    <a:pt x="80" y="69"/>
                  </a:cubicBezTo>
                  <a:cubicBezTo>
                    <a:pt x="80" y="69"/>
                    <a:pt x="79" y="68"/>
                    <a:pt x="79" y="68"/>
                  </a:cubicBezTo>
                  <a:cubicBezTo>
                    <a:pt x="79" y="63"/>
                    <a:pt x="79" y="59"/>
                    <a:pt x="79" y="56"/>
                  </a:cubicBezTo>
                  <a:cubicBezTo>
                    <a:pt x="78" y="53"/>
                    <a:pt x="78" y="50"/>
                    <a:pt x="78" y="45"/>
                  </a:cubicBezTo>
                  <a:cubicBezTo>
                    <a:pt x="70" y="45"/>
                    <a:pt x="64" y="45"/>
                    <a:pt x="55" y="46"/>
                  </a:cubicBezTo>
                  <a:cubicBezTo>
                    <a:pt x="55" y="46"/>
                    <a:pt x="55" y="46"/>
                    <a:pt x="54" y="46"/>
                  </a:cubicBezTo>
                  <a:cubicBezTo>
                    <a:pt x="54" y="46"/>
                    <a:pt x="54" y="45"/>
                    <a:pt x="54" y="45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35"/>
                    <a:pt x="52" y="33"/>
                    <a:pt x="52" y="25"/>
                  </a:cubicBezTo>
                  <a:cubicBezTo>
                    <a:pt x="45" y="23"/>
                    <a:pt x="38" y="23"/>
                    <a:pt x="31" y="24"/>
                  </a:cubicBezTo>
                  <a:cubicBezTo>
                    <a:pt x="30" y="24"/>
                    <a:pt x="30" y="24"/>
                    <a:pt x="29" y="24"/>
                  </a:cubicBezTo>
                  <a:cubicBezTo>
                    <a:pt x="29" y="24"/>
                    <a:pt x="29" y="23"/>
                    <a:pt x="29" y="23"/>
                  </a:cubicBezTo>
                  <a:cubicBezTo>
                    <a:pt x="29" y="17"/>
                    <a:pt x="28" y="14"/>
                    <a:pt x="28" y="9"/>
                  </a:cubicBezTo>
                  <a:cubicBezTo>
                    <a:pt x="27" y="8"/>
                    <a:pt x="27" y="6"/>
                    <a:pt x="27" y="4"/>
                  </a:cubicBezTo>
                  <a:cubicBezTo>
                    <a:pt x="22" y="3"/>
                    <a:pt x="17" y="4"/>
                    <a:pt x="12" y="4"/>
                  </a:cubicBezTo>
                  <a:cubicBezTo>
                    <a:pt x="8" y="4"/>
                    <a:pt x="5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8" y="0"/>
                    <a:pt x="23" y="0"/>
                    <a:pt x="29" y="1"/>
                  </a:cubicBezTo>
                  <a:cubicBezTo>
                    <a:pt x="29" y="1"/>
                    <a:pt x="30" y="1"/>
                    <a:pt x="30" y="2"/>
                  </a:cubicBezTo>
                  <a:cubicBezTo>
                    <a:pt x="30" y="5"/>
                    <a:pt x="31" y="7"/>
                    <a:pt x="31" y="9"/>
                  </a:cubicBezTo>
                  <a:cubicBezTo>
                    <a:pt x="31" y="13"/>
                    <a:pt x="32" y="16"/>
                    <a:pt x="32" y="21"/>
                  </a:cubicBezTo>
                  <a:cubicBezTo>
                    <a:pt x="40" y="20"/>
                    <a:pt x="46" y="20"/>
                    <a:pt x="55" y="22"/>
                  </a:cubicBezTo>
                  <a:cubicBezTo>
                    <a:pt x="55" y="23"/>
                    <a:pt x="56" y="23"/>
                    <a:pt x="56" y="24"/>
                  </a:cubicBezTo>
                  <a:cubicBezTo>
                    <a:pt x="55" y="33"/>
                    <a:pt x="56" y="35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1"/>
                    <a:pt x="71" y="41"/>
                    <a:pt x="79" y="42"/>
                  </a:cubicBezTo>
                  <a:cubicBezTo>
                    <a:pt x="80" y="42"/>
                    <a:pt x="81" y="43"/>
                    <a:pt x="81" y="44"/>
                  </a:cubicBezTo>
                  <a:cubicBezTo>
                    <a:pt x="81" y="49"/>
                    <a:pt x="81" y="52"/>
                    <a:pt x="82" y="56"/>
                  </a:cubicBezTo>
                  <a:cubicBezTo>
                    <a:pt x="82" y="59"/>
                    <a:pt x="82" y="62"/>
                    <a:pt x="83" y="66"/>
                  </a:cubicBezTo>
                  <a:cubicBezTo>
                    <a:pt x="92" y="65"/>
                    <a:pt x="96" y="65"/>
                    <a:pt x="107" y="66"/>
                  </a:cubicBezTo>
                  <a:cubicBezTo>
                    <a:pt x="108" y="66"/>
                    <a:pt x="108" y="67"/>
                    <a:pt x="108" y="67"/>
                  </a:cubicBezTo>
                  <a:cubicBezTo>
                    <a:pt x="108" y="71"/>
                    <a:pt x="109" y="73"/>
                    <a:pt x="109" y="76"/>
                  </a:cubicBezTo>
                  <a:cubicBezTo>
                    <a:pt x="109" y="80"/>
                    <a:pt x="110" y="83"/>
                    <a:pt x="110" y="89"/>
                  </a:cubicBezTo>
                  <a:cubicBezTo>
                    <a:pt x="119" y="89"/>
                    <a:pt x="122" y="89"/>
                    <a:pt x="131" y="88"/>
                  </a:cubicBezTo>
                  <a:cubicBezTo>
                    <a:pt x="132" y="88"/>
                    <a:pt x="133" y="89"/>
                    <a:pt x="133" y="90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5" y="126"/>
                    <a:pt x="134" y="1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435"/>
            <p:cNvSpPr/>
            <p:nvPr/>
          </p:nvSpPr>
          <p:spPr bwMode="auto">
            <a:xfrm>
              <a:off x="2826640" y="3806827"/>
              <a:ext cx="19050" cy="461963"/>
            </a:xfrm>
            <a:custGeom>
              <a:avLst/>
              <a:gdLst>
                <a:gd name="T0" fmla="*/ 2 w 5"/>
                <a:gd name="T1" fmla="*/ 123 h 123"/>
                <a:gd name="T2" fmla="*/ 1 w 5"/>
                <a:gd name="T3" fmla="*/ 122 h 123"/>
                <a:gd name="T4" fmla="*/ 1 w 5"/>
                <a:gd name="T5" fmla="*/ 61 h 123"/>
                <a:gd name="T6" fmla="*/ 1 w 5"/>
                <a:gd name="T7" fmla="*/ 1 h 123"/>
                <a:gd name="T8" fmla="*/ 2 w 5"/>
                <a:gd name="T9" fmla="*/ 0 h 123"/>
                <a:gd name="T10" fmla="*/ 4 w 5"/>
                <a:gd name="T11" fmla="*/ 1 h 123"/>
                <a:gd name="T12" fmla="*/ 4 w 5"/>
                <a:gd name="T13" fmla="*/ 61 h 123"/>
                <a:gd name="T14" fmla="*/ 4 w 5"/>
                <a:gd name="T15" fmla="*/ 122 h 123"/>
                <a:gd name="T16" fmla="*/ 2 w 5"/>
                <a:gd name="T17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23">
                  <a:moveTo>
                    <a:pt x="2" y="123"/>
                  </a:moveTo>
                  <a:cubicBezTo>
                    <a:pt x="1" y="123"/>
                    <a:pt x="1" y="123"/>
                    <a:pt x="1" y="122"/>
                  </a:cubicBezTo>
                  <a:cubicBezTo>
                    <a:pt x="1" y="97"/>
                    <a:pt x="1" y="79"/>
                    <a:pt x="1" y="61"/>
                  </a:cubicBezTo>
                  <a:cubicBezTo>
                    <a:pt x="0" y="44"/>
                    <a:pt x="0" y="26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3" y="26"/>
                    <a:pt x="4" y="44"/>
                    <a:pt x="4" y="61"/>
                  </a:cubicBezTo>
                  <a:cubicBezTo>
                    <a:pt x="4" y="79"/>
                    <a:pt x="5" y="97"/>
                    <a:pt x="4" y="122"/>
                  </a:cubicBezTo>
                  <a:cubicBezTo>
                    <a:pt x="4" y="123"/>
                    <a:pt x="3" y="123"/>
                    <a:pt x="2" y="12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36"/>
            <p:cNvSpPr/>
            <p:nvPr/>
          </p:nvSpPr>
          <p:spPr bwMode="auto">
            <a:xfrm>
              <a:off x="2823465" y="4254503"/>
              <a:ext cx="528638" cy="22225"/>
            </a:xfrm>
            <a:custGeom>
              <a:avLst/>
              <a:gdLst>
                <a:gd name="T0" fmla="*/ 2 w 141"/>
                <a:gd name="T1" fmla="*/ 6 h 6"/>
                <a:gd name="T2" fmla="*/ 0 w 141"/>
                <a:gd name="T3" fmla="*/ 4 h 6"/>
                <a:gd name="T4" fmla="*/ 2 w 141"/>
                <a:gd name="T5" fmla="*/ 3 h 6"/>
                <a:gd name="T6" fmla="*/ 139 w 141"/>
                <a:gd name="T7" fmla="*/ 2 h 6"/>
                <a:gd name="T8" fmla="*/ 141 w 141"/>
                <a:gd name="T9" fmla="*/ 4 h 6"/>
                <a:gd name="T10" fmla="*/ 139 w 141"/>
                <a:gd name="T11" fmla="*/ 5 h 6"/>
                <a:gd name="T12" fmla="*/ 2 w 14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6">
                  <a:moveTo>
                    <a:pt x="2" y="6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54" y="0"/>
                    <a:pt x="88" y="0"/>
                    <a:pt x="139" y="2"/>
                  </a:cubicBezTo>
                  <a:cubicBezTo>
                    <a:pt x="140" y="2"/>
                    <a:pt x="141" y="3"/>
                    <a:pt x="141" y="4"/>
                  </a:cubicBezTo>
                  <a:cubicBezTo>
                    <a:pt x="141" y="5"/>
                    <a:pt x="140" y="5"/>
                    <a:pt x="139" y="5"/>
                  </a:cubicBezTo>
                  <a:cubicBezTo>
                    <a:pt x="88" y="3"/>
                    <a:pt x="54" y="3"/>
                    <a:pt x="2" y="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437"/>
            <p:cNvSpPr/>
            <p:nvPr/>
          </p:nvSpPr>
          <p:spPr bwMode="auto">
            <a:xfrm>
              <a:off x="2829815" y="3740152"/>
              <a:ext cx="196850" cy="77788"/>
            </a:xfrm>
            <a:custGeom>
              <a:avLst/>
              <a:gdLst>
                <a:gd name="T0" fmla="*/ 28 w 52"/>
                <a:gd name="T1" fmla="*/ 21 h 21"/>
                <a:gd name="T2" fmla="*/ 26 w 52"/>
                <a:gd name="T3" fmla="*/ 20 h 21"/>
                <a:gd name="T4" fmla="*/ 27 w 52"/>
                <a:gd name="T5" fmla="*/ 18 h 21"/>
                <a:gd name="T6" fmla="*/ 44 w 52"/>
                <a:gd name="T7" fmla="*/ 4 h 21"/>
                <a:gd name="T8" fmla="*/ 40 w 52"/>
                <a:gd name="T9" fmla="*/ 4 h 21"/>
                <a:gd name="T10" fmla="*/ 25 w 52"/>
                <a:gd name="T11" fmla="*/ 5 h 21"/>
                <a:gd name="T12" fmla="*/ 20 w 52"/>
                <a:gd name="T13" fmla="*/ 8 h 21"/>
                <a:gd name="T14" fmla="*/ 3 w 52"/>
                <a:gd name="T15" fmla="*/ 19 h 21"/>
                <a:gd name="T16" fmla="*/ 0 w 52"/>
                <a:gd name="T17" fmla="*/ 19 h 21"/>
                <a:gd name="T18" fmla="*/ 1 w 52"/>
                <a:gd name="T19" fmla="*/ 16 h 21"/>
                <a:gd name="T20" fmla="*/ 18 w 52"/>
                <a:gd name="T21" fmla="*/ 6 h 21"/>
                <a:gd name="T22" fmla="*/ 24 w 52"/>
                <a:gd name="T23" fmla="*/ 2 h 21"/>
                <a:gd name="T24" fmla="*/ 40 w 52"/>
                <a:gd name="T25" fmla="*/ 1 h 21"/>
                <a:gd name="T26" fmla="*/ 50 w 52"/>
                <a:gd name="T27" fmla="*/ 0 h 21"/>
                <a:gd name="T28" fmla="*/ 52 w 52"/>
                <a:gd name="T29" fmla="*/ 1 h 21"/>
                <a:gd name="T30" fmla="*/ 51 w 52"/>
                <a:gd name="T31" fmla="*/ 3 h 21"/>
                <a:gd name="T32" fmla="*/ 29 w 52"/>
                <a:gd name="T33" fmla="*/ 20 h 21"/>
                <a:gd name="T34" fmla="*/ 28 w 52"/>
                <a:gd name="T3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21">
                  <a:moveTo>
                    <a:pt x="28" y="21"/>
                  </a:moveTo>
                  <a:cubicBezTo>
                    <a:pt x="27" y="21"/>
                    <a:pt x="27" y="20"/>
                    <a:pt x="26" y="20"/>
                  </a:cubicBezTo>
                  <a:cubicBezTo>
                    <a:pt x="26" y="19"/>
                    <a:pt x="26" y="18"/>
                    <a:pt x="27" y="18"/>
                  </a:cubicBezTo>
                  <a:cubicBezTo>
                    <a:pt x="31" y="14"/>
                    <a:pt x="37" y="9"/>
                    <a:pt x="44" y="4"/>
                  </a:cubicBezTo>
                  <a:cubicBezTo>
                    <a:pt x="43" y="4"/>
                    <a:pt x="41" y="4"/>
                    <a:pt x="40" y="4"/>
                  </a:cubicBezTo>
                  <a:cubicBezTo>
                    <a:pt x="34" y="5"/>
                    <a:pt x="28" y="5"/>
                    <a:pt x="25" y="5"/>
                  </a:cubicBezTo>
                  <a:cubicBezTo>
                    <a:pt x="23" y="6"/>
                    <a:pt x="21" y="7"/>
                    <a:pt x="20" y="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4"/>
                    <a:pt x="22" y="3"/>
                    <a:pt x="24" y="2"/>
                  </a:cubicBezTo>
                  <a:cubicBezTo>
                    <a:pt x="28" y="2"/>
                    <a:pt x="33" y="1"/>
                    <a:pt x="40" y="1"/>
                  </a:cubicBezTo>
                  <a:cubicBezTo>
                    <a:pt x="43" y="1"/>
                    <a:pt x="47" y="1"/>
                    <a:pt x="50" y="0"/>
                  </a:cubicBezTo>
                  <a:cubicBezTo>
                    <a:pt x="51" y="0"/>
                    <a:pt x="52" y="1"/>
                    <a:pt x="52" y="1"/>
                  </a:cubicBezTo>
                  <a:cubicBezTo>
                    <a:pt x="52" y="2"/>
                    <a:pt x="52" y="3"/>
                    <a:pt x="51" y="3"/>
                  </a:cubicBezTo>
                  <a:cubicBezTo>
                    <a:pt x="42" y="9"/>
                    <a:pt x="34" y="15"/>
                    <a:pt x="29" y="20"/>
                  </a:cubicBezTo>
                  <a:cubicBezTo>
                    <a:pt x="28" y="20"/>
                    <a:pt x="28" y="21"/>
                    <a:pt x="28" y="2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438"/>
            <p:cNvSpPr/>
            <p:nvPr/>
          </p:nvSpPr>
          <p:spPr bwMode="auto">
            <a:xfrm>
              <a:off x="3010790" y="3740152"/>
              <a:ext cx="15875" cy="96838"/>
            </a:xfrm>
            <a:custGeom>
              <a:avLst/>
              <a:gdLst>
                <a:gd name="T0" fmla="*/ 2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1 w 4"/>
                <a:gd name="T7" fmla="*/ 2 h 26"/>
                <a:gd name="T8" fmla="*/ 2 w 4"/>
                <a:gd name="T9" fmla="*/ 0 h 26"/>
                <a:gd name="T10" fmla="*/ 4 w 4"/>
                <a:gd name="T11" fmla="*/ 2 h 26"/>
                <a:gd name="T12" fmla="*/ 4 w 4"/>
                <a:gd name="T13" fmla="*/ 14 h 26"/>
                <a:gd name="T14" fmla="*/ 3 w 4"/>
                <a:gd name="T15" fmla="*/ 24 h 26"/>
                <a:gd name="T16" fmla="*/ 2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2" y="26"/>
                  </a:moveTo>
                  <a:cubicBezTo>
                    <a:pt x="1" y="26"/>
                    <a:pt x="0" y="25"/>
                    <a:pt x="0" y="24"/>
                  </a:cubicBezTo>
                  <a:cubicBezTo>
                    <a:pt x="0" y="21"/>
                    <a:pt x="0" y="17"/>
                    <a:pt x="0" y="14"/>
                  </a:cubicBezTo>
                  <a:cubicBezTo>
                    <a:pt x="0" y="10"/>
                    <a:pt x="0" y="6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0"/>
                    <a:pt x="4" y="14"/>
                  </a:cubicBezTo>
                  <a:cubicBezTo>
                    <a:pt x="4" y="17"/>
                    <a:pt x="4" y="21"/>
                    <a:pt x="3" y="24"/>
                  </a:cubicBezTo>
                  <a:cubicBezTo>
                    <a:pt x="3" y="25"/>
                    <a:pt x="3" y="26"/>
                    <a:pt x="2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439"/>
            <p:cNvSpPr/>
            <p:nvPr/>
          </p:nvSpPr>
          <p:spPr bwMode="auto">
            <a:xfrm>
              <a:off x="3010790" y="3822702"/>
              <a:ext cx="109538" cy="74613"/>
            </a:xfrm>
            <a:custGeom>
              <a:avLst/>
              <a:gdLst>
                <a:gd name="T0" fmla="*/ 7 w 29"/>
                <a:gd name="T1" fmla="*/ 20 h 20"/>
                <a:gd name="T2" fmla="*/ 6 w 29"/>
                <a:gd name="T3" fmla="*/ 19 h 20"/>
                <a:gd name="T4" fmla="*/ 6 w 29"/>
                <a:gd name="T5" fmla="*/ 17 h 20"/>
                <a:gd name="T6" fmla="*/ 12 w 29"/>
                <a:gd name="T7" fmla="*/ 12 h 20"/>
                <a:gd name="T8" fmla="*/ 21 w 29"/>
                <a:gd name="T9" fmla="*/ 3 h 20"/>
                <a:gd name="T10" fmla="*/ 21 w 29"/>
                <a:gd name="T11" fmla="*/ 3 h 20"/>
                <a:gd name="T12" fmla="*/ 2 w 29"/>
                <a:gd name="T13" fmla="*/ 4 h 20"/>
                <a:gd name="T14" fmla="*/ 0 w 29"/>
                <a:gd name="T15" fmla="*/ 2 h 20"/>
                <a:gd name="T16" fmla="*/ 2 w 29"/>
                <a:gd name="T17" fmla="*/ 1 h 20"/>
                <a:gd name="T18" fmla="*/ 20 w 29"/>
                <a:gd name="T19" fmla="*/ 0 h 20"/>
                <a:gd name="T20" fmla="*/ 27 w 29"/>
                <a:gd name="T21" fmla="*/ 0 h 20"/>
                <a:gd name="T22" fmla="*/ 28 w 29"/>
                <a:gd name="T23" fmla="*/ 1 h 20"/>
                <a:gd name="T24" fmla="*/ 28 w 29"/>
                <a:gd name="T25" fmla="*/ 3 h 20"/>
                <a:gd name="T26" fmla="*/ 14 w 29"/>
                <a:gd name="T27" fmla="*/ 14 h 20"/>
                <a:gd name="T28" fmla="*/ 8 w 29"/>
                <a:gd name="T29" fmla="*/ 20 h 20"/>
                <a:gd name="T30" fmla="*/ 7 w 29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20">
                  <a:moveTo>
                    <a:pt x="7" y="20"/>
                  </a:moveTo>
                  <a:cubicBezTo>
                    <a:pt x="7" y="20"/>
                    <a:pt x="6" y="20"/>
                    <a:pt x="6" y="19"/>
                  </a:cubicBezTo>
                  <a:cubicBezTo>
                    <a:pt x="5" y="19"/>
                    <a:pt x="5" y="18"/>
                    <a:pt x="6" y="17"/>
                  </a:cubicBezTo>
                  <a:cubicBezTo>
                    <a:pt x="8" y="15"/>
                    <a:pt x="10" y="13"/>
                    <a:pt x="12" y="12"/>
                  </a:cubicBezTo>
                  <a:cubicBezTo>
                    <a:pt x="15" y="9"/>
                    <a:pt x="18" y="6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3" y="4"/>
                    <a:pt x="6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6" y="1"/>
                    <a:pt x="13" y="1"/>
                    <a:pt x="20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8" y="0"/>
                    <a:pt x="28" y="0"/>
                    <a:pt x="28" y="1"/>
                  </a:cubicBezTo>
                  <a:cubicBezTo>
                    <a:pt x="29" y="2"/>
                    <a:pt x="28" y="3"/>
                    <a:pt x="28" y="3"/>
                  </a:cubicBezTo>
                  <a:cubicBezTo>
                    <a:pt x="22" y="6"/>
                    <a:pt x="18" y="10"/>
                    <a:pt x="14" y="14"/>
                  </a:cubicBezTo>
                  <a:cubicBezTo>
                    <a:pt x="12" y="16"/>
                    <a:pt x="10" y="18"/>
                    <a:pt x="8" y="20"/>
                  </a:cubicBezTo>
                  <a:cubicBezTo>
                    <a:pt x="8" y="20"/>
                    <a:pt x="7" y="20"/>
                    <a:pt x="7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440"/>
            <p:cNvSpPr/>
            <p:nvPr/>
          </p:nvSpPr>
          <p:spPr bwMode="auto">
            <a:xfrm>
              <a:off x="3104453" y="3822702"/>
              <a:ext cx="15875" cy="96838"/>
            </a:xfrm>
            <a:custGeom>
              <a:avLst/>
              <a:gdLst>
                <a:gd name="T0" fmla="*/ 1 w 4"/>
                <a:gd name="T1" fmla="*/ 26 h 26"/>
                <a:gd name="T2" fmla="*/ 0 w 4"/>
                <a:gd name="T3" fmla="*/ 24 h 26"/>
                <a:gd name="T4" fmla="*/ 0 w 4"/>
                <a:gd name="T5" fmla="*/ 14 h 26"/>
                <a:gd name="T6" fmla="*/ 0 w 4"/>
                <a:gd name="T7" fmla="*/ 1 h 26"/>
                <a:gd name="T8" fmla="*/ 2 w 4"/>
                <a:gd name="T9" fmla="*/ 0 h 26"/>
                <a:gd name="T10" fmla="*/ 3 w 4"/>
                <a:gd name="T11" fmla="*/ 2 h 26"/>
                <a:gd name="T12" fmla="*/ 3 w 4"/>
                <a:gd name="T13" fmla="*/ 14 h 26"/>
                <a:gd name="T14" fmla="*/ 3 w 4"/>
                <a:gd name="T15" fmla="*/ 24 h 26"/>
                <a:gd name="T16" fmla="*/ 1 w 4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6">
                  <a:moveTo>
                    <a:pt x="1" y="26"/>
                  </a:moveTo>
                  <a:cubicBezTo>
                    <a:pt x="0" y="26"/>
                    <a:pt x="0" y="25"/>
                    <a:pt x="0" y="24"/>
                  </a:cubicBezTo>
                  <a:cubicBezTo>
                    <a:pt x="0" y="20"/>
                    <a:pt x="0" y="17"/>
                    <a:pt x="0" y="14"/>
                  </a:cubicBezTo>
                  <a:cubicBezTo>
                    <a:pt x="0" y="9"/>
                    <a:pt x="0" y="5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3" y="2"/>
                  </a:cubicBezTo>
                  <a:cubicBezTo>
                    <a:pt x="3" y="5"/>
                    <a:pt x="3" y="9"/>
                    <a:pt x="3" y="14"/>
                  </a:cubicBezTo>
                  <a:cubicBezTo>
                    <a:pt x="3" y="17"/>
                    <a:pt x="3" y="20"/>
                    <a:pt x="3" y="24"/>
                  </a:cubicBezTo>
                  <a:cubicBezTo>
                    <a:pt x="3" y="25"/>
                    <a:pt x="2" y="26"/>
                    <a:pt x="1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41"/>
            <p:cNvSpPr/>
            <p:nvPr/>
          </p:nvSpPr>
          <p:spPr bwMode="auto">
            <a:xfrm>
              <a:off x="3029840" y="3897315"/>
              <a:ext cx="180975" cy="79375"/>
            </a:xfrm>
            <a:custGeom>
              <a:avLst/>
              <a:gdLst>
                <a:gd name="T0" fmla="*/ 2 w 48"/>
                <a:gd name="T1" fmla="*/ 21 h 21"/>
                <a:gd name="T2" fmla="*/ 1 w 48"/>
                <a:gd name="T3" fmla="*/ 20 h 21"/>
                <a:gd name="T4" fmla="*/ 1 w 48"/>
                <a:gd name="T5" fmla="*/ 18 h 21"/>
                <a:gd name="T6" fmla="*/ 18 w 48"/>
                <a:gd name="T7" fmla="*/ 5 h 21"/>
                <a:gd name="T8" fmla="*/ 23 w 48"/>
                <a:gd name="T9" fmla="*/ 2 h 21"/>
                <a:gd name="T10" fmla="*/ 37 w 48"/>
                <a:gd name="T11" fmla="*/ 1 h 21"/>
                <a:gd name="T12" fmla="*/ 46 w 48"/>
                <a:gd name="T13" fmla="*/ 0 h 21"/>
                <a:gd name="T14" fmla="*/ 48 w 48"/>
                <a:gd name="T15" fmla="*/ 1 h 21"/>
                <a:gd name="T16" fmla="*/ 47 w 48"/>
                <a:gd name="T17" fmla="*/ 3 h 21"/>
                <a:gd name="T18" fmla="*/ 34 w 48"/>
                <a:gd name="T19" fmla="*/ 14 h 21"/>
                <a:gd name="T20" fmla="*/ 28 w 48"/>
                <a:gd name="T21" fmla="*/ 20 h 21"/>
                <a:gd name="T22" fmla="*/ 25 w 48"/>
                <a:gd name="T23" fmla="*/ 20 h 21"/>
                <a:gd name="T24" fmla="*/ 25 w 48"/>
                <a:gd name="T25" fmla="*/ 17 h 21"/>
                <a:gd name="T26" fmla="*/ 31 w 48"/>
                <a:gd name="T27" fmla="*/ 12 h 21"/>
                <a:gd name="T28" fmla="*/ 40 w 48"/>
                <a:gd name="T29" fmla="*/ 4 h 21"/>
                <a:gd name="T30" fmla="*/ 37 w 48"/>
                <a:gd name="T31" fmla="*/ 4 h 21"/>
                <a:gd name="T32" fmla="*/ 24 w 48"/>
                <a:gd name="T33" fmla="*/ 5 h 21"/>
                <a:gd name="T34" fmla="*/ 20 w 48"/>
                <a:gd name="T35" fmla="*/ 7 h 21"/>
                <a:gd name="T36" fmla="*/ 3 w 48"/>
                <a:gd name="T37" fmla="*/ 21 h 21"/>
                <a:gd name="T38" fmla="*/ 2 w 48"/>
                <a:gd name="T3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1">
                  <a:moveTo>
                    <a:pt x="2" y="21"/>
                  </a:moveTo>
                  <a:cubicBezTo>
                    <a:pt x="2" y="21"/>
                    <a:pt x="1" y="21"/>
                    <a:pt x="1" y="20"/>
                  </a:cubicBezTo>
                  <a:cubicBezTo>
                    <a:pt x="0" y="20"/>
                    <a:pt x="1" y="19"/>
                    <a:pt x="1" y="18"/>
                  </a:cubicBezTo>
                  <a:cubicBezTo>
                    <a:pt x="7" y="15"/>
                    <a:pt x="14" y="9"/>
                    <a:pt x="18" y="5"/>
                  </a:cubicBezTo>
                  <a:cubicBezTo>
                    <a:pt x="20" y="3"/>
                    <a:pt x="21" y="3"/>
                    <a:pt x="23" y="2"/>
                  </a:cubicBezTo>
                  <a:cubicBezTo>
                    <a:pt x="26" y="1"/>
                    <a:pt x="32" y="1"/>
                    <a:pt x="37" y="1"/>
                  </a:cubicBezTo>
                  <a:cubicBezTo>
                    <a:pt x="40" y="0"/>
                    <a:pt x="43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20"/>
                  </a:cubicBezTo>
                  <a:cubicBezTo>
                    <a:pt x="27" y="20"/>
                    <a:pt x="26" y="20"/>
                    <a:pt x="25" y="20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4"/>
                    <a:pt x="31" y="12"/>
                  </a:cubicBezTo>
                  <a:cubicBezTo>
                    <a:pt x="34" y="9"/>
                    <a:pt x="37" y="6"/>
                    <a:pt x="40" y="4"/>
                  </a:cubicBezTo>
                  <a:cubicBezTo>
                    <a:pt x="39" y="4"/>
                    <a:pt x="38" y="4"/>
                    <a:pt x="37" y="4"/>
                  </a:cubicBezTo>
                  <a:cubicBezTo>
                    <a:pt x="32" y="4"/>
                    <a:pt x="27" y="4"/>
                    <a:pt x="24" y="5"/>
                  </a:cubicBezTo>
                  <a:cubicBezTo>
                    <a:pt x="22" y="6"/>
                    <a:pt x="21" y="6"/>
                    <a:pt x="20" y="7"/>
                  </a:cubicBezTo>
                  <a:cubicBezTo>
                    <a:pt x="18" y="9"/>
                    <a:pt x="10" y="16"/>
                    <a:pt x="3" y="21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42"/>
            <p:cNvSpPr/>
            <p:nvPr/>
          </p:nvSpPr>
          <p:spPr bwMode="auto">
            <a:xfrm>
              <a:off x="3194940" y="3897315"/>
              <a:ext cx="15875" cy="104775"/>
            </a:xfrm>
            <a:custGeom>
              <a:avLst/>
              <a:gdLst>
                <a:gd name="T0" fmla="*/ 2 w 4"/>
                <a:gd name="T1" fmla="*/ 28 h 28"/>
                <a:gd name="T2" fmla="*/ 1 w 4"/>
                <a:gd name="T3" fmla="*/ 27 h 28"/>
                <a:gd name="T4" fmla="*/ 1 w 4"/>
                <a:gd name="T5" fmla="*/ 14 h 28"/>
                <a:gd name="T6" fmla="*/ 1 w 4"/>
                <a:gd name="T7" fmla="*/ 1 h 28"/>
                <a:gd name="T8" fmla="*/ 2 w 4"/>
                <a:gd name="T9" fmla="*/ 0 h 28"/>
                <a:gd name="T10" fmla="*/ 4 w 4"/>
                <a:gd name="T11" fmla="*/ 2 h 28"/>
                <a:gd name="T12" fmla="*/ 4 w 4"/>
                <a:gd name="T13" fmla="*/ 14 h 28"/>
                <a:gd name="T14" fmla="*/ 4 w 4"/>
                <a:gd name="T15" fmla="*/ 27 h 28"/>
                <a:gd name="T16" fmla="*/ 2 w 4"/>
                <a:gd name="T1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8">
                  <a:moveTo>
                    <a:pt x="2" y="28"/>
                  </a:moveTo>
                  <a:cubicBezTo>
                    <a:pt x="1" y="28"/>
                    <a:pt x="1" y="27"/>
                    <a:pt x="1" y="27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10"/>
                    <a:pt x="0" y="5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5"/>
                    <a:pt x="4" y="10"/>
                    <a:pt x="4" y="14"/>
                  </a:cubicBezTo>
                  <a:cubicBezTo>
                    <a:pt x="4" y="18"/>
                    <a:pt x="4" y="23"/>
                    <a:pt x="4" y="27"/>
                  </a:cubicBezTo>
                  <a:cubicBezTo>
                    <a:pt x="4" y="28"/>
                    <a:pt x="3" y="28"/>
                    <a:pt x="2" y="2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43"/>
            <p:cNvSpPr/>
            <p:nvPr/>
          </p:nvSpPr>
          <p:spPr bwMode="auto">
            <a:xfrm>
              <a:off x="3131440" y="3987802"/>
              <a:ext cx="179388" cy="74613"/>
            </a:xfrm>
            <a:custGeom>
              <a:avLst/>
              <a:gdLst>
                <a:gd name="T0" fmla="*/ 26 w 48"/>
                <a:gd name="T1" fmla="*/ 20 h 20"/>
                <a:gd name="T2" fmla="*/ 25 w 48"/>
                <a:gd name="T3" fmla="*/ 19 h 20"/>
                <a:gd name="T4" fmla="*/ 25 w 48"/>
                <a:gd name="T5" fmla="*/ 17 h 20"/>
                <a:gd name="T6" fmla="*/ 31 w 48"/>
                <a:gd name="T7" fmla="*/ 11 h 20"/>
                <a:gd name="T8" fmla="*/ 40 w 48"/>
                <a:gd name="T9" fmla="*/ 3 h 20"/>
                <a:gd name="T10" fmla="*/ 34 w 48"/>
                <a:gd name="T11" fmla="*/ 3 h 20"/>
                <a:gd name="T12" fmla="*/ 21 w 48"/>
                <a:gd name="T13" fmla="*/ 4 h 20"/>
                <a:gd name="T14" fmla="*/ 14 w 48"/>
                <a:gd name="T15" fmla="*/ 9 h 20"/>
                <a:gd name="T16" fmla="*/ 2 w 48"/>
                <a:gd name="T17" fmla="*/ 19 h 20"/>
                <a:gd name="T18" fmla="*/ 0 w 48"/>
                <a:gd name="T19" fmla="*/ 19 h 20"/>
                <a:gd name="T20" fmla="*/ 1 w 48"/>
                <a:gd name="T21" fmla="*/ 16 h 20"/>
                <a:gd name="T22" fmla="*/ 12 w 48"/>
                <a:gd name="T23" fmla="*/ 7 h 20"/>
                <a:gd name="T24" fmla="*/ 20 w 48"/>
                <a:gd name="T25" fmla="*/ 1 h 20"/>
                <a:gd name="T26" fmla="*/ 34 w 48"/>
                <a:gd name="T27" fmla="*/ 0 h 20"/>
                <a:gd name="T28" fmla="*/ 46 w 48"/>
                <a:gd name="T29" fmla="*/ 0 h 20"/>
                <a:gd name="T30" fmla="*/ 48 w 48"/>
                <a:gd name="T31" fmla="*/ 1 h 20"/>
                <a:gd name="T32" fmla="*/ 47 w 48"/>
                <a:gd name="T33" fmla="*/ 3 h 20"/>
                <a:gd name="T34" fmla="*/ 34 w 48"/>
                <a:gd name="T35" fmla="*/ 14 h 20"/>
                <a:gd name="T36" fmla="*/ 28 w 48"/>
                <a:gd name="T37" fmla="*/ 19 h 20"/>
                <a:gd name="T38" fmla="*/ 26 w 48"/>
                <a:gd name="T3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0">
                  <a:moveTo>
                    <a:pt x="26" y="20"/>
                  </a:moveTo>
                  <a:cubicBezTo>
                    <a:pt x="26" y="20"/>
                    <a:pt x="26" y="20"/>
                    <a:pt x="25" y="19"/>
                  </a:cubicBezTo>
                  <a:cubicBezTo>
                    <a:pt x="25" y="19"/>
                    <a:pt x="25" y="18"/>
                    <a:pt x="25" y="17"/>
                  </a:cubicBezTo>
                  <a:cubicBezTo>
                    <a:pt x="27" y="15"/>
                    <a:pt x="29" y="13"/>
                    <a:pt x="31" y="11"/>
                  </a:cubicBezTo>
                  <a:cubicBezTo>
                    <a:pt x="34" y="9"/>
                    <a:pt x="37" y="6"/>
                    <a:pt x="40" y="3"/>
                  </a:cubicBezTo>
                  <a:cubicBezTo>
                    <a:pt x="38" y="3"/>
                    <a:pt x="36" y="3"/>
                    <a:pt x="34" y="3"/>
                  </a:cubicBezTo>
                  <a:cubicBezTo>
                    <a:pt x="28" y="3"/>
                    <a:pt x="24" y="3"/>
                    <a:pt x="21" y="4"/>
                  </a:cubicBezTo>
                  <a:cubicBezTo>
                    <a:pt x="20" y="4"/>
                    <a:pt x="17" y="7"/>
                    <a:pt x="14" y="9"/>
                  </a:cubicBezTo>
                  <a:cubicBezTo>
                    <a:pt x="10" y="13"/>
                    <a:pt x="6" y="17"/>
                    <a:pt x="2" y="19"/>
                  </a:cubicBezTo>
                  <a:cubicBezTo>
                    <a:pt x="2" y="20"/>
                    <a:pt x="1" y="19"/>
                    <a:pt x="0" y="19"/>
                  </a:cubicBezTo>
                  <a:cubicBezTo>
                    <a:pt x="0" y="18"/>
                    <a:pt x="0" y="17"/>
                    <a:pt x="1" y="16"/>
                  </a:cubicBezTo>
                  <a:cubicBezTo>
                    <a:pt x="4" y="14"/>
                    <a:pt x="8" y="10"/>
                    <a:pt x="12" y="7"/>
                  </a:cubicBezTo>
                  <a:cubicBezTo>
                    <a:pt x="17" y="3"/>
                    <a:pt x="19" y="1"/>
                    <a:pt x="20" y="1"/>
                  </a:cubicBezTo>
                  <a:cubicBezTo>
                    <a:pt x="23" y="0"/>
                    <a:pt x="28" y="0"/>
                    <a:pt x="34" y="0"/>
                  </a:cubicBezTo>
                  <a:cubicBezTo>
                    <a:pt x="38" y="0"/>
                    <a:pt x="42" y="0"/>
                    <a:pt x="46" y="0"/>
                  </a:cubicBezTo>
                  <a:cubicBezTo>
                    <a:pt x="47" y="0"/>
                    <a:pt x="48" y="0"/>
                    <a:pt x="48" y="1"/>
                  </a:cubicBezTo>
                  <a:cubicBezTo>
                    <a:pt x="48" y="2"/>
                    <a:pt x="48" y="2"/>
                    <a:pt x="47" y="3"/>
                  </a:cubicBezTo>
                  <a:cubicBezTo>
                    <a:pt x="42" y="6"/>
                    <a:pt x="38" y="10"/>
                    <a:pt x="34" y="14"/>
                  </a:cubicBezTo>
                  <a:cubicBezTo>
                    <a:pt x="32" y="16"/>
                    <a:pt x="30" y="18"/>
                    <a:pt x="28" y="19"/>
                  </a:cubicBezTo>
                  <a:cubicBezTo>
                    <a:pt x="27" y="20"/>
                    <a:pt x="27" y="20"/>
                    <a:pt x="26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44"/>
            <p:cNvSpPr/>
            <p:nvPr/>
          </p:nvSpPr>
          <p:spPr bwMode="auto">
            <a:xfrm>
              <a:off x="3296540" y="3987802"/>
              <a:ext cx="14288" cy="93663"/>
            </a:xfrm>
            <a:custGeom>
              <a:avLst/>
              <a:gdLst>
                <a:gd name="T0" fmla="*/ 2 w 4"/>
                <a:gd name="T1" fmla="*/ 25 h 25"/>
                <a:gd name="T2" fmla="*/ 0 w 4"/>
                <a:gd name="T3" fmla="*/ 24 h 25"/>
                <a:gd name="T4" fmla="*/ 0 w 4"/>
                <a:gd name="T5" fmla="*/ 13 h 25"/>
                <a:gd name="T6" fmla="*/ 1 w 4"/>
                <a:gd name="T7" fmla="*/ 1 h 25"/>
                <a:gd name="T8" fmla="*/ 2 w 4"/>
                <a:gd name="T9" fmla="*/ 0 h 25"/>
                <a:gd name="T10" fmla="*/ 4 w 4"/>
                <a:gd name="T11" fmla="*/ 1 h 25"/>
                <a:gd name="T12" fmla="*/ 3 w 4"/>
                <a:gd name="T13" fmla="*/ 13 h 25"/>
                <a:gd name="T14" fmla="*/ 3 w 4"/>
                <a:gd name="T15" fmla="*/ 24 h 25"/>
                <a:gd name="T16" fmla="*/ 2 w 4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5">
                  <a:moveTo>
                    <a:pt x="2" y="25"/>
                  </a:moveTo>
                  <a:cubicBezTo>
                    <a:pt x="1" y="25"/>
                    <a:pt x="0" y="25"/>
                    <a:pt x="0" y="24"/>
                  </a:cubicBezTo>
                  <a:cubicBezTo>
                    <a:pt x="0" y="20"/>
                    <a:pt x="0" y="17"/>
                    <a:pt x="0" y="13"/>
                  </a:cubicBezTo>
                  <a:cubicBezTo>
                    <a:pt x="0" y="9"/>
                    <a:pt x="0" y="5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4" y="1"/>
                    <a:pt x="4" y="1"/>
                  </a:cubicBezTo>
                  <a:cubicBezTo>
                    <a:pt x="3" y="5"/>
                    <a:pt x="3" y="9"/>
                    <a:pt x="3" y="13"/>
                  </a:cubicBezTo>
                  <a:cubicBezTo>
                    <a:pt x="4" y="17"/>
                    <a:pt x="4" y="20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5"/>
            <p:cNvSpPr/>
            <p:nvPr/>
          </p:nvSpPr>
          <p:spPr bwMode="auto">
            <a:xfrm>
              <a:off x="3228278" y="4070352"/>
              <a:ext cx="177800" cy="77788"/>
            </a:xfrm>
            <a:custGeom>
              <a:avLst/>
              <a:gdLst>
                <a:gd name="T0" fmla="*/ 2 w 47"/>
                <a:gd name="T1" fmla="*/ 21 h 21"/>
                <a:gd name="T2" fmla="*/ 0 w 47"/>
                <a:gd name="T3" fmla="*/ 20 h 21"/>
                <a:gd name="T4" fmla="*/ 1 w 47"/>
                <a:gd name="T5" fmla="*/ 18 h 21"/>
                <a:gd name="T6" fmla="*/ 15 w 47"/>
                <a:gd name="T7" fmla="*/ 5 h 21"/>
                <a:gd name="T8" fmla="*/ 17 w 47"/>
                <a:gd name="T9" fmla="*/ 2 h 21"/>
                <a:gd name="T10" fmla="*/ 21 w 47"/>
                <a:gd name="T11" fmla="*/ 1 h 21"/>
                <a:gd name="T12" fmla="*/ 23 w 47"/>
                <a:gd name="T13" fmla="*/ 1 h 21"/>
                <a:gd name="T14" fmla="*/ 24 w 47"/>
                <a:gd name="T15" fmla="*/ 1 h 21"/>
                <a:gd name="T16" fmla="*/ 45 w 47"/>
                <a:gd name="T17" fmla="*/ 0 h 21"/>
                <a:gd name="T18" fmla="*/ 47 w 47"/>
                <a:gd name="T19" fmla="*/ 1 h 21"/>
                <a:gd name="T20" fmla="*/ 46 w 47"/>
                <a:gd name="T21" fmla="*/ 3 h 21"/>
                <a:gd name="T22" fmla="*/ 33 w 47"/>
                <a:gd name="T23" fmla="*/ 14 h 21"/>
                <a:gd name="T24" fmla="*/ 27 w 47"/>
                <a:gd name="T25" fmla="*/ 20 h 21"/>
                <a:gd name="T26" fmla="*/ 24 w 47"/>
                <a:gd name="T27" fmla="*/ 20 h 21"/>
                <a:gd name="T28" fmla="*/ 24 w 47"/>
                <a:gd name="T29" fmla="*/ 17 h 21"/>
                <a:gd name="T30" fmla="*/ 30 w 47"/>
                <a:gd name="T31" fmla="*/ 12 h 21"/>
                <a:gd name="T32" fmla="*/ 39 w 47"/>
                <a:gd name="T33" fmla="*/ 4 h 21"/>
                <a:gd name="T34" fmla="*/ 24 w 47"/>
                <a:gd name="T35" fmla="*/ 4 h 21"/>
                <a:gd name="T36" fmla="*/ 21 w 47"/>
                <a:gd name="T37" fmla="*/ 4 h 21"/>
                <a:gd name="T38" fmla="*/ 20 w 47"/>
                <a:gd name="T39" fmla="*/ 5 h 21"/>
                <a:gd name="T40" fmla="*/ 17 w 47"/>
                <a:gd name="T41" fmla="*/ 7 h 21"/>
                <a:gd name="T42" fmla="*/ 3 w 47"/>
                <a:gd name="T43" fmla="*/ 20 h 21"/>
                <a:gd name="T44" fmla="*/ 2 w 47"/>
                <a:gd name="T4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21">
                  <a:moveTo>
                    <a:pt x="2" y="21"/>
                  </a:moveTo>
                  <a:cubicBezTo>
                    <a:pt x="1" y="21"/>
                    <a:pt x="1" y="20"/>
                    <a:pt x="0" y="20"/>
                  </a:cubicBezTo>
                  <a:cubicBezTo>
                    <a:pt x="0" y="19"/>
                    <a:pt x="0" y="18"/>
                    <a:pt x="1" y="18"/>
                  </a:cubicBezTo>
                  <a:cubicBezTo>
                    <a:pt x="5" y="15"/>
                    <a:pt x="11" y="9"/>
                    <a:pt x="15" y="5"/>
                  </a:cubicBezTo>
                  <a:cubicBezTo>
                    <a:pt x="16" y="4"/>
                    <a:pt x="17" y="3"/>
                    <a:pt x="17" y="2"/>
                  </a:cubicBezTo>
                  <a:cubicBezTo>
                    <a:pt x="19" y="1"/>
                    <a:pt x="20" y="1"/>
                    <a:pt x="21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30" y="1"/>
                    <a:pt x="38" y="1"/>
                    <a:pt x="45" y="0"/>
                  </a:cubicBezTo>
                  <a:cubicBezTo>
                    <a:pt x="46" y="0"/>
                    <a:pt x="47" y="1"/>
                    <a:pt x="47" y="1"/>
                  </a:cubicBezTo>
                  <a:cubicBezTo>
                    <a:pt x="47" y="2"/>
                    <a:pt x="47" y="3"/>
                    <a:pt x="46" y="3"/>
                  </a:cubicBezTo>
                  <a:cubicBezTo>
                    <a:pt x="41" y="6"/>
                    <a:pt x="37" y="10"/>
                    <a:pt x="33" y="14"/>
                  </a:cubicBezTo>
                  <a:cubicBezTo>
                    <a:pt x="31" y="16"/>
                    <a:pt x="29" y="18"/>
                    <a:pt x="27" y="20"/>
                  </a:cubicBezTo>
                  <a:cubicBezTo>
                    <a:pt x="26" y="20"/>
                    <a:pt x="25" y="20"/>
                    <a:pt x="24" y="20"/>
                  </a:cubicBezTo>
                  <a:cubicBezTo>
                    <a:pt x="24" y="19"/>
                    <a:pt x="24" y="18"/>
                    <a:pt x="24" y="17"/>
                  </a:cubicBezTo>
                  <a:cubicBezTo>
                    <a:pt x="27" y="16"/>
                    <a:pt x="28" y="14"/>
                    <a:pt x="30" y="12"/>
                  </a:cubicBezTo>
                  <a:cubicBezTo>
                    <a:pt x="33" y="9"/>
                    <a:pt x="36" y="6"/>
                    <a:pt x="39" y="4"/>
                  </a:cubicBezTo>
                  <a:cubicBezTo>
                    <a:pt x="34" y="4"/>
                    <a:pt x="29" y="4"/>
                    <a:pt x="24" y="4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20" y="4"/>
                    <a:pt x="20" y="4"/>
                    <a:pt x="20" y="5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3" y="11"/>
                    <a:pt x="7" y="17"/>
                    <a:pt x="3" y="20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46"/>
            <p:cNvSpPr/>
            <p:nvPr/>
          </p:nvSpPr>
          <p:spPr bwMode="auto">
            <a:xfrm>
              <a:off x="3390203" y="4070352"/>
              <a:ext cx="15875" cy="119063"/>
            </a:xfrm>
            <a:custGeom>
              <a:avLst/>
              <a:gdLst>
                <a:gd name="T0" fmla="*/ 2 w 4"/>
                <a:gd name="T1" fmla="*/ 32 h 32"/>
                <a:gd name="T2" fmla="*/ 0 w 4"/>
                <a:gd name="T3" fmla="*/ 30 h 32"/>
                <a:gd name="T4" fmla="*/ 0 w 4"/>
                <a:gd name="T5" fmla="*/ 18 h 32"/>
                <a:gd name="T6" fmla="*/ 1 w 4"/>
                <a:gd name="T7" fmla="*/ 2 h 32"/>
                <a:gd name="T8" fmla="*/ 2 w 4"/>
                <a:gd name="T9" fmla="*/ 0 h 32"/>
                <a:gd name="T10" fmla="*/ 4 w 4"/>
                <a:gd name="T11" fmla="*/ 2 h 32"/>
                <a:gd name="T12" fmla="*/ 4 w 4"/>
                <a:gd name="T13" fmla="*/ 18 h 32"/>
                <a:gd name="T14" fmla="*/ 3 w 4"/>
                <a:gd name="T15" fmla="*/ 30 h 32"/>
                <a:gd name="T16" fmla="*/ 2 w 4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32">
                  <a:moveTo>
                    <a:pt x="2" y="32"/>
                  </a:moveTo>
                  <a:cubicBezTo>
                    <a:pt x="1" y="32"/>
                    <a:pt x="0" y="31"/>
                    <a:pt x="0" y="30"/>
                  </a:cubicBezTo>
                  <a:cubicBezTo>
                    <a:pt x="0" y="26"/>
                    <a:pt x="0" y="22"/>
                    <a:pt x="0" y="18"/>
                  </a:cubicBezTo>
                  <a:cubicBezTo>
                    <a:pt x="0" y="12"/>
                    <a:pt x="0" y="5"/>
                    <a:pt x="1" y="2"/>
                  </a:cubicBezTo>
                  <a:cubicBezTo>
                    <a:pt x="1" y="1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12"/>
                    <a:pt x="4" y="18"/>
                  </a:cubicBezTo>
                  <a:cubicBezTo>
                    <a:pt x="4" y="22"/>
                    <a:pt x="4" y="26"/>
                    <a:pt x="3" y="30"/>
                  </a:cubicBezTo>
                  <a:cubicBezTo>
                    <a:pt x="3" y="31"/>
                    <a:pt x="3" y="32"/>
                    <a:pt x="2" y="3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47"/>
            <p:cNvSpPr/>
            <p:nvPr/>
          </p:nvSpPr>
          <p:spPr bwMode="auto">
            <a:xfrm>
              <a:off x="2939353" y="3825877"/>
              <a:ext cx="87313" cy="68263"/>
            </a:xfrm>
            <a:custGeom>
              <a:avLst/>
              <a:gdLst>
                <a:gd name="T0" fmla="*/ 1 w 23"/>
                <a:gd name="T1" fmla="*/ 18 h 18"/>
                <a:gd name="T2" fmla="*/ 0 w 23"/>
                <a:gd name="T3" fmla="*/ 18 h 18"/>
                <a:gd name="T4" fmla="*/ 0 w 23"/>
                <a:gd name="T5" fmla="*/ 15 h 18"/>
                <a:gd name="T6" fmla="*/ 14 w 23"/>
                <a:gd name="T7" fmla="*/ 4 h 18"/>
                <a:gd name="T8" fmla="*/ 20 w 23"/>
                <a:gd name="T9" fmla="*/ 0 h 18"/>
                <a:gd name="T10" fmla="*/ 22 w 23"/>
                <a:gd name="T11" fmla="*/ 0 h 18"/>
                <a:gd name="T12" fmla="*/ 22 w 23"/>
                <a:gd name="T13" fmla="*/ 3 h 18"/>
                <a:gd name="T14" fmla="*/ 16 w 23"/>
                <a:gd name="T15" fmla="*/ 7 h 18"/>
                <a:gd name="T16" fmla="*/ 2 w 23"/>
                <a:gd name="T17" fmla="*/ 18 h 18"/>
                <a:gd name="T18" fmla="*/ 1 w 23"/>
                <a:gd name="T1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" y="18"/>
                  </a:moveTo>
                  <a:cubicBezTo>
                    <a:pt x="1" y="18"/>
                    <a:pt x="0" y="18"/>
                    <a:pt x="0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4" y="11"/>
                    <a:pt x="9" y="8"/>
                    <a:pt x="14" y="4"/>
                  </a:cubicBezTo>
                  <a:cubicBezTo>
                    <a:pt x="16" y="3"/>
                    <a:pt x="18" y="1"/>
                    <a:pt x="20" y="0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0" y="4"/>
                    <a:pt x="18" y="5"/>
                    <a:pt x="16" y="7"/>
                  </a:cubicBezTo>
                  <a:cubicBezTo>
                    <a:pt x="11" y="10"/>
                    <a:pt x="6" y="14"/>
                    <a:pt x="2" y="18"/>
                  </a:cubicBezTo>
                  <a:cubicBezTo>
                    <a:pt x="2" y="18"/>
                    <a:pt x="2" y="18"/>
                    <a:pt x="1" y="1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48"/>
            <p:cNvSpPr/>
            <p:nvPr/>
          </p:nvSpPr>
          <p:spPr bwMode="auto">
            <a:xfrm>
              <a:off x="3326703" y="4183065"/>
              <a:ext cx="82550" cy="93663"/>
            </a:xfrm>
            <a:custGeom>
              <a:avLst/>
              <a:gdLst>
                <a:gd name="T0" fmla="*/ 2 w 22"/>
                <a:gd name="T1" fmla="*/ 25 h 25"/>
                <a:gd name="T2" fmla="*/ 1 w 22"/>
                <a:gd name="T3" fmla="*/ 25 h 25"/>
                <a:gd name="T4" fmla="*/ 0 w 22"/>
                <a:gd name="T5" fmla="*/ 23 h 25"/>
                <a:gd name="T6" fmla="*/ 1 w 22"/>
                <a:gd name="T7" fmla="*/ 21 h 25"/>
                <a:gd name="T8" fmla="*/ 18 w 22"/>
                <a:gd name="T9" fmla="*/ 1 h 25"/>
                <a:gd name="T10" fmla="*/ 21 w 22"/>
                <a:gd name="T11" fmla="*/ 0 h 25"/>
                <a:gd name="T12" fmla="*/ 21 w 22"/>
                <a:gd name="T13" fmla="*/ 2 h 25"/>
                <a:gd name="T14" fmla="*/ 4 w 22"/>
                <a:gd name="T15" fmla="*/ 23 h 25"/>
                <a:gd name="T16" fmla="*/ 3 w 22"/>
                <a:gd name="T17" fmla="*/ 24 h 25"/>
                <a:gd name="T18" fmla="*/ 2 w 22"/>
                <a:gd name="T1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5">
                  <a:moveTo>
                    <a:pt x="2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3"/>
                  </a:cubicBezTo>
                  <a:cubicBezTo>
                    <a:pt x="0" y="22"/>
                    <a:pt x="1" y="22"/>
                    <a:pt x="1" y="21"/>
                  </a:cubicBezTo>
                  <a:cubicBezTo>
                    <a:pt x="7" y="16"/>
                    <a:pt x="12" y="9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1" y="1"/>
                    <a:pt x="22" y="2"/>
                    <a:pt x="21" y="2"/>
                  </a:cubicBezTo>
                  <a:cubicBezTo>
                    <a:pt x="15" y="11"/>
                    <a:pt x="10" y="18"/>
                    <a:pt x="4" y="23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3" y="25"/>
                    <a:pt x="3" y="25"/>
                    <a:pt x="2" y="2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50"/>
            <p:cNvSpPr>
              <a:spLocks noEditPoints="1"/>
            </p:cNvSpPr>
            <p:nvPr/>
          </p:nvSpPr>
          <p:spPr bwMode="auto">
            <a:xfrm>
              <a:off x="2862442" y="3848137"/>
              <a:ext cx="82550" cy="109538"/>
            </a:xfrm>
            <a:custGeom>
              <a:avLst/>
              <a:gdLst>
                <a:gd name="T0" fmla="*/ 12 w 22"/>
                <a:gd name="T1" fmla="*/ 3 h 29"/>
                <a:gd name="T2" fmla="*/ 13 w 22"/>
                <a:gd name="T3" fmla="*/ 3 h 29"/>
                <a:gd name="T4" fmla="*/ 14 w 22"/>
                <a:gd name="T5" fmla="*/ 5 h 29"/>
                <a:gd name="T6" fmla="*/ 14 w 22"/>
                <a:gd name="T7" fmla="*/ 22 h 29"/>
                <a:gd name="T8" fmla="*/ 17 w 22"/>
                <a:gd name="T9" fmla="*/ 22 h 29"/>
                <a:gd name="T10" fmla="*/ 19 w 22"/>
                <a:gd name="T11" fmla="*/ 22 h 29"/>
                <a:gd name="T12" fmla="*/ 19 w 22"/>
                <a:gd name="T13" fmla="*/ 26 h 29"/>
                <a:gd name="T14" fmla="*/ 19 w 22"/>
                <a:gd name="T15" fmla="*/ 26 h 29"/>
                <a:gd name="T16" fmla="*/ 19 w 22"/>
                <a:gd name="T17" fmla="*/ 26 h 29"/>
                <a:gd name="T18" fmla="*/ 4 w 22"/>
                <a:gd name="T19" fmla="*/ 25 h 29"/>
                <a:gd name="T20" fmla="*/ 4 w 22"/>
                <a:gd name="T21" fmla="*/ 22 h 29"/>
                <a:gd name="T22" fmla="*/ 5 w 22"/>
                <a:gd name="T23" fmla="*/ 22 h 29"/>
                <a:gd name="T24" fmla="*/ 9 w 22"/>
                <a:gd name="T25" fmla="*/ 22 h 29"/>
                <a:gd name="T26" fmla="*/ 10 w 22"/>
                <a:gd name="T27" fmla="*/ 9 h 29"/>
                <a:gd name="T28" fmla="*/ 5 w 22"/>
                <a:gd name="T29" fmla="*/ 13 h 29"/>
                <a:gd name="T30" fmla="*/ 5 w 22"/>
                <a:gd name="T31" fmla="*/ 13 h 29"/>
                <a:gd name="T32" fmla="*/ 5 w 22"/>
                <a:gd name="T33" fmla="*/ 12 h 29"/>
                <a:gd name="T34" fmla="*/ 3 w 22"/>
                <a:gd name="T35" fmla="*/ 8 h 29"/>
                <a:gd name="T36" fmla="*/ 12 w 22"/>
                <a:gd name="T37" fmla="*/ 3 h 29"/>
                <a:gd name="T38" fmla="*/ 12 w 22"/>
                <a:gd name="T39" fmla="*/ 0 h 29"/>
                <a:gd name="T40" fmla="*/ 9 w 22"/>
                <a:gd name="T41" fmla="*/ 2 h 29"/>
                <a:gd name="T42" fmla="*/ 2 w 22"/>
                <a:gd name="T43" fmla="*/ 6 h 29"/>
                <a:gd name="T44" fmla="*/ 0 w 22"/>
                <a:gd name="T45" fmla="*/ 7 h 29"/>
                <a:gd name="T46" fmla="*/ 0 w 22"/>
                <a:gd name="T47" fmla="*/ 10 h 29"/>
                <a:gd name="T48" fmla="*/ 2 w 22"/>
                <a:gd name="T49" fmla="*/ 14 h 29"/>
                <a:gd name="T50" fmla="*/ 4 w 22"/>
                <a:gd name="T51" fmla="*/ 15 h 29"/>
                <a:gd name="T52" fmla="*/ 5 w 22"/>
                <a:gd name="T53" fmla="*/ 15 h 29"/>
                <a:gd name="T54" fmla="*/ 7 w 22"/>
                <a:gd name="T55" fmla="*/ 15 h 29"/>
                <a:gd name="T56" fmla="*/ 7 w 22"/>
                <a:gd name="T57" fmla="*/ 14 h 29"/>
                <a:gd name="T58" fmla="*/ 7 w 22"/>
                <a:gd name="T59" fmla="*/ 16 h 29"/>
                <a:gd name="T60" fmla="*/ 7 w 22"/>
                <a:gd name="T61" fmla="*/ 19 h 29"/>
                <a:gd name="T62" fmla="*/ 5 w 22"/>
                <a:gd name="T63" fmla="*/ 19 h 29"/>
                <a:gd name="T64" fmla="*/ 4 w 22"/>
                <a:gd name="T65" fmla="*/ 19 h 29"/>
                <a:gd name="T66" fmla="*/ 2 w 22"/>
                <a:gd name="T67" fmla="*/ 22 h 29"/>
                <a:gd name="T68" fmla="*/ 2 w 22"/>
                <a:gd name="T69" fmla="*/ 25 h 29"/>
                <a:gd name="T70" fmla="*/ 4 w 22"/>
                <a:gd name="T71" fmla="*/ 28 h 29"/>
                <a:gd name="T72" fmla="*/ 11 w 22"/>
                <a:gd name="T73" fmla="*/ 28 h 29"/>
                <a:gd name="T74" fmla="*/ 19 w 22"/>
                <a:gd name="T75" fmla="*/ 29 h 29"/>
                <a:gd name="T76" fmla="*/ 21 w 22"/>
                <a:gd name="T77" fmla="*/ 28 h 29"/>
                <a:gd name="T78" fmla="*/ 22 w 22"/>
                <a:gd name="T79" fmla="*/ 26 h 29"/>
                <a:gd name="T80" fmla="*/ 22 w 22"/>
                <a:gd name="T81" fmla="*/ 24 h 29"/>
                <a:gd name="T82" fmla="*/ 22 w 22"/>
                <a:gd name="T83" fmla="*/ 22 h 29"/>
                <a:gd name="T84" fmla="*/ 20 w 22"/>
                <a:gd name="T85" fmla="*/ 19 h 29"/>
                <a:gd name="T86" fmla="*/ 17 w 22"/>
                <a:gd name="T87" fmla="*/ 19 h 29"/>
                <a:gd name="T88" fmla="*/ 17 w 22"/>
                <a:gd name="T89" fmla="*/ 5 h 29"/>
                <a:gd name="T90" fmla="*/ 16 w 22"/>
                <a:gd name="T91" fmla="*/ 3 h 29"/>
                <a:gd name="T92" fmla="*/ 15 w 22"/>
                <a:gd name="T93" fmla="*/ 2 h 29"/>
                <a:gd name="T94" fmla="*/ 15 w 22"/>
                <a:gd name="T95" fmla="*/ 1 h 29"/>
                <a:gd name="T96" fmla="*/ 13 w 22"/>
                <a:gd name="T97" fmla="*/ 0 h 29"/>
                <a:gd name="T98" fmla="*/ 12 w 22"/>
                <a:gd name="T9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29">
                  <a:moveTo>
                    <a:pt x="12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4" y="4"/>
                    <a:pt x="14" y="5"/>
                  </a:cubicBezTo>
                  <a:cubicBezTo>
                    <a:pt x="14" y="10"/>
                    <a:pt x="14" y="16"/>
                    <a:pt x="14" y="22"/>
                  </a:cubicBezTo>
                  <a:cubicBezTo>
                    <a:pt x="15" y="22"/>
                    <a:pt x="16" y="22"/>
                    <a:pt x="17" y="22"/>
                  </a:cubicBezTo>
                  <a:cubicBezTo>
                    <a:pt x="18" y="22"/>
                    <a:pt x="19" y="22"/>
                    <a:pt x="19" y="22"/>
                  </a:cubicBezTo>
                  <a:cubicBezTo>
                    <a:pt x="19" y="23"/>
                    <a:pt x="19" y="24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4" y="26"/>
                    <a:pt x="9" y="25"/>
                    <a:pt x="4" y="25"/>
                  </a:cubicBezTo>
                  <a:cubicBezTo>
                    <a:pt x="4" y="24"/>
                    <a:pt x="4" y="23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7" y="22"/>
                    <a:pt x="8" y="22"/>
                    <a:pt x="9" y="22"/>
                  </a:cubicBezTo>
                  <a:cubicBezTo>
                    <a:pt x="10" y="18"/>
                    <a:pt x="10" y="14"/>
                    <a:pt x="10" y="9"/>
                  </a:cubicBezTo>
                  <a:cubicBezTo>
                    <a:pt x="9" y="10"/>
                    <a:pt x="7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1"/>
                    <a:pt x="3" y="10"/>
                    <a:pt x="3" y="8"/>
                  </a:cubicBezTo>
                  <a:cubicBezTo>
                    <a:pt x="6" y="7"/>
                    <a:pt x="12" y="3"/>
                    <a:pt x="12" y="3"/>
                  </a:cubicBezTo>
                  <a:close/>
                  <a:moveTo>
                    <a:pt x="12" y="0"/>
                  </a:moveTo>
                  <a:cubicBezTo>
                    <a:pt x="11" y="0"/>
                    <a:pt x="11" y="0"/>
                    <a:pt x="9" y="2"/>
                  </a:cubicBezTo>
                  <a:cubicBezTo>
                    <a:pt x="8" y="3"/>
                    <a:pt x="4" y="5"/>
                    <a:pt x="2" y="6"/>
                  </a:cubicBezTo>
                  <a:cubicBezTo>
                    <a:pt x="1" y="6"/>
                    <a:pt x="1" y="7"/>
                    <a:pt x="0" y="7"/>
                  </a:cubicBezTo>
                  <a:cubicBezTo>
                    <a:pt x="0" y="8"/>
                    <a:pt x="0" y="9"/>
                    <a:pt x="0" y="10"/>
                  </a:cubicBezTo>
                  <a:cubicBezTo>
                    <a:pt x="1" y="11"/>
                    <a:pt x="2" y="12"/>
                    <a:pt x="2" y="14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5" y="15"/>
                  </a:cubicBezTo>
                  <a:cubicBezTo>
                    <a:pt x="6" y="15"/>
                    <a:pt x="6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7"/>
                    <a:pt x="7" y="18"/>
                    <a:pt x="7" y="19"/>
                  </a:cubicBezTo>
                  <a:cubicBezTo>
                    <a:pt x="6" y="19"/>
                    <a:pt x="6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2" y="21"/>
                    <a:pt x="2" y="22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7"/>
                    <a:pt x="3" y="28"/>
                    <a:pt x="4" y="28"/>
                  </a:cubicBezTo>
                  <a:cubicBezTo>
                    <a:pt x="7" y="28"/>
                    <a:pt x="9" y="28"/>
                    <a:pt x="11" y="28"/>
                  </a:cubicBezTo>
                  <a:cubicBezTo>
                    <a:pt x="14" y="29"/>
                    <a:pt x="16" y="29"/>
                    <a:pt x="19" y="29"/>
                  </a:cubicBezTo>
                  <a:cubicBezTo>
                    <a:pt x="20" y="29"/>
                    <a:pt x="20" y="28"/>
                    <a:pt x="21" y="28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1"/>
                    <a:pt x="21" y="19"/>
                    <a:pt x="20" y="19"/>
                  </a:cubicBezTo>
                  <a:cubicBezTo>
                    <a:pt x="19" y="19"/>
                    <a:pt x="18" y="19"/>
                    <a:pt x="17" y="19"/>
                  </a:cubicBezTo>
                  <a:cubicBezTo>
                    <a:pt x="17" y="14"/>
                    <a:pt x="17" y="10"/>
                    <a:pt x="17" y="5"/>
                  </a:cubicBezTo>
                  <a:cubicBezTo>
                    <a:pt x="17" y="4"/>
                    <a:pt x="17" y="3"/>
                    <a:pt x="16" y="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51"/>
            <p:cNvSpPr>
              <a:spLocks noEditPoints="1"/>
            </p:cNvSpPr>
            <p:nvPr/>
          </p:nvSpPr>
          <p:spPr bwMode="auto">
            <a:xfrm>
              <a:off x="2962915" y="3953818"/>
              <a:ext cx="79375" cy="109538"/>
            </a:xfrm>
            <a:custGeom>
              <a:avLst/>
              <a:gdLst>
                <a:gd name="T0" fmla="*/ 19 w 21"/>
                <a:gd name="T1" fmla="*/ 29 h 29"/>
                <a:gd name="T2" fmla="*/ 3 w 21"/>
                <a:gd name="T3" fmla="*/ 28 h 29"/>
                <a:gd name="T4" fmla="*/ 2 w 21"/>
                <a:gd name="T5" fmla="*/ 28 h 29"/>
                <a:gd name="T6" fmla="*/ 2 w 21"/>
                <a:gd name="T7" fmla="*/ 27 h 29"/>
                <a:gd name="T8" fmla="*/ 2 w 21"/>
                <a:gd name="T9" fmla="*/ 23 h 29"/>
                <a:gd name="T10" fmla="*/ 2 w 21"/>
                <a:gd name="T11" fmla="*/ 21 h 29"/>
                <a:gd name="T12" fmla="*/ 3 w 21"/>
                <a:gd name="T13" fmla="*/ 20 h 29"/>
                <a:gd name="T14" fmla="*/ 9 w 21"/>
                <a:gd name="T15" fmla="*/ 14 h 29"/>
                <a:gd name="T16" fmla="*/ 10 w 21"/>
                <a:gd name="T17" fmla="*/ 12 h 29"/>
                <a:gd name="T18" fmla="*/ 9 w 21"/>
                <a:gd name="T19" fmla="*/ 10 h 29"/>
                <a:gd name="T20" fmla="*/ 8 w 21"/>
                <a:gd name="T21" fmla="*/ 10 h 29"/>
                <a:gd name="T22" fmla="*/ 4 w 21"/>
                <a:gd name="T23" fmla="*/ 11 h 29"/>
                <a:gd name="T24" fmla="*/ 3 w 21"/>
                <a:gd name="T25" fmla="*/ 11 h 29"/>
                <a:gd name="T26" fmla="*/ 2 w 21"/>
                <a:gd name="T27" fmla="*/ 10 h 29"/>
                <a:gd name="T28" fmla="*/ 1 w 21"/>
                <a:gd name="T29" fmla="*/ 4 h 29"/>
                <a:gd name="T30" fmla="*/ 1 w 21"/>
                <a:gd name="T31" fmla="*/ 3 h 29"/>
                <a:gd name="T32" fmla="*/ 10 w 21"/>
                <a:gd name="T33" fmla="*/ 0 h 29"/>
                <a:gd name="T34" fmla="*/ 18 w 21"/>
                <a:gd name="T35" fmla="*/ 5 h 29"/>
                <a:gd name="T36" fmla="*/ 14 w 21"/>
                <a:gd name="T37" fmla="*/ 20 h 29"/>
                <a:gd name="T38" fmla="*/ 19 w 21"/>
                <a:gd name="T39" fmla="*/ 20 h 29"/>
                <a:gd name="T40" fmla="*/ 20 w 21"/>
                <a:gd name="T41" fmla="*/ 21 h 29"/>
                <a:gd name="T42" fmla="*/ 21 w 21"/>
                <a:gd name="T43" fmla="*/ 22 h 29"/>
                <a:gd name="T44" fmla="*/ 21 w 21"/>
                <a:gd name="T45" fmla="*/ 27 h 29"/>
                <a:gd name="T46" fmla="*/ 21 w 21"/>
                <a:gd name="T47" fmla="*/ 27 h 29"/>
                <a:gd name="T48" fmla="*/ 19 w 21"/>
                <a:gd name="T49" fmla="*/ 29 h 29"/>
                <a:gd name="T50" fmla="*/ 9 w 21"/>
                <a:gd name="T51" fmla="*/ 26 h 29"/>
                <a:gd name="T52" fmla="*/ 18 w 21"/>
                <a:gd name="T53" fmla="*/ 26 h 29"/>
                <a:gd name="T54" fmla="*/ 18 w 21"/>
                <a:gd name="T55" fmla="*/ 23 h 29"/>
                <a:gd name="T56" fmla="*/ 11 w 21"/>
                <a:gd name="T57" fmla="*/ 23 h 29"/>
                <a:gd name="T58" fmla="*/ 10 w 21"/>
                <a:gd name="T59" fmla="*/ 22 h 29"/>
                <a:gd name="T60" fmla="*/ 10 w 21"/>
                <a:gd name="T61" fmla="*/ 20 h 29"/>
                <a:gd name="T62" fmla="*/ 15 w 21"/>
                <a:gd name="T63" fmla="*/ 6 h 29"/>
                <a:gd name="T64" fmla="*/ 10 w 21"/>
                <a:gd name="T65" fmla="*/ 3 h 29"/>
                <a:gd name="T66" fmla="*/ 3 w 21"/>
                <a:gd name="T67" fmla="*/ 5 h 29"/>
                <a:gd name="T68" fmla="*/ 4 w 21"/>
                <a:gd name="T69" fmla="*/ 8 h 29"/>
                <a:gd name="T70" fmla="*/ 8 w 21"/>
                <a:gd name="T71" fmla="*/ 7 h 29"/>
                <a:gd name="T72" fmla="*/ 10 w 21"/>
                <a:gd name="T73" fmla="*/ 8 h 29"/>
                <a:gd name="T74" fmla="*/ 13 w 21"/>
                <a:gd name="T75" fmla="*/ 12 h 29"/>
                <a:gd name="T76" fmla="*/ 11 w 21"/>
                <a:gd name="T77" fmla="*/ 16 h 29"/>
                <a:gd name="T78" fmla="*/ 5 w 21"/>
                <a:gd name="T79" fmla="*/ 22 h 29"/>
                <a:gd name="T80" fmla="*/ 4 w 21"/>
                <a:gd name="T81" fmla="*/ 22 h 29"/>
                <a:gd name="T82" fmla="*/ 4 w 21"/>
                <a:gd name="T83" fmla="*/ 23 h 29"/>
                <a:gd name="T84" fmla="*/ 4 w 21"/>
                <a:gd name="T85" fmla="*/ 26 h 29"/>
                <a:gd name="T86" fmla="*/ 9 w 21"/>
                <a:gd name="T8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" h="29">
                  <a:moveTo>
                    <a:pt x="19" y="29"/>
                  </a:moveTo>
                  <a:cubicBezTo>
                    <a:pt x="14" y="28"/>
                    <a:pt x="8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7"/>
                    <a:pt x="2" y="27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2"/>
                    <a:pt x="2" y="21"/>
                    <a:pt x="2" y="21"/>
                  </a:cubicBezTo>
                  <a:cubicBezTo>
                    <a:pt x="2" y="20"/>
                    <a:pt x="3" y="20"/>
                    <a:pt x="3" y="20"/>
                  </a:cubicBezTo>
                  <a:cubicBezTo>
                    <a:pt x="6" y="18"/>
                    <a:pt x="8" y="16"/>
                    <a:pt x="9" y="14"/>
                  </a:cubicBezTo>
                  <a:cubicBezTo>
                    <a:pt x="10" y="13"/>
                    <a:pt x="10" y="12"/>
                    <a:pt x="10" y="12"/>
                  </a:cubicBezTo>
                  <a:cubicBezTo>
                    <a:pt x="10" y="11"/>
                    <a:pt x="10" y="10"/>
                    <a:pt x="9" y="10"/>
                  </a:cubicBezTo>
                  <a:cubicBezTo>
                    <a:pt x="9" y="10"/>
                    <a:pt x="9" y="10"/>
                    <a:pt x="8" y="10"/>
                  </a:cubicBezTo>
                  <a:cubicBezTo>
                    <a:pt x="7" y="10"/>
                    <a:pt x="5" y="10"/>
                    <a:pt x="4" y="11"/>
                  </a:cubicBezTo>
                  <a:cubicBezTo>
                    <a:pt x="4" y="11"/>
                    <a:pt x="3" y="11"/>
                    <a:pt x="3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2"/>
                    <a:pt x="18" y="5"/>
                  </a:cubicBezTo>
                  <a:cubicBezTo>
                    <a:pt x="21" y="10"/>
                    <a:pt x="17" y="17"/>
                    <a:pt x="14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1"/>
                  </a:cubicBezTo>
                  <a:cubicBezTo>
                    <a:pt x="21" y="21"/>
                    <a:pt x="21" y="21"/>
                    <a:pt x="21" y="22"/>
                  </a:cubicBezTo>
                  <a:cubicBezTo>
                    <a:pt x="21" y="23"/>
                    <a:pt x="21" y="25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0" y="29"/>
                    <a:pt x="19" y="29"/>
                  </a:cubicBezTo>
                  <a:close/>
                  <a:moveTo>
                    <a:pt x="9" y="26"/>
                  </a:moveTo>
                  <a:cubicBezTo>
                    <a:pt x="12" y="26"/>
                    <a:pt x="15" y="26"/>
                    <a:pt x="18" y="26"/>
                  </a:cubicBezTo>
                  <a:cubicBezTo>
                    <a:pt x="18" y="25"/>
                    <a:pt x="18" y="24"/>
                    <a:pt x="18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3"/>
                    <a:pt x="10" y="22"/>
                    <a:pt x="10" y="22"/>
                  </a:cubicBezTo>
                  <a:cubicBezTo>
                    <a:pt x="9" y="21"/>
                    <a:pt x="10" y="21"/>
                    <a:pt x="10" y="20"/>
                  </a:cubicBezTo>
                  <a:cubicBezTo>
                    <a:pt x="13" y="17"/>
                    <a:pt x="18" y="10"/>
                    <a:pt x="15" y="6"/>
                  </a:cubicBezTo>
                  <a:cubicBezTo>
                    <a:pt x="15" y="4"/>
                    <a:pt x="12" y="3"/>
                    <a:pt x="10" y="3"/>
                  </a:cubicBezTo>
                  <a:cubicBezTo>
                    <a:pt x="8" y="3"/>
                    <a:pt x="6" y="4"/>
                    <a:pt x="3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9" y="7"/>
                    <a:pt x="10" y="7"/>
                    <a:pt x="10" y="8"/>
                  </a:cubicBezTo>
                  <a:cubicBezTo>
                    <a:pt x="12" y="8"/>
                    <a:pt x="13" y="10"/>
                    <a:pt x="13" y="12"/>
                  </a:cubicBezTo>
                  <a:cubicBezTo>
                    <a:pt x="13" y="13"/>
                    <a:pt x="12" y="14"/>
                    <a:pt x="11" y="16"/>
                  </a:cubicBezTo>
                  <a:cubicBezTo>
                    <a:pt x="10" y="18"/>
                    <a:pt x="7" y="21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6" y="26"/>
                    <a:pt x="7" y="26"/>
                    <a:pt x="9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452"/>
            <p:cNvSpPr>
              <a:spLocks noEditPoints="1"/>
            </p:cNvSpPr>
            <p:nvPr/>
          </p:nvSpPr>
          <p:spPr bwMode="auto">
            <a:xfrm>
              <a:off x="3070547" y="4045977"/>
              <a:ext cx="76200" cy="112713"/>
            </a:xfrm>
            <a:custGeom>
              <a:avLst/>
              <a:gdLst>
                <a:gd name="T0" fmla="*/ 10 w 20"/>
                <a:gd name="T1" fmla="*/ 30 h 30"/>
                <a:gd name="T2" fmla="*/ 1 w 20"/>
                <a:gd name="T3" fmla="*/ 28 h 30"/>
                <a:gd name="T4" fmla="*/ 0 w 20"/>
                <a:gd name="T5" fmla="*/ 27 h 30"/>
                <a:gd name="T6" fmla="*/ 2 w 20"/>
                <a:gd name="T7" fmla="*/ 21 h 30"/>
                <a:gd name="T8" fmla="*/ 4 w 20"/>
                <a:gd name="T9" fmla="*/ 20 h 30"/>
                <a:gd name="T10" fmla="*/ 10 w 20"/>
                <a:gd name="T11" fmla="*/ 21 h 30"/>
                <a:gd name="T12" fmla="*/ 11 w 20"/>
                <a:gd name="T13" fmla="*/ 20 h 30"/>
                <a:gd name="T14" fmla="*/ 11 w 20"/>
                <a:gd name="T15" fmla="*/ 20 h 30"/>
                <a:gd name="T16" fmla="*/ 10 w 20"/>
                <a:gd name="T17" fmla="*/ 18 h 30"/>
                <a:gd name="T18" fmla="*/ 6 w 20"/>
                <a:gd name="T19" fmla="*/ 18 h 30"/>
                <a:gd name="T20" fmla="*/ 5 w 20"/>
                <a:gd name="T21" fmla="*/ 18 h 30"/>
                <a:gd name="T22" fmla="*/ 4 w 20"/>
                <a:gd name="T23" fmla="*/ 17 h 30"/>
                <a:gd name="T24" fmla="*/ 4 w 20"/>
                <a:gd name="T25" fmla="*/ 15 h 30"/>
                <a:gd name="T26" fmla="*/ 4 w 20"/>
                <a:gd name="T27" fmla="*/ 12 h 30"/>
                <a:gd name="T28" fmla="*/ 5 w 20"/>
                <a:gd name="T29" fmla="*/ 11 h 30"/>
                <a:gd name="T30" fmla="*/ 6 w 20"/>
                <a:gd name="T31" fmla="*/ 11 h 30"/>
                <a:gd name="T32" fmla="*/ 7 w 20"/>
                <a:gd name="T33" fmla="*/ 11 h 30"/>
                <a:gd name="T34" fmla="*/ 9 w 20"/>
                <a:gd name="T35" fmla="*/ 10 h 30"/>
                <a:gd name="T36" fmla="*/ 9 w 20"/>
                <a:gd name="T37" fmla="*/ 10 h 30"/>
                <a:gd name="T38" fmla="*/ 7 w 20"/>
                <a:gd name="T39" fmla="*/ 8 h 30"/>
                <a:gd name="T40" fmla="*/ 4 w 20"/>
                <a:gd name="T41" fmla="*/ 9 h 30"/>
                <a:gd name="T42" fmla="*/ 3 w 20"/>
                <a:gd name="T43" fmla="*/ 9 h 30"/>
                <a:gd name="T44" fmla="*/ 2 w 20"/>
                <a:gd name="T45" fmla="*/ 9 h 30"/>
                <a:gd name="T46" fmla="*/ 1 w 20"/>
                <a:gd name="T47" fmla="*/ 8 h 30"/>
                <a:gd name="T48" fmla="*/ 1 w 20"/>
                <a:gd name="T49" fmla="*/ 4 h 30"/>
                <a:gd name="T50" fmla="*/ 2 w 20"/>
                <a:gd name="T51" fmla="*/ 3 h 30"/>
                <a:gd name="T52" fmla="*/ 4 w 20"/>
                <a:gd name="T53" fmla="*/ 1 h 30"/>
                <a:gd name="T54" fmla="*/ 10 w 20"/>
                <a:gd name="T55" fmla="*/ 0 h 30"/>
                <a:gd name="T56" fmla="*/ 16 w 20"/>
                <a:gd name="T57" fmla="*/ 3 h 30"/>
                <a:gd name="T58" fmla="*/ 18 w 20"/>
                <a:gd name="T59" fmla="*/ 8 h 30"/>
                <a:gd name="T60" fmla="*/ 15 w 20"/>
                <a:gd name="T61" fmla="*/ 13 h 30"/>
                <a:gd name="T62" fmla="*/ 20 w 20"/>
                <a:gd name="T63" fmla="*/ 21 h 30"/>
                <a:gd name="T64" fmla="*/ 13 w 20"/>
                <a:gd name="T65" fmla="*/ 29 h 30"/>
                <a:gd name="T66" fmla="*/ 10 w 20"/>
                <a:gd name="T67" fmla="*/ 30 h 30"/>
                <a:gd name="T68" fmla="*/ 3 w 20"/>
                <a:gd name="T69" fmla="*/ 26 h 30"/>
                <a:gd name="T70" fmla="*/ 10 w 20"/>
                <a:gd name="T71" fmla="*/ 27 h 30"/>
                <a:gd name="T72" fmla="*/ 12 w 20"/>
                <a:gd name="T73" fmla="*/ 27 h 30"/>
                <a:gd name="T74" fmla="*/ 18 w 20"/>
                <a:gd name="T75" fmla="*/ 21 h 30"/>
                <a:gd name="T76" fmla="*/ 12 w 20"/>
                <a:gd name="T77" fmla="*/ 15 h 30"/>
                <a:gd name="T78" fmla="*/ 11 w 20"/>
                <a:gd name="T79" fmla="*/ 14 h 30"/>
                <a:gd name="T80" fmla="*/ 12 w 20"/>
                <a:gd name="T81" fmla="*/ 13 h 30"/>
                <a:gd name="T82" fmla="*/ 15 w 20"/>
                <a:gd name="T83" fmla="*/ 8 h 30"/>
                <a:gd name="T84" fmla="*/ 14 w 20"/>
                <a:gd name="T85" fmla="*/ 5 h 30"/>
                <a:gd name="T86" fmla="*/ 10 w 20"/>
                <a:gd name="T87" fmla="*/ 3 h 30"/>
                <a:gd name="T88" fmla="*/ 4 w 20"/>
                <a:gd name="T89" fmla="*/ 4 h 30"/>
                <a:gd name="T90" fmla="*/ 4 w 20"/>
                <a:gd name="T91" fmla="*/ 4 h 30"/>
                <a:gd name="T92" fmla="*/ 4 w 20"/>
                <a:gd name="T93" fmla="*/ 6 h 30"/>
                <a:gd name="T94" fmla="*/ 7 w 20"/>
                <a:gd name="T95" fmla="*/ 6 h 30"/>
                <a:gd name="T96" fmla="*/ 12 w 20"/>
                <a:gd name="T97" fmla="*/ 9 h 30"/>
                <a:gd name="T98" fmla="*/ 11 w 20"/>
                <a:gd name="T99" fmla="*/ 12 h 30"/>
                <a:gd name="T100" fmla="*/ 7 w 20"/>
                <a:gd name="T101" fmla="*/ 14 h 30"/>
                <a:gd name="T102" fmla="*/ 7 w 20"/>
                <a:gd name="T103" fmla="*/ 15 h 30"/>
                <a:gd name="T104" fmla="*/ 7 w 20"/>
                <a:gd name="T105" fmla="*/ 16 h 30"/>
                <a:gd name="T106" fmla="*/ 11 w 20"/>
                <a:gd name="T107" fmla="*/ 16 h 30"/>
                <a:gd name="T108" fmla="*/ 14 w 20"/>
                <a:gd name="T109" fmla="*/ 19 h 30"/>
                <a:gd name="T110" fmla="*/ 13 w 20"/>
                <a:gd name="T111" fmla="*/ 22 h 30"/>
                <a:gd name="T112" fmla="*/ 11 w 20"/>
                <a:gd name="T113" fmla="*/ 24 h 30"/>
                <a:gd name="T114" fmla="*/ 4 w 20"/>
                <a:gd name="T115" fmla="*/ 23 h 30"/>
                <a:gd name="T116" fmla="*/ 3 w 20"/>
                <a:gd name="T11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" h="30">
                  <a:moveTo>
                    <a:pt x="10" y="30"/>
                  </a:moveTo>
                  <a:cubicBezTo>
                    <a:pt x="8" y="30"/>
                    <a:pt x="4" y="30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1" y="25"/>
                    <a:pt x="1" y="23"/>
                    <a:pt x="2" y="21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6" y="21"/>
                    <a:pt x="8" y="22"/>
                    <a:pt x="10" y="21"/>
                  </a:cubicBezTo>
                  <a:cubicBezTo>
                    <a:pt x="10" y="21"/>
                    <a:pt x="11" y="21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9" y="18"/>
                    <a:pt x="7" y="18"/>
                    <a:pt x="6" y="18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4" y="18"/>
                    <a:pt x="4" y="18"/>
                    <a:pt x="4" y="17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4" y="14"/>
                    <a:pt x="4" y="13"/>
                    <a:pt x="4" y="12"/>
                  </a:cubicBezTo>
                  <a:cubicBezTo>
                    <a:pt x="4" y="12"/>
                    <a:pt x="4" y="11"/>
                    <a:pt x="5" y="11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9" y="11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7" y="8"/>
                  </a:cubicBezTo>
                  <a:cubicBezTo>
                    <a:pt x="6" y="8"/>
                    <a:pt x="5" y="9"/>
                    <a:pt x="4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1" y="8"/>
                    <a:pt x="1" y="8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2" y="3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2" y="0"/>
                    <a:pt x="15" y="1"/>
                    <a:pt x="16" y="3"/>
                  </a:cubicBezTo>
                  <a:cubicBezTo>
                    <a:pt x="17" y="4"/>
                    <a:pt x="18" y="6"/>
                    <a:pt x="18" y="8"/>
                  </a:cubicBezTo>
                  <a:cubicBezTo>
                    <a:pt x="18" y="10"/>
                    <a:pt x="17" y="12"/>
                    <a:pt x="15" y="13"/>
                  </a:cubicBezTo>
                  <a:cubicBezTo>
                    <a:pt x="19" y="15"/>
                    <a:pt x="20" y="18"/>
                    <a:pt x="20" y="21"/>
                  </a:cubicBezTo>
                  <a:cubicBezTo>
                    <a:pt x="20" y="27"/>
                    <a:pt x="16" y="29"/>
                    <a:pt x="13" y="29"/>
                  </a:cubicBezTo>
                  <a:cubicBezTo>
                    <a:pt x="12" y="30"/>
                    <a:pt x="11" y="30"/>
                    <a:pt x="10" y="30"/>
                  </a:cubicBezTo>
                  <a:close/>
                  <a:moveTo>
                    <a:pt x="3" y="26"/>
                  </a:moveTo>
                  <a:cubicBezTo>
                    <a:pt x="5" y="27"/>
                    <a:pt x="7" y="27"/>
                    <a:pt x="10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5" y="26"/>
                    <a:pt x="17" y="25"/>
                    <a:pt x="18" y="21"/>
                  </a:cubicBezTo>
                  <a:cubicBezTo>
                    <a:pt x="18" y="19"/>
                    <a:pt x="16" y="16"/>
                    <a:pt x="12" y="15"/>
                  </a:cubicBezTo>
                  <a:cubicBezTo>
                    <a:pt x="12" y="15"/>
                    <a:pt x="12" y="14"/>
                    <a:pt x="11" y="14"/>
                  </a:cubicBezTo>
                  <a:cubicBezTo>
                    <a:pt x="11" y="13"/>
                    <a:pt x="12" y="13"/>
                    <a:pt x="12" y="13"/>
                  </a:cubicBezTo>
                  <a:cubicBezTo>
                    <a:pt x="13" y="12"/>
                    <a:pt x="15" y="10"/>
                    <a:pt x="15" y="8"/>
                  </a:cubicBezTo>
                  <a:cubicBezTo>
                    <a:pt x="15" y="7"/>
                    <a:pt x="15" y="6"/>
                    <a:pt x="14" y="5"/>
                  </a:cubicBezTo>
                  <a:cubicBezTo>
                    <a:pt x="13" y="4"/>
                    <a:pt x="12" y="3"/>
                    <a:pt x="10" y="3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11" y="6"/>
                    <a:pt x="12" y="8"/>
                    <a:pt x="12" y="9"/>
                  </a:cubicBezTo>
                  <a:cubicBezTo>
                    <a:pt x="12" y="10"/>
                    <a:pt x="12" y="11"/>
                    <a:pt x="11" y="12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10" y="15"/>
                    <a:pt x="11" y="16"/>
                  </a:cubicBezTo>
                  <a:cubicBezTo>
                    <a:pt x="12" y="17"/>
                    <a:pt x="13" y="18"/>
                    <a:pt x="14" y="19"/>
                  </a:cubicBezTo>
                  <a:cubicBezTo>
                    <a:pt x="14" y="20"/>
                    <a:pt x="14" y="21"/>
                    <a:pt x="13" y="22"/>
                  </a:cubicBezTo>
                  <a:cubicBezTo>
                    <a:pt x="12" y="23"/>
                    <a:pt x="12" y="23"/>
                    <a:pt x="11" y="24"/>
                  </a:cubicBezTo>
                  <a:cubicBezTo>
                    <a:pt x="8" y="24"/>
                    <a:pt x="6" y="24"/>
                    <a:pt x="4" y="23"/>
                  </a:cubicBezTo>
                  <a:cubicBezTo>
                    <a:pt x="4" y="24"/>
                    <a:pt x="3" y="25"/>
                    <a:pt x="3" y="2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453"/>
            <p:cNvSpPr>
              <a:spLocks noEditPoints="1"/>
            </p:cNvSpPr>
            <p:nvPr/>
          </p:nvSpPr>
          <p:spPr bwMode="auto">
            <a:xfrm>
              <a:off x="3166538" y="4135790"/>
              <a:ext cx="90488" cy="112713"/>
            </a:xfrm>
            <a:custGeom>
              <a:avLst/>
              <a:gdLst>
                <a:gd name="T0" fmla="*/ 11 w 24"/>
                <a:gd name="T1" fmla="*/ 29 h 30"/>
                <a:gd name="T2" fmla="*/ 11 w 24"/>
                <a:gd name="T3" fmla="*/ 23 h 30"/>
                <a:gd name="T4" fmla="*/ 8 w 24"/>
                <a:gd name="T5" fmla="*/ 21 h 30"/>
                <a:gd name="T6" fmla="*/ 0 w 24"/>
                <a:gd name="T7" fmla="*/ 20 h 30"/>
                <a:gd name="T8" fmla="*/ 12 w 24"/>
                <a:gd name="T9" fmla="*/ 1 h 30"/>
                <a:gd name="T10" fmla="*/ 15 w 24"/>
                <a:gd name="T11" fmla="*/ 1 h 30"/>
                <a:gd name="T12" fmla="*/ 19 w 24"/>
                <a:gd name="T13" fmla="*/ 1 h 30"/>
                <a:gd name="T14" fmla="*/ 19 w 24"/>
                <a:gd name="T15" fmla="*/ 7 h 30"/>
                <a:gd name="T16" fmla="*/ 21 w 24"/>
                <a:gd name="T17" fmla="*/ 14 h 30"/>
                <a:gd name="T18" fmla="*/ 24 w 24"/>
                <a:gd name="T19" fmla="*/ 14 h 30"/>
                <a:gd name="T20" fmla="*/ 24 w 24"/>
                <a:gd name="T21" fmla="*/ 20 h 30"/>
                <a:gd name="T22" fmla="*/ 19 w 24"/>
                <a:gd name="T23" fmla="*/ 21 h 30"/>
                <a:gd name="T24" fmla="*/ 19 w 24"/>
                <a:gd name="T25" fmla="*/ 28 h 30"/>
                <a:gd name="T26" fmla="*/ 12 w 24"/>
                <a:gd name="T27" fmla="*/ 30 h 30"/>
                <a:gd name="T28" fmla="*/ 14 w 24"/>
                <a:gd name="T29" fmla="*/ 23 h 30"/>
                <a:gd name="T30" fmla="*/ 16 w 24"/>
                <a:gd name="T31" fmla="*/ 27 h 30"/>
                <a:gd name="T32" fmla="*/ 16 w 24"/>
                <a:gd name="T33" fmla="*/ 20 h 30"/>
                <a:gd name="T34" fmla="*/ 18 w 24"/>
                <a:gd name="T35" fmla="*/ 19 h 30"/>
                <a:gd name="T36" fmla="*/ 22 w 24"/>
                <a:gd name="T37" fmla="*/ 16 h 30"/>
                <a:gd name="T38" fmla="*/ 17 w 24"/>
                <a:gd name="T39" fmla="*/ 16 h 30"/>
                <a:gd name="T40" fmla="*/ 17 w 24"/>
                <a:gd name="T41" fmla="*/ 7 h 30"/>
                <a:gd name="T42" fmla="*/ 15 w 24"/>
                <a:gd name="T43" fmla="*/ 3 h 30"/>
                <a:gd name="T44" fmla="*/ 13 w 24"/>
                <a:gd name="T45" fmla="*/ 3 h 30"/>
                <a:gd name="T46" fmla="*/ 3 w 24"/>
                <a:gd name="T47" fmla="*/ 19 h 30"/>
                <a:gd name="T48" fmla="*/ 12 w 24"/>
                <a:gd name="T49" fmla="*/ 19 h 30"/>
                <a:gd name="T50" fmla="*/ 13 w 24"/>
                <a:gd name="T51" fmla="*/ 19 h 30"/>
                <a:gd name="T52" fmla="*/ 13 w 24"/>
                <a:gd name="T53" fmla="*/ 16 h 30"/>
                <a:gd name="T54" fmla="*/ 6 w 24"/>
                <a:gd name="T55" fmla="*/ 15 h 30"/>
                <a:gd name="T56" fmla="*/ 12 w 24"/>
                <a:gd name="T57" fmla="*/ 7 h 30"/>
                <a:gd name="T58" fmla="*/ 15 w 24"/>
                <a:gd name="T59" fmla="*/ 8 h 30"/>
                <a:gd name="T60" fmla="*/ 14 w 24"/>
                <a:gd name="T61" fmla="*/ 15 h 30"/>
                <a:gd name="T62" fmla="*/ 10 w 24"/>
                <a:gd name="T63" fmla="*/ 13 h 30"/>
                <a:gd name="T64" fmla="*/ 12 w 24"/>
                <a:gd name="T65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30">
                  <a:moveTo>
                    <a:pt x="12" y="30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8"/>
                  </a:cubicBezTo>
                  <a:cubicBezTo>
                    <a:pt x="11" y="26"/>
                    <a:pt x="11" y="24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9" y="21"/>
                    <a:pt x="8" y="21"/>
                  </a:cubicBezTo>
                  <a:cubicBezTo>
                    <a:pt x="6" y="21"/>
                    <a:pt x="4" y="21"/>
                    <a:pt x="2" y="21"/>
                  </a:cubicBezTo>
                  <a:cubicBezTo>
                    <a:pt x="1" y="21"/>
                    <a:pt x="1" y="21"/>
                    <a:pt x="0" y="20"/>
                  </a:cubicBezTo>
                  <a:cubicBezTo>
                    <a:pt x="0" y="19"/>
                    <a:pt x="0" y="18"/>
                    <a:pt x="0" y="16"/>
                  </a:cubicBezTo>
                  <a:cubicBezTo>
                    <a:pt x="1" y="14"/>
                    <a:pt x="8" y="5"/>
                    <a:pt x="12" y="1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8" y="1"/>
                    <a:pt x="18" y="1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2"/>
                  </a:cubicBezTo>
                  <a:cubicBezTo>
                    <a:pt x="20" y="4"/>
                    <a:pt x="20" y="5"/>
                    <a:pt x="19" y="7"/>
                  </a:cubicBezTo>
                  <a:cubicBezTo>
                    <a:pt x="19" y="9"/>
                    <a:pt x="19" y="11"/>
                    <a:pt x="19" y="14"/>
                  </a:cubicBezTo>
                  <a:cubicBezTo>
                    <a:pt x="20" y="14"/>
                    <a:pt x="21" y="14"/>
                    <a:pt x="21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4"/>
                    <a:pt x="24" y="14"/>
                    <a:pt x="24" y="14"/>
                  </a:cubicBezTo>
                  <a:cubicBezTo>
                    <a:pt x="24" y="14"/>
                    <a:pt x="24" y="15"/>
                    <a:pt x="24" y="1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1"/>
                    <a:pt x="24" y="21"/>
                    <a:pt x="23" y="21"/>
                  </a:cubicBezTo>
                  <a:cubicBezTo>
                    <a:pt x="22" y="21"/>
                    <a:pt x="20" y="21"/>
                    <a:pt x="19" y="21"/>
                  </a:cubicBezTo>
                  <a:cubicBezTo>
                    <a:pt x="19" y="23"/>
                    <a:pt x="19" y="25"/>
                    <a:pt x="19" y="26"/>
                  </a:cubicBezTo>
                  <a:cubicBezTo>
                    <a:pt x="19" y="27"/>
                    <a:pt x="18" y="28"/>
                    <a:pt x="19" y="28"/>
                  </a:cubicBezTo>
                  <a:cubicBezTo>
                    <a:pt x="19" y="29"/>
                    <a:pt x="18" y="29"/>
                    <a:pt x="17" y="29"/>
                  </a:cubicBezTo>
                  <a:lnTo>
                    <a:pt x="12" y="30"/>
                  </a:lnTo>
                  <a:close/>
                  <a:moveTo>
                    <a:pt x="14" y="20"/>
                  </a:moveTo>
                  <a:cubicBezTo>
                    <a:pt x="14" y="23"/>
                    <a:pt x="14" y="23"/>
                    <a:pt x="14" y="23"/>
                  </a:cubicBezTo>
                  <a:cubicBezTo>
                    <a:pt x="14" y="24"/>
                    <a:pt x="14" y="25"/>
                    <a:pt x="14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5"/>
                    <a:pt x="16" y="22"/>
                    <a:pt x="16" y="20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9"/>
                    <a:pt x="17" y="18"/>
                    <a:pt x="18" y="19"/>
                  </a:cubicBezTo>
                  <a:cubicBezTo>
                    <a:pt x="19" y="19"/>
                    <a:pt x="20" y="19"/>
                    <a:pt x="22" y="1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0" y="16"/>
                    <a:pt x="20" y="16"/>
                    <a:pt x="19" y="16"/>
                  </a:cubicBezTo>
                  <a:cubicBezTo>
                    <a:pt x="18" y="16"/>
                    <a:pt x="18" y="16"/>
                    <a:pt x="17" y="16"/>
                  </a:cubicBezTo>
                  <a:cubicBezTo>
                    <a:pt x="17" y="15"/>
                    <a:pt x="16" y="15"/>
                    <a:pt x="16" y="14"/>
                  </a:cubicBezTo>
                  <a:cubicBezTo>
                    <a:pt x="16" y="11"/>
                    <a:pt x="17" y="9"/>
                    <a:pt x="17" y="7"/>
                  </a:cubicBezTo>
                  <a:cubicBezTo>
                    <a:pt x="17" y="6"/>
                    <a:pt x="17" y="5"/>
                    <a:pt x="17" y="3"/>
                  </a:cubicBezTo>
                  <a:cubicBezTo>
                    <a:pt x="17" y="3"/>
                    <a:pt x="16" y="3"/>
                    <a:pt x="15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7"/>
                    <a:pt x="3" y="15"/>
                    <a:pt x="3" y="17"/>
                  </a:cubicBezTo>
                  <a:cubicBezTo>
                    <a:pt x="3" y="17"/>
                    <a:pt x="3" y="18"/>
                    <a:pt x="3" y="19"/>
                  </a:cubicBezTo>
                  <a:cubicBezTo>
                    <a:pt x="5" y="19"/>
                    <a:pt x="6" y="19"/>
                    <a:pt x="8" y="19"/>
                  </a:cubicBezTo>
                  <a:cubicBezTo>
                    <a:pt x="9" y="19"/>
                    <a:pt x="11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4" y="19"/>
                    <a:pt x="14" y="20"/>
                  </a:cubicBezTo>
                  <a:close/>
                  <a:moveTo>
                    <a:pt x="13" y="16"/>
                  </a:moveTo>
                  <a:cubicBezTo>
                    <a:pt x="11" y="16"/>
                    <a:pt x="9" y="16"/>
                    <a:pt x="7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8" y="12"/>
                    <a:pt x="10" y="9"/>
                    <a:pt x="12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5" y="7"/>
                    <a:pt x="15" y="8"/>
                    <a:pt x="15" y="8"/>
                  </a:cubicBezTo>
                  <a:cubicBezTo>
                    <a:pt x="15" y="9"/>
                    <a:pt x="15" y="10"/>
                    <a:pt x="14" y="12"/>
                  </a:cubicBezTo>
                  <a:cubicBezTo>
                    <a:pt x="14" y="13"/>
                    <a:pt x="14" y="14"/>
                    <a:pt x="14" y="15"/>
                  </a:cubicBezTo>
                  <a:cubicBezTo>
                    <a:pt x="14" y="16"/>
                    <a:pt x="14" y="16"/>
                    <a:pt x="13" y="16"/>
                  </a:cubicBezTo>
                  <a:close/>
                  <a:moveTo>
                    <a:pt x="10" y="13"/>
                  </a:moveTo>
                  <a:cubicBezTo>
                    <a:pt x="11" y="13"/>
                    <a:pt x="11" y="13"/>
                    <a:pt x="12" y="13"/>
                  </a:cubicBezTo>
                  <a:cubicBezTo>
                    <a:pt x="12" y="13"/>
                    <a:pt x="12" y="12"/>
                    <a:pt x="12" y="11"/>
                  </a:cubicBezTo>
                  <a:cubicBezTo>
                    <a:pt x="11" y="12"/>
                    <a:pt x="11" y="13"/>
                    <a:pt x="10" y="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8" name="任意多边形 88"/>
          <p:cNvSpPr/>
          <p:nvPr/>
        </p:nvSpPr>
        <p:spPr>
          <a:xfrm>
            <a:off x="899592" y="469278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任意多边形 88"/>
          <p:cNvSpPr/>
          <p:nvPr/>
        </p:nvSpPr>
        <p:spPr>
          <a:xfrm>
            <a:off x="1375383" y="525655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任意多边形 88"/>
          <p:cNvSpPr/>
          <p:nvPr/>
        </p:nvSpPr>
        <p:spPr>
          <a:xfrm>
            <a:off x="1985125" y="582032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任意多边形 88"/>
          <p:cNvSpPr/>
          <p:nvPr/>
        </p:nvSpPr>
        <p:spPr>
          <a:xfrm>
            <a:off x="2585146" y="6384093"/>
            <a:ext cx="2171065" cy="31866"/>
          </a:xfrm>
          <a:custGeom>
            <a:avLst/>
            <a:gdLst>
              <a:gd name="connsiteX0" fmla="*/ 0 w 12338831"/>
              <a:gd name="connsiteY0" fmla="*/ 85134 h 212859"/>
              <a:gd name="connsiteX1" fmla="*/ 2796363 w 12338831"/>
              <a:gd name="connsiteY1" fmla="*/ 138297 h 212859"/>
              <a:gd name="connsiteX2" fmla="*/ 5252483 w 12338831"/>
              <a:gd name="connsiteY2" fmla="*/ 21339 h 212859"/>
              <a:gd name="connsiteX3" fmla="*/ 6730409 w 12338831"/>
              <a:gd name="connsiteY3" fmla="*/ 31971 h 212859"/>
              <a:gd name="connsiteX4" fmla="*/ 9707525 w 12338831"/>
              <a:gd name="connsiteY4" fmla="*/ 212725 h 212859"/>
              <a:gd name="connsiteX5" fmla="*/ 12269972 w 12338831"/>
              <a:gd name="connsiteY5" fmla="*/ 74 h 212859"/>
              <a:gd name="connsiteX6" fmla="*/ 11557590 w 12338831"/>
              <a:gd name="connsiteY6" fmla="*/ 191460 h 212859"/>
              <a:gd name="connsiteX0-1" fmla="*/ 0 w 12555671"/>
              <a:gd name="connsiteY0-2" fmla="*/ 85072 h 223296"/>
              <a:gd name="connsiteX1-3" fmla="*/ 2796363 w 12555671"/>
              <a:gd name="connsiteY1-4" fmla="*/ 138235 h 223296"/>
              <a:gd name="connsiteX2-5" fmla="*/ 5252483 w 12555671"/>
              <a:gd name="connsiteY2-6" fmla="*/ 21277 h 223296"/>
              <a:gd name="connsiteX3-7" fmla="*/ 6730409 w 12555671"/>
              <a:gd name="connsiteY3-8" fmla="*/ 31909 h 223296"/>
              <a:gd name="connsiteX4-9" fmla="*/ 9707525 w 12555671"/>
              <a:gd name="connsiteY4-10" fmla="*/ 212663 h 223296"/>
              <a:gd name="connsiteX5-11" fmla="*/ 12269972 w 12555671"/>
              <a:gd name="connsiteY5-12" fmla="*/ 12 h 223296"/>
              <a:gd name="connsiteX6-13" fmla="*/ 12355032 w 12555671"/>
              <a:gd name="connsiteY6-14" fmla="*/ 223296 h 223296"/>
              <a:gd name="connsiteX0-15" fmla="*/ 0 w 12555671"/>
              <a:gd name="connsiteY0-16" fmla="*/ 85072 h 223296"/>
              <a:gd name="connsiteX1-17" fmla="*/ 2796363 w 12555671"/>
              <a:gd name="connsiteY1-18" fmla="*/ 138235 h 223296"/>
              <a:gd name="connsiteX2-19" fmla="*/ 5252483 w 12555671"/>
              <a:gd name="connsiteY2-20" fmla="*/ 21277 h 223296"/>
              <a:gd name="connsiteX3-21" fmla="*/ 6730409 w 12555671"/>
              <a:gd name="connsiteY3-22" fmla="*/ 31909 h 223296"/>
              <a:gd name="connsiteX4-23" fmla="*/ 9707525 w 12555671"/>
              <a:gd name="connsiteY4-24" fmla="*/ 212663 h 223296"/>
              <a:gd name="connsiteX5-25" fmla="*/ 12269972 w 12555671"/>
              <a:gd name="connsiteY5-26" fmla="*/ 12 h 223296"/>
              <a:gd name="connsiteX6-27" fmla="*/ 12355032 w 12555671"/>
              <a:gd name="connsiteY6-28" fmla="*/ 223296 h 223296"/>
              <a:gd name="connsiteX0-29" fmla="*/ 0 w 12269972"/>
              <a:gd name="connsiteY0-30" fmla="*/ 85072 h 212797"/>
              <a:gd name="connsiteX1-31" fmla="*/ 2796363 w 12269972"/>
              <a:gd name="connsiteY1-32" fmla="*/ 138235 h 212797"/>
              <a:gd name="connsiteX2-33" fmla="*/ 5252483 w 12269972"/>
              <a:gd name="connsiteY2-34" fmla="*/ 21277 h 212797"/>
              <a:gd name="connsiteX3-35" fmla="*/ 6730409 w 12269972"/>
              <a:gd name="connsiteY3-36" fmla="*/ 31909 h 212797"/>
              <a:gd name="connsiteX4-37" fmla="*/ 9707525 w 12269972"/>
              <a:gd name="connsiteY4-38" fmla="*/ 212663 h 212797"/>
              <a:gd name="connsiteX5-39" fmla="*/ 12269972 w 12269972"/>
              <a:gd name="connsiteY5-40" fmla="*/ 12 h 212797"/>
              <a:gd name="connsiteX0-41" fmla="*/ 0 w 12269972"/>
              <a:gd name="connsiteY0-42" fmla="*/ 85060 h 212785"/>
              <a:gd name="connsiteX1-43" fmla="*/ 2796363 w 12269972"/>
              <a:gd name="connsiteY1-44" fmla="*/ 138223 h 212785"/>
              <a:gd name="connsiteX2-45" fmla="*/ 5252483 w 12269972"/>
              <a:gd name="connsiteY2-46" fmla="*/ 21265 h 212785"/>
              <a:gd name="connsiteX3-47" fmla="*/ 6730409 w 12269972"/>
              <a:gd name="connsiteY3-48" fmla="*/ 31897 h 212785"/>
              <a:gd name="connsiteX4-49" fmla="*/ 9707525 w 12269972"/>
              <a:gd name="connsiteY4-50" fmla="*/ 212651 h 212785"/>
              <a:gd name="connsiteX5-51" fmla="*/ 12269972 w 12269972"/>
              <a:gd name="connsiteY5-52" fmla="*/ 0 h 212785"/>
              <a:gd name="connsiteX0-53" fmla="*/ 0 w 12269972"/>
              <a:gd name="connsiteY0-54" fmla="*/ 85060 h 212785"/>
              <a:gd name="connsiteX1-55" fmla="*/ 2796363 w 12269972"/>
              <a:gd name="connsiteY1-56" fmla="*/ 138223 h 212785"/>
              <a:gd name="connsiteX2-57" fmla="*/ 6730409 w 12269972"/>
              <a:gd name="connsiteY2-58" fmla="*/ 31897 h 212785"/>
              <a:gd name="connsiteX3-59" fmla="*/ 9707525 w 12269972"/>
              <a:gd name="connsiteY3-60" fmla="*/ 212651 h 212785"/>
              <a:gd name="connsiteX4-61" fmla="*/ 12269972 w 12269972"/>
              <a:gd name="connsiteY4-62" fmla="*/ 0 h 212785"/>
              <a:gd name="connsiteX0-63" fmla="*/ 0 w 12269972"/>
              <a:gd name="connsiteY0-64" fmla="*/ 85060 h 212785"/>
              <a:gd name="connsiteX1-65" fmla="*/ 2796363 w 12269972"/>
              <a:gd name="connsiteY1-66" fmla="*/ 138223 h 212785"/>
              <a:gd name="connsiteX2-67" fmla="*/ 6730408 w 12269972"/>
              <a:gd name="connsiteY2-68" fmla="*/ 31897 h 212785"/>
              <a:gd name="connsiteX3-69" fmla="*/ 9707525 w 12269972"/>
              <a:gd name="connsiteY3-70" fmla="*/ 212651 h 212785"/>
              <a:gd name="connsiteX4-71" fmla="*/ 12269972 w 12269972"/>
              <a:gd name="connsiteY4-72" fmla="*/ 0 h 212785"/>
              <a:gd name="connsiteX0-73" fmla="*/ 0 w 12269972"/>
              <a:gd name="connsiteY0-74" fmla="*/ 85060 h 212651"/>
              <a:gd name="connsiteX1-75" fmla="*/ 2796363 w 12269972"/>
              <a:gd name="connsiteY1-76" fmla="*/ 138223 h 212651"/>
              <a:gd name="connsiteX2-77" fmla="*/ 9707525 w 12269972"/>
              <a:gd name="connsiteY2-78" fmla="*/ 212651 h 212651"/>
              <a:gd name="connsiteX3-79" fmla="*/ 12269972 w 12269972"/>
              <a:gd name="connsiteY3-80" fmla="*/ 0 h 212651"/>
              <a:gd name="connsiteX0-81" fmla="*/ 0 w 12269972"/>
              <a:gd name="connsiteY0-82" fmla="*/ 85060 h 138223"/>
              <a:gd name="connsiteX1-83" fmla="*/ 2796363 w 12269972"/>
              <a:gd name="connsiteY1-84" fmla="*/ 138223 h 138223"/>
              <a:gd name="connsiteX2-85" fmla="*/ 7433632 w 12269972"/>
              <a:gd name="connsiteY2-86" fmla="*/ 100095 h 138223"/>
              <a:gd name="connsiteX3-87" fmla="*/ 12269972 w 12269972"/>
              <a:gd name="connsiteY3-88" fmla="*/ 0 h 138223"/>
              <a:gd name="connsiteX0-89" fmla="*/ 0 w 10182972"/>
              <a:gd name="connsiteY0-90" fmla="*/ 12702 h 65865"/>
              <a:gd name="connsiteX1-91" fmla="*/ 2796363 w 10182972"/>
              <a:gd name="connsiteY1-92" fmla="*/ 65865 h 65865"/>
              <a:gd name="connsiteX2-93" fmla="*/ 7433632 w 10182972"/>
              <a:gd name="connsiteY2-94" fmla="*/ 27737 h 65865"/>
              <a:gd name="connsiteX3-95" fmla="*/ 10182972 w 10182972"/>
              <a:gd name="connsiteY3-96" fmla="*/ 0 h 65865"/>
              <a:gd name="connsiteX0-97" fmla="*/ 0 w 10182972"/>
              <a:gd name="connsiteY0-98" fmla="*/ 12702 h 65865"/>
              <a:gd name="connsiteX1-99" fmla="*/ 2796363 w 10182972"/>
              <a:gd name="connsiteY1-100" fmla="*/ 65865 h 65865"/>
              <a:gd name="connsiteX2-101" fmla="*/ 7433632 w 10182972"/>
              <a:gd name="connsiteY2-102" fmla="*/ 27737 h 65865"/>
              <a:gd name="connsiteX3-103" fmla="*/ 10182972 w 10182972"/>
              <a:gd name="connsiteY3-104" fmla="*/ 0 h 65865"/>
              <a:gd name="connsiteX0-105" fmla="*/ 0 w 10182972"/>
              <a:gd name="connsiteY0-106" fmla="*/ 12702 h 75976"/>
              <a:gd name="connsiteX1-107" fmla="*/ 2796363 w 10182972"/>
              <a:gd name="connsiteY1-108" fmla="*/ 65865 h 75976"/>
              <a:gd name="connsiteX2-109" fmla="*/ 6499155 w 10182972"/>
              <a:gd name="connsiteY2-110" fmla="*/ 75976 h 75976"/>
              <a:gd name="connsiteX3-111" fmla="*/ 10182972 w 10182972"/>
              <a:gd name="connsiteY3-112" fmla="*/ 0 h 75976"/>
              <a:gd name="connsiteX0-113" fmla="*/ 0 w 10182972"/>
              <a:gd name="connsiteY0-114" fmla="*/ 12702 h 75976"/>
              <a:gd name="connsiteX1-115" fmla="*/ 3699691 w 10182972"/>
              <a:gd name="connsiteY1-116" fmla="*/ 17626 h 75976"/>
              <a:gd name="connsiteX2-117" fmla="*/ 6499155 w 10182972"/>
              <a:gd name="connsiteY2-118" fmla="*/ 75976 h 75976"/>
              <a:gd name="connsiteX3-119" fmla="*/ 10182972 w 10182972"/>
              <a:gd name="connsiteY3-120" fmla="*/ 0 h 75976"/>
              <a:gd name="connsiteX0-121" fmla="*/ 0 w 10182972"/>
              <a:gd name="connsiteY0-122" fmla="*/ 12702 h 59897"/>
              <a:gd name="connsiteX1-123" fmla="*/ 3699691 w 10182972"/>
              <a:gd name="connsiteY1-124" fmla="*/ 17626 h 59897"/>
              <a:gd name="connsiteX2-125" fmla="*/ 6218813 w 10182972"/>
              <a:gd name="connsiteY2-126" fmla="*/ 59897 h 59897"/>
              <a:gd name="connsiteX3-127" fmla="*/ 10182972 w 10182972"/>
              <a:gd name="connsiteY3-128" fmla="*/ 0 h 59897"/>
              <a:gd name="connsiteX0-129" fmla="*/ 0 w 9248495"/>
              <a:gd name="connsiteY0-130" fmla="*/ 12702 h 59897"/>
              <a:gd name="connsiteX1-131" fmla="*/ 3699691 w 9248495"/>
              <a:gd name="connsiteY1-132" fmla="*/ 17626 h 59897"/>
              <a:gd name="connsiteX2-133" fmla="*/ 6218813 w 9248495"/>
              <a:gd name="connsiteY2-134" fmla="*/ 59897 h 59897"/>
              <a:gd name="connsiteX3-135" fmla="*/ 9248495 w 9248495"/>
              <a:gd name="connsiteY3-136" fmla="*/ 0 h 59897"/>
              <a:gd name="connsiteX0-137" fmla="*/ 0 w 9248495"/>
              <a:gd name="connsiteY0-138" fmla="*/ 12702 h 27738"/>
              <a:gd name="connsiteX1-139" fmla="*/ 3699691 w 9248495"/>
              <a:gd name="connsiteY1-140" fmla="*/ 17626 h 27738"/>
              <a:gd name="connsiteX2-141" fmla="*/ 6218813 w 9248495"/>
              <a:gd name="connsiteY2-142" fmla="*/ 27738 h 27738"/>
              <a:gd name="connsiteX3-143" fmla="*/ 9248495 w 9248495"/>
              <a:gd name="connsiteY3-144" fmla="*/ 0 h 27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48495" h="27738">
                <a:moveTo>
                  <a:pt x="0" y="12702"/>
                </a:moveTo>
                <a:cubicBezTo>
                  <a:pt x="960474" y="44599"/>
                  <a:pt x="2663222" y="15120"/>
                  <a:pt x="3699691" y="17626"/>
                </a:cubicBezTo>
                <a:lnTo>
                  <a:pt x="6218813" y="27738"/>
                </a:lnTo>
                <a:lnTo>
                  <a:pt x="9248495" y="0"/>
                </a:lnTo>
              </a:path>
            </a:pathLst>
          </a:custGeom>
          <a:noFill/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1390254" y="4244888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给定值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924596" y="4885800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测量</a:t>
            </a:r>
            <a:r>
              <a:rPr lang="zh-CN" altLang="en-US" sz="2400" dirty="0">
                <a:solidFill>
                  <a:srgbClr val="C00000"/>
                </a:solidFill>
              </a:rPr>
              <a:t>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474879" y="5449829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比较装置：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112965" y="5954294"/>
            <a:ext cx="1545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干扰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6" name="Text Box 5"/>
          <p:cNvSpPr txBox="1"/>
          <p:nvPr/>
        </p:nvSpPr>
        <p:spPr>
          <a:xfrm>
            <a:off x="3003611" y="3938315"/>
            <a:ext cx="35052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控制器刻度盘指针标定的预定水位高度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7" name="Text Box 7"/>
          <p:cNvSpPr txBox="1"/>
          <p:nvPr/>
        </p:nvSpPr>
        <p:spPr>
          <a:xfrm>
            <a:off x="3668844" y="4817497"/>
            <a:ext cx="32766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浮子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8" name="Text Box 9"/>
          <p:cNvSpPr txBox="1"/>
          <p:nvPr/>
        </p:nvSpPr>
        <p:spPr>
          <a:xfrm>
            <a:off x="4329165" y="5381267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控制器刻度盘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29" name="Text Box 11"/>
          <p:cNvSpPr txBox="1"/>
          <p:nvPr/>
        </p:nvSpPr>
        <p:spPr>
          <a:xfrm>
            <a:off x="4859497" y="5982379"/>
            <a:ext cx="32766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水的流出量的变化都将破坏水位保持恒定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 animBg="1"/>
      <p:bldP spid="121" grpId="0" animBg="1"/>
      <p:bldP spid="126" grpId="0"/>
      <p:bldP spid="127" grpId="0"/>
      <p:bldP spid="128" grpId="0"/>
      <p:bldP spid="1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文本框 145413"/>
          <p:cNvSpPr txBox="1"/>
          <p:nvPr/>
        </p:nvSpPr>
        <p:spPr>
          <a:xfrm>
            <a:off x="1258888" y="330200"/>
            <a:ext cx="73453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9939" y="4725144"/>
            <a:ext cx="8824121" cy="1508124"/>
            <a:chOff x="159939" y="3892747"/>
            <a:chExt cx="8824121" cy="1508124"/>
          </a:xfrm>
        </p:grpSpPr>
        <p:grpSp>
          <p:nvGrpSpPr>
            <p:cNvPr id="9" name="组合 8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12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13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755970" y="4103634"/>
              <a:ext cx="774003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FF"/>
                  </a:solidFill>
                  <a:latin typeface="Tahoma" panose="020B0604030504040204" pitchFamily="34" charset="0"/>
                </a:rPr>
                <a:t>自动控制系统：</a:t>
              </a:r>
              <a:r>
                <a:rPr lang="zh-CN" altLang="en-US" sz="2800" dirty="0">
                  <a:latin typeface="Tahoma" panose="020B0604030504040204" pitchFamily="34" charset="0"/>
                </a:rPr>
                <a:t>指能够完成自动控制任务的设备，一般由</a:t>
              </a:r>
              <a:r>
                <a:rPr lang="zh-CN" altLang="en-US" sz="28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控制装置</a:t>
              </a:r>
              <a:r>
                <a:rPr lang="zh-CN" altLang="en-US" sz="2800" dirty="0">
                  <a:latin typeface="Tahoma" panose="020B0604030504040204" pitchFamily="34" charset="0"/>
                </a:rPr>
                <a:t>和</a:t>
              </a:r>
              <a:r>
                <a:rPr lang="zh-CN" altLang="en-US" sz="28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被控对象</a:t>
              </a:r>
              <a:r>
                <a:rPr lang="zh-CN" altLang="en-US" sz="2800" dirty="0">
                  <a:latin typeface="Tahoma" panose="020B0604030504040204" pitchFamily="34" charset="0"/>
                </a:rPr>
                <a:t>组成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59939" y="2060848"/>
            <a:ext cx="8824121" cy="1872208"/>
            <a:chOff x="159939" y="3892747"/>
            <a:chExt cx="8824121" cy="1595882"/>
          </a:xfrm>
        </p:grpSpPr>
        <p:grpSp>
          <p:nvGrpSpPr>
            <p:cNvPr id="18" name="组合 17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22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3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21" name="文本框 20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755970" y="4103634"/>
              <a:ext cx="774003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自动控制即无人直接参与的情况下，通过控制装置（控制器）使被控对象（或过程）自动地按预定的规律运行。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0" y="1600200"/>
            <a:ext cx="8229600" cy="4525963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FontTx/>
              <a:buNone/>
            </a:pPr>
            <a:r>
              <a:rPr lang="en-US" altLang="zh-CN" dirty="0"/>
              <a:t>  </a:t>
            </a:r>
            <a:endParaRPr lang="en-US" altLang="zh-CN" dirty="0"/>
          </a:p>
        </p:txBody>
      </p:sp>
      <p:sp>
        <p:nvSpPr>
          <p:cNvPr id="33795" name="文本框 192526"/>
          <p:cNvSpPr txBox="1"/>
          <p:nvPr/>
        </p:nvSpPr>
        <p:spPr>
          <a:xfrm>
            <a:off x="755576" y="1244097"/>
            <a:ext cx="7272808" cy="18158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自动控制技术：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利用外加设备或装置（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控制装置、控制器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），使机器、设备或生产过程（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被控对象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）的某个工作状态或参数（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被控量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）自动地按预定的规律运行（</a:t>
            </a: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控制目标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）。</a:t>
            </a:r>
            <a:endParaRPr lang="zh-CN" altLang="en-US" sz="2800" b="1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3798" name="直接连接符 192532"/>
          <p:cNvSpPr/>
          <p:nvPr/>
        </p:nvSpPr>
        <p:spPr>
          <a:xfrm>
            <a:off x="2581275" y="4365352"/>
            <a:ext cx="968375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9" name="直接连接符 192534"/>
          <p:cNvSpPr/>
          <p:nvPr/>
        </p:nvSpPr>
        <p:spPr>
          <a:xfrm>
            <a:off x="4848225" y="4365352"/>
            <a:ext cx="1484313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0" name="矩形 192535"/>
          <p:cNvSpPr/>
          <p:nvPr/>
        </p:nvSpPr>
        <p:spPr>
          <a:xfrm>
            <a:off x="4870451" y="3717651"/>
            <a:ext cx="1290637" cy="7191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被控量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801" name="直接连接符 192536"/>
          <p:cNvSpPr/>
          <p:nvPr/>
        </p:nvSpPr>
        <p:spPr>
          <a:xfrm>
            <a:off x="6550025" y="4797152"/>
            <a:ext cx="2065338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2" name="直接连接符 192537"/>
          <p:cNvSpPr/>
          <p:nvPr/>
        </p:nvSpPr>
        <p:spPr>
          <a:xfrm flipV="1">
            <a:off x="6550025" y="3357289"/>
            <a:ext cx="0" cy="1439863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3" name="任意多边形 192539"/>
          <p:cNvSpPr/>
          <p:nvPr/>
        </p:nvSpPr>
        <p:spPr>
          <a:xfrm>
            <a:off x="6673850" y="3620814"/>
            <a:ext cx="1871663" cy="5286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315" h="333">
                <a:moveTo>
                  <a:pt x="0" y="333"/>
                </a:moveTo>
                <a:cubicBezTo>
                  <a:pt x="49" y="257"/>
                  <a:pt x="98" y="181"/>
                  <a:pt x="181" y="151"/>
                </a:cubicBezTo>
                <a:cubicBezTo>
                  <a:pt x="264" y="121"/>
                  <a:pt x="408" y="166"/>
                  <a:pt x="499" y="151"/>
                </a:cubicBezTo>
                <a:cubicBezTo>
                  <a:pt x="590" y="136"/>
                  <a:pt x="643" y="83"/>
                  <a:pt x="726" y="60"/>
                </a:cubicBezTo>
                <a:cubicBezTo>
                  <a:pt x="809" y="37"/>
                  <a:pt x="900" y="0"/>
                  <a:pt x="998" y="15"/>
                </a:cubicBezTo>
                <a:cubicBezTo>
                  <a:pt x="1096" y="30"/>
                  <a:pt x="1262" y="128"/>
                  <a:pt x="1315" y="151"/>
                </a:cubicBezTo>
              </a:path>
            </a:pathLst>
          </a:custGeom>
          <a:noFill/>
          <a:ln w="12700" cap="flat" cmpd="sng">
            <a:solidFill>
              <a:schemeClr val="folHlink">
                <a:alpha val="10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04" name="文本框 192540"/>
          <p:cNvSpPr txBox="1"/>
          <p:nvPr/>
        </p:nvSpPr>
        <p:spPr>
          <a:xfrm>
            <a:off x="1827643" y="5579623"/>
            <a:ext cx="573801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仿宋_GB2312" pitchFamily="49" charset="-122"/>
                <a:ea typeface="仿宋_GB2312" pitchFamily="49" charset="-122"/>
              </a:rPr>
              <a:t>应用领域：</a:t>
            </a:r>
            <a:r>
              <a:rPr lang="zh-CN" altLang="en-US" sz="2800" b="1" dirty="0">
                <a:latin typeface="仿宋_GB2312" pitchFamily="49" charset="-122"/>
                <a:ea typeface="仿宋_GB2312" pitchFamily="49" charset="-122"/>
              </a:rPr>
              <a:t>人类活动的各个领域。</a:t>
            </a:r>
            <a:endParaRPr lang="zh-CN" altLang="en-US" sz="2800" b="1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3805" name="文本框 145413"/>
          <p:cNvSpPr txBox="1"/>
          <p:nvPr/>
        </p:nvSpPr>
        <p:spPr>
          <a:xfrm>
            <a:off x="1235075" y="312738"/>
            <a:ext cx="73437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9349" y="4126682"/>
            <a:ext cx="1230155" cy="542759"/>
            <a:chOff x="159939" y="3892747"/>
            <a:chExt cx="8867509" cy="1508124"/>
          </a:xfrm>
        </p:grpSpPr>
        <p:grpSp>
          <p:nvGrpSpPr>
            <p:cNvPr id="15" name="组合 14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19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0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8" name="文本框 17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441515" y="3892747"/>
              <a:ext cx="7585933" cy="1453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FF"/>
                  </a:solidFill>
                  <a:latin typeface="Tahoma" panose="020B0604030504040204" pitchFamily="34" charset="0"/>
                </a:rPr>
                <a:t>对象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62884" y="4124774"/>
            <a:ext cx="1321264" cy="542759"/>
            <a:chOff x="159939" y="3892747"/>
            <a:chExt cx="9524263" cy="1508124"/>
          </a:xfrm>
        </p:grpSpPr>
        <p:grpSp>
          <p:nvGrpSpPr>
            <p:cNvPr id="22" name="组合 21"/>
            <p:cNvGrpSpPr/>
            <p:nvPr/>
          </p:nvGrpSpPr>
          <p:grpSpPr>
            <a:xfrm>
              <a:off x="159939" y="3892747"/>
              <a:ext cx="8824121" cy="1508124"/>
              <a:chOff x="3162913" y="952500"/>
              <a:chExt cx="2785287" cy="720360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3195801" y="952500"/>
                <a:ext cx="2752399" cy="720360"/>
                <a:chOff x="1470499" y="1595070"/>
                <a:chExt cx="2764985" cy="1569985"/>
              </a:xfrm>
              <a:noFill/>
            </p:grpSpPr>
            <p:sp>
              <p:nvSpPr>
                <p:cNvPr id="26" name="椭圆 31"/>
                <p:cNvSpPr/>
                <p:nvPr/>
              </p:nvSpPr>
              <p:spPr>
                <a:xfrm>
                  <a:off x="1470499" y="1595070"/>
                  <a:ext cx="2764985" cy="1569985"/>
                </a:xfrm>
                <a:custGeom>
                  <a:avLst/>
                  <a:gdLst>
                    <a:gd name="connsiteX0" fmla="*/ 0 w 656493"/>
                    <a:gd name="connsiteY0" fmla="*/ 316523 h 633046"/>
                    <a:gd name="connsiteX1" fmla="*/ 328247 w 656493"/>
                    <a:gd name="connsiteY1" fmla="*/ 0 h 633046"/>
                    <a:gd name="connsiteX2" fmla="*/ 656494 w 656493"/>
                    <a:gd name="connsiteY2" fmla="*/ 316523 h 633046"/>
                    <a:gd name="connsiteX3" fmla="*/ 328247 w 656493"/>
                    <a:gd name="connsiteY3" fmla="*/ 633046 h 633046"/>
                    <a:gd name="connsiteX4" fmla="*/ 0 w 656493"/>
                    <a:gd name="connsiteY4" fmla="*/ 316523 h 633046"/>
                    <a:gd name="connsiteX0-1" fmla="*/ 328247 w 656494"/>
                    <a:gd name="connsiteY0-2" fmla="*/ 0 h 633046"/>
                    <a:gd name="connsiteX1-3" fmla="*/ 656494 w 656494"/>
                    <a:gd name="connsiteY1-4" fmla="*/ 316523 h 633046"/>
                    <a:gd name="connsiteX2-5" fmla="*/ 328247 w 656494"/>
                    <a:gd name="connsiteY2-6" fmla="*/ 633046 h 633046"/>
                    <a:gd name="connsiteX3-7" fmla="*/ 0 w 656494"/>
                    <a:gd name="connsiteY3-8" fmla="*/ 316523 h 633046"/>
                    <a:gd name="connsiteX4-9" fmla="*/ 419687 w 656494"/>
                    <a:gd name="connsiteY4-10" fmla="*/ 91440 h 633046"/>
                    <a:gd name="connsiteX0-11" fmla="*/ 402964 w 731211"/>
                    <a:gd name="connsiteY0-12" fmla="*/ 0 h 633046"/>
                    <a:gd name="connsiteX1-13" fmla="*/ 731211 w 731211"/>
                    <a:gd name="connsiteY1-14" fmla="*/ 316523 h 633046"/>
                    <a:gd name="connsiteX2-15" fmla="*/ 402964 w 731211"/>
                    <a:gd name="connsiteY2-16" fmla="*/ 633046 h 633046"/>
                    <a:gd name="connsiteX3-17" fmla="*/ 74717 w 731211"/>
                    <a:gd name="connsiteY3-18" fmla="*/ 316523 h 633046"/>
                    <a:gd name="connsiteX4-19" fmla="*/ 161895 w 731211"/>
                    <a:gd name="connsiteY4-20" fmla="*/ 152400 h 633046"/>
                    <a:gd name="connsiteX0-21" fmla="*/ 353700 w 681947"/>
                    <a:gd name="connsiteY0-22" fmla="*/ 0 h 633046"/>
                    <a:gd name="connsiteX1-23" fmla="*/ 681947 w 681947"/>
                    <a:gd name="connsiteY1-24" fmla="*/ 316523 h 633046"/>
                    <a:gd name="connsiteX2-25" fmla="*/ 353700 w 681947"/>
                    <a:gd name="connsiteY2-26" fmla="*/ 633046 h 633046"/>
                    <a:gd name="connsiteX3-27" fmla="*/ 25453 w 681947"/>
                    <a:gd name="connsiteY3-28" fmla="*/ 316523 h 633046"/>
                    <a:gd name="connsiteX4-29" fmla="*/ 112631 w 681947"/>
                    <a:gd name="connsiteY4-30" fmla="*/ 152400 h 633046"/>
                    <a:gd name="connsiteX0-31" fmla="*/ 341249 w 669496"/>
                    <a:gd name="connsiteY0-32" fmla="*/ 0 h 633046"/>
                    <a:gd name="connsiteX1-33" fmla="*/ 669496 w 669496"/>
                    <a:gd name="connsiteY1-34" fmla="*/ 316523 h 633046"/>
                    <a:gd name="connsiteX2-35" fmla="*/ 341249 w 669496"/>
                    <a:gd name="connsiteY2-36" fmla="*/ 633046 h 633046"/>
                    <a:gd name="connsiteX3-37" fmla="*/ 13002 w 669496"/>
                    <a:gd name="connsiteY3-38" fmla="*/ 316523 h 633046"/>
                    <a:gd name="connsiteX4-39" fmla="*/ 100180 w 669496"/>
                    <a:gd name="connsiteY4-40" fmla="*/ 152400 h 633046"/>
                    <a:gd name="connsiteX0-41" fmla="*/ 347951 w 676198"/>
                    <a:gd name="connsiteY0-42" fmla="*/ 0 h 633046"/>
                    <a:gd name="connsiteX1-43" fmla="*/ 676198 w 676198"/>
                    <a:gd name="connsiteY1-44" fmla="*/ 316523 h 633046"/>
                    <a:gd name="connsiteX2-45" fmla="*/ 347951 w 676198"/>
                    <a:gd name="connsiteY2-46" fmla="*/ 633046 h 633046"/>
                    <a:gd name="connsiteX3-47" fmla="*/ 19704 w 676198"/>
                    <a:gd name="connsiteY3-48" fmla="*/ 316523 h 633046"/>
                    <a:gd name="connsiteX4-49" fmla="*/ 79173 w 676198"/>
                    <a:gd name="connsiteY4-50" fmla="*/ 113607 h 633046"/>
                    <a:gd name="connsiteX0-51" fmla="*/ 333371 w 661618"/>
                    <a:gd name="connsiteY0-52" fmla="*/ 0 h 633046"/>
                    <a:gd name="connsiteX1-53" fmla="*/ 661618 w 661618"/>
                    <a:gd name="connsiteY1-54" fmla="*/ 316523 h 633046"/>
                    <a:gd name="connsiteX2-55" fmla="*/ 333371 w 661618"/>
                    <a:gd name="connsiteY2-56" fmla="*/ 633046 h 633046"/>
                    <a:gd name="connsiteX3-57" fmla="*/ 5124 w 661618"/>
                    <a:gd name="connsiteY3-58" fmla="*/ 316523 h 633046"/>
                    <a:gd name="connsiteX4-59" fmla="*/ 64593 w 661618"/>
                    <a:gd name="connsiteY4-60" fmla="*/ 113607 h 633046"/>
                    <a:gd name="connsiteX0-61" fmla="*/ 178200 w 661618"/>
                    <a:gd name="connsiteY0-62" fmla="*/ 0 h 583170"/>
                    <a:gd name="connsiteX1-63" fmla="*/ 661618 w 661618"/>
                    <a:gd name="connsiteY1-64" fmla="*/ 266647 h 583170"/>
                    <a:gd name="connsiteX2-65" fmla="*/ 333371 w 661618"/>
                    <a:gd name="connsiteY2-66" fmla="*/ 583170 h 583170"/>
                    <a:gd name="connsiteX3-67" fmla="*/ 5124 w 661618"/>
                    <a:gd name="connsiteY3-68" fmla="*/ 266647 h 583170"/>
                    <a:gd name="connsiteX4-69" fmla="*/ 64593 w 661618"/>
                    <a:gd name="connsiteY4-70" fmla="*/ 63731 h 583170"/>
                    <a:gd name="connsiteX0-71" fmla="*/ 178200 w 662133"/>
                    <a:gd name="connsiteY0-72" fmla="*/ 66578 h 649748"/>
                    <a:gd name="connsiteX1-73" fmla="*/ 412660 w 662133"/>
                    <a:gd name="connsiteY1-74" fmla="*/ 10947 h 649748"/>
                    <a:gd name="connsiteX2-75" fmla="*/ 661618 w 662133"/>
                    <a:gd name="connsiteY2-76" fmla="*/ 333225 h 649748"/>
                    <a:gd name="connsiteX3-77" fmla="*/ 333371 w 662133"/>
                    <a:gd name="connsiteY3-78" fmla="*/ 649748 h 649748"/>
                    <a:gd name="connsiteX4-79" fmla="*/ 5124 w 662133"/>
                    <a:gd name="connsiteY4-80" fmla="*/ 333225 h 649748"/>
                    <a:gd name="connsiteX5" fmla="*/ 64593 w 662133"/>
                    <a:gd name="connsiteY5" fmla="*/ 130309 h 649748"/>
                    <a:gd name="connsiteX0-81" fmla="*/ 178200 w 662148"/>
                    <a:gd name="connsiteY0-82" fmla="*/ 66578 h 649748"/>
                    <a:gd name="connsiteX1-83" fmla="*/ 412660 w 662148"/>
                    <a:gd name="connsiteY1-84" fmla="*/ 10947 h 649748"/>
                    <a:gd name="connsiteX2-85" fmla="*/ 661618 w 662148"/>
                    <a:gd name="connsiteY2-86" fmla="*/ 333225 h 649748"/>
                    <a:gd name="connsiteX3-87" fmla="*/ 333371 w 662148"/>
                    <a:gd name="connsiteY3-88" fmla="*/ 649748 h 649748"/>
                    <a:gd name="connsiteX4-89" fmla="*/ 5124 w 662148"/>
                    <a:gd name="connsiteY4-90" fmla="*/ 333225 h 649748"/>
                    <a:gd name="connsiteX5-91" fmla="*/ 64593 w 662148"/>
                    <a:gd name="connsiteY5-92" fmla="*/ 130309 h 649748"/>
                    <a:gd name="connsiteX0-93" fmla="*/ 178200 w 662148"/>
                    <a:gd name="connsiteY0-94" fmla="*/ 61032 h 644202"/>
                    <a:gd name="connsiteX1-95" fmla="*/ 412660 w 662148"/>
                    <a:gd name="connsiteY1-96" fmla="*/ 5401 h 644202"/>
                    <a:gd name="connsiteX2-97" fmla="*/ 661618 w 662148"/>
                    <a:gd name="connsiteY2-98" fmla="*/ 327679 h 644202"/>
                    <a:gd name="connsiteX3-99" fmla="*/ 333371 w 662148"/>
                    <a:gd name="connsiteY3-100" fmla="*/ 644202 h 644202"/>
                    <a:gd name="connsiteX4-101" fmla="*/ 5124 w 662148"/>
                    <a:gd name="connsiteY4-102" fmla="*/ 327679 h 644202"/>
                    <a:gd name="connsiteX5-103" fmla="*/ 64593 w 662148"/>
                    <a:gd name="connsiteY5-104" fmla="*/ 124763 h 644202"/>
                    <a:gd name="connsiteX0-105" fmla="*/ 178200 w 662148"/>
                    <a:gd name="connsiteY0-106" fmla="*/ 75865 h 659035"/>
                    <a:gd name="connsiteX1-107" fmla="*/ 168819 w 662148"/>
                    <a:gd name="connsiteY1-108" fmla="*/ 31317 h 659035"/>
                    <a:gd name="connsiteX2-109" fmla="*/ 412660 w 662148"/>
                    <a:gd name="connsiteY2-110" fmla="*/ 20234 h 659035"/>
                    <a:gd name="connsiteX3-111" fmla="*/ 661618 w 662148"/>
                    <a:gd name="connsiteY3-112" fmla="*/ 342512 h 659035"/>
                    <a:gd name="connsiteX4-113" fmla="*/ 333371 w 662148"/>
                    <a:gd name="connsiteY4-114" fmla="*/ 659035 h 659035"/>
                    <a:gd name="connsiteX5-115" fmla="*/ 5124 w 662148"/>
                    <a:gd name="connsiteY5-116" fmla="*/ 342512 h 659035"/>
                    <a:gd name="connsiteX6" fmla="*/ 64593 w 662148"/>
                    <a:gd name="connsiteY6" fmla="*/ 139596 h 659035"/>
                    <a:gd name="connsiteX0-117" fmla="*/ 178200 w 662148"/>
                    <a:gd name="connsiteY0-118" fmla="*/ 68901 h 652071"/>
                    <a:gd name="connsiteX1-119" fmla="*/ 130026 w 662148"/>
                    <a:gd name="connsiteY1-120" fmla="*/ 68688 h 652071"/>
                    <a:gd name="connsiteX2-121" fmla="*/ 412660 w 662148"/>
                    <a:gd name="connsiteY2-122" fmla="*/ 13270 h 652071"/>
                    <a:gd name="connsiteX3-123" fmla="*/ 661618 w 662148"/>
                    <a:gd name="connsiteY3-124" fmla="*/ 335548 h 652071"/>
                    <a:gd name="connsiteX4-125" fmla="*/ 333371 w 662148"/>
                    <a:gd name="connsiteY4-126" fmla="*/ 652071 h 652071"/>
                    <a:gd name="connsiteX5-127" fmla="*/ 5124 w 662148"/>
                    <a:gd name="connsiteY5-128" fmla="*/ 335548 h 652071"/>
                    <a:gd name="connsiteX6-129" fmla="*/ 64593 w 662148"/>
                    <a:gd name="connsiteY6-130" fmla="*/ 132632 h 652071"/>
                    <a:gd name="connsiteX0-131" fmla="*/ 178200 w 662220"/>
                    <a:gd name="connsiteY0-132" fmla="*/ 68901 h 652071"/>
                    <a:gd name="connsiteX1-133" fmla="*/ 130026 w 662220"/>
                    <a:gd name="connsiteY1-134" fmla="*/ 68688 h 652071"/>
                    <a:gd name="connsiteX2-135" fmla="*/ 412660 w 662220"/>
                    <a:gd name="connsiteY2-136" fmla="*/ 13270 h 652071"/>
                    <a:gd name="connsiteX3-137" fmla="*/ 661618 w 662220"/>
                    <a:gd name="connsiteY3-138" fmla="*/ 335548 h 652071"/>
                    <a:gd name="connsiteX4-139" fmla="*/ 333371 w 662220"/>
                    <a:gd name="connsiteY4-140" fmla="*/ 652071 h 652071"/>
                    <a:gd name="connsiteX5-141" fmla="*/ 5124 w 662220"/>
                    <a:gd name="connsiteY5-142" fmla="*/ 335548 h 652071"/>
                    <a:gd name="connsiteX6-143" fmla="*/ 64593 w 662220"/>
                    <a:gd name="connsiteY6-144" fmla="*/ 132632 h 652071"/>
                    <a:gd name="connsiteX0-145" fmla="*/ 178200 w 662220"/>
                    <a:gd name="connsiteY0-146" fmla="*/ 58449 h 641619"/>
                    <a:gd name="connsiteX1-147" fmla="*/ 130026 w 662220"/>
                    <a:gd name="connsiteY1-148" fmla="*/ 58236 h 641619"/>
                    <a:gd name="connsiteX2-149" fmla="*/ 412660 w 662220"/>
                    <a:gd name="connsiteY2-150" fmla="*/ 2818 h 641619"/>
                    <a:gd name="connsiteX3-151" fmla="*/ 661618 w 662220"/>
                    <a:gd name="connsiteY3-152" fmla="*/ 325096 h 641619"/>
                    <a:gd name="connsiteX4-153" fmla="*/ 333371 w 662220"/>
                    <a:gd name="connsiteY4-154" fmla="*/ 641619 h 641619"/>
                    <a:gd name="connsiteX5-155" fmla="*/ 5124 w 662220"/>
                    <a:gd name="connsiteY5-156" fmla="*/ 325096 h 641619"/>
                    <a:gd name="connsiteX6-157" fmla="*/ 64593 w 662220"/>
                    <a:gd name="connsiteY6-158" fmla="*/ 122180 h 641619"/>
                    <a:gd name="connsiteX0-159" fmla="*/ 178200 w 662220"/>
                    <a:gd name="connsiteY0-160" fmla="*/ 58449 h 641619"/>
                    <a:gd name="connsiteX1-161" fmla="*/ 130026 w 662220"/>
                    <a:gd name="connsiteY1-162" fmla="*/ 58236 h 641619"/>
                    <a:gd name="connsiteX2-163" fmla="*/ 412660 w 662220"/>
                    <a:gd name="connsiteY2-164" fmla="*/ 2818 h 641619"/>
                    <a:gd name="connsiteX3-165" fmla="*/ 661618 w 662220"/>
                    <a:gd name="connsiteY3-166" fmla="*/ 325096 h 641619"/>
                    <a:gd name="connsiteX4-167" fmla="*/ 333371 w 662220"/>
                    <a:gd name="connsiteY4-168" fmla="*/ 641619 h 641619"/>
                    <a:gd name="connsiteX5-169" fmla="*/ 5124 w 662220"/>
                    <a:gd name="connsiteY5-170" fmla="*/ 325096 h 641619"/>
                    <a:gd name="connsiteX6-171" fmla="*/ 64593 w 662220"/>
                    <a:gd name="connsiteY6-172" fmla="*/ 122180 h 641619"/>
                    <a:gd name="connsiteX0-173" fmla="*/ 178200 w 662220"/>
                    <a:gd name="connsiteY0-174" fmla="*/ 58449 h 641619"/>
                    <a:gd name="connsiteX1-175" fmla="*/ 130026 w 662220"/>
                    <a:gd name="connsiteY1-176" fmla="*/ 58236 h 641619"/>
                    <a:gd name="connsiteX2-177" fmla="*/ 412660 w 662220"/>
                    <a:gd name="connsiteY2-178" fmla="*/ 2818 h 641619"/>
                    <a:gd name="connsiteX3-179" fmla="*/ 661618 w 662220"/>
                    <a:gd name="connsiteY3-180" fmla="*/ 325096 h 641619"/>
                    <a:gd name="connsiteX4-181" fmla="*/ 333371 w 662220"/>
                    <a:gd name="connsiteY4-182" fmla="*/ 641619 h 641619"/>
                    <a:gd name="connsiteX5-183" fmla="*/ 5124 w 662220"/>
                    <a:gd name="connsiteY5-184" fmla="*/ 325096 h 641619"/>
                    <a:gd name="connsiteX6-185" fmla="*/ 64593 w 662220"/>
                    <a:gd name="connsiteY6-186" fmla="*/ 122180 h 641619"/>
                    <a:gd name="connsiteX0-187" fmla="*/ 178200 w 662220"/>
                    <a:gd name="connsiteY0-188" fmla="*/ 58449 h 641619"/>
                    <a:gd name="connsiteX1-189" fmla="*/ 130026 w 662220"/>
                    <a:gd name="connsiteY1-190" fmla="*/ 58236 h 641619"/>
                    <a:gd name="connsiteX2-191" fmla="*/ 412660 w 662220"/>
                    <a:gd name="connsiteY2-192" fmla="*/ 2818 h 641619"/>
                    <a:gd name="connsiteX3-193" fmla="*/ 661618 w 662220"/>
                    <a:gd name="connsiteY3-194" fmla="*/ 325096 h 641619"/>
                    <a:gd name="connsiteX4-195" fmla="*/ 333371 w 662220"/>
                    <a:gd name="connsiteY4-196" fmla="*/ 641619 h 641619"/>
                    <a:gd name="connsiteX5-197" fmla="*/ 5124 w 662220"/>
                    <a:gd name="connsiteY5-198" fmla="*/ 325096 h 641619"/>
                    <a:gd name="connsiteX6-199" fmla="*/ 64593 w 662220"/>
                    <a:gd name="connsiteY6-200" fmla="*/ 122180 h 641619"/>
                    <a:gd name="connsiteX0-201" fmla="*/ 178200 w 662220"/>
                    <a:gd name="connsiteY0-202" fmla="*/ 58449 h 641619"/>
                    <a:gd name="connsiteX1-203" fmla="*/ 130026 w 662220"/>
                    <a:gd name="connsiteY1-204" fmla="*/ 58236 h 641619"/>
                    <a:gd name="connsiteX2-205" fmla="*/ 412660 w 662220"/>
                    <a:gd name="connsiteY2-206" fmla="*/ 2818 h 641619"/>
                    <a:gd name="connsiteX3-207" fmla="*/ 661618 w 662220"/>
                    <a:gd name="connsiteY3-208" fmla="*/ 325096 h 641619"/>
                    <a:gd name="connsiteX4-209" fmla="*/ 333371 w 662220"/>
                    <a:gd name="connsiteY4-210" fmla="*/ 641619 h 641619"/>
                    <a:gd name="connsiteX5-211" fmla="*/ 5124 w 662220"/>
                    <a:gd name="connsiteY5-212" fmla="*/ 325096 h 641619"/>
                    <a:gd name="connsiteX6-213" fmla="*/ 64593 w 662220"/>
                    <a:gd name="connsiteY6-214" fmla="*/ 122180 h 641619"/>
                    <a:gd name="connsiteX0-215" fmla="*/ 176252 w 660272"/>
                    <a:gd name="connsiteY0-216" fmla="*/ 58449 h 641619"/>
                    <a:gd name="connsiteX1-217" fmla="*/ 128078 w 660272"/>
                    <a:gd name="connsiteY1-218" fmla="*/ 58236 h 641619"/>
                    <a:gd name="connsiteX2-219" fmla="*/ 410712 w 660272"/>
                    <a:gd name="connsiteY2-220" fmla="*/ 2818 h 641619"/>
                    <a:gd name="connsiteX3-221" fmla="*/ 659670 w 660272"/>
                    <a:gd name="connsiteY3-222" fmla="*/ 325096 h 641619"/>
                    <a:gd name="connsiteX4-223" fmla="*/ 331423 w 660272"/>
                    <a:gd name="connsiteY4-224" fmla="*/ 641619 h 641619"/>
                    <a:gd name="connsiteX5-225" fmla="*/ 3176 w 660272"/>
                    <a:gd name="connsiteY5-226" fmla="*/ 325096 h 641619"/>
                    <a:gd name="connsiteX6-227" fmla="*/ 62645 w 660272"/>
                    <a:gd name="connsiteY6-228" fmla="*/ 122180 h 641619"/>
                    <a:gd name="connsiteX0-229" fmla="*/ 253837 w 660272"/>
                    <a:gd name="connsiteY0-230" fmla="*/ 30740 h 641619"/>
                    <a:gd name="connsiteX1-231" fmla="*/ 128078 w 660272"/>
                    <a:gd name="connsiteY1-232" fmla="*/ 58236 h 641619"/>
                    <a:gd name="connsiteX2-233" fmla="*/ 410712 w 660272"/>
                    <a:gd name="connsiteY2-234" fmla="*/ 2818 h 641619"/>
                    <a:gd name="connsiteX3-235" fmla="*/ 659670 w 660272"/>
                    <a:gd name="connsiteY3-236" fmla="*/ 325096 h 641619"/>
                    <a:gd name="connsiteX4-237" fmla="*/ 331423 w 660272"/>
                    <a:gd name="connsiteY4-238" fmla="*/ 641619 h 641619"/>
                    <a:gd name="connsiteX5-239" fmla="*/ 3176 w 660272"/>
                    <a:gd name="connsiteY5-240" fmla="*/ 325096 h 641619"/>
                    <a:gd name="connsiteX6-241" fmla="*/ 62645 w 660272"/>
                    <a:gd name="connsiteY6-242" fmla="*/ 122180 h 641619"/>
                    <a:gd name="connsiteX0-243" fmla="*/ 253837 w 660191"/>
                    <a:gd name="connsiteY0-244" fmla="*/ 41069 h 651948"/>
                    <a:gd name="connsiteX1-245" fmla="*/ 161329 w 660191"/>
                    <a:gd name="connsiteY1-246" fmla="*/ 63023 h 651948"/>
                    <a:gd name="connsiteX2-247" fmla="*/ 410712 w 660191"/>
                    <a:gd name="connsiteY2-248" fmla="*/ 13147 h 651948"/>
                    <a:gd name="connsiteX3-249" fmla="*/ 659670 w 660191"/>
                    <a:gd name="connsiteY3-250" fmla="*/ 335425 h 651948"/>
                    <a:gd name="connsiteX4-251" fmla="*/ 331423 w 660191"/>
                    <a:gd name="connsiteY4-252" fmla="*/ 651948 h 651948"/>
                    <a:gd name="connsiteX5-253" fmla="*/ 3176 w 660191"/>
                    <a:gd name="connsiteY5-254" fmla="*/ 335425 h 651948"/>
                    <a:gd name="connsiteX6-255" fmla="*/ 62645 w 660191"/>
                    <a:gd name="connsiteY6-256" fmla="*/ 132509 h 651948"/>
                    <a:gd name="connsiteX0-257" fmla="*/ 253837 w 660897"/>
                    <a:gd name="connsiteY0-258" fmla="*/ 45475 h 656354"/>
                    <a:gd name="connsiteX1-259" fmla="*/ 161329 w 660897"/>
                    <a:gd name="connsiteY1-260" fmla="*/ 67429 h 656354"/>
                    <a:gd name="connsiteX2-261" fmla="*/ 410712 w 660897"/>
                    <a:gd name="connsiteY2-262" fmla="*/ 17553 h 656354"/>
                    <a:gd name="connsiteX3-263" fmla="*/ 659670 w 660897"/>
                    <a:gd name="connsiteY3-264" fmla="*/ 339831 h 656354"/>
                    <a:gd name="connsiteX4-265" fmla="*/ 331423 w 660897"/>
                    <a:gd name="connsiteY4-266" fmla="*/ 656354 h 656354"/>
                    <a:gd name="connsiteX5-267" fmla="*/ 3176 w 660897"/>
                    <a:gd name="connsiteY5-268" fmla="*/ 339831 h 656354"/>
                    <a:gd name="connsiteX6-269" fmla="*/ 62645 w 660897"/>
                    <a:gd name="connsiteY6-270" fmla="*/ 136915 h 656354"/>
                    <a:gd name="connsiteX0-271" fmla="*/ 253837 w 660406"/>
                    <a:gd name="connsiteY0-272" fmla="*/ 41070 h 651949"/>
                    <a:gd name="connsiteX1-273" fmla="*/ 161329 w 660406"/>
                    <a:gd name="connsiteY1-274" fmla="*/ 63024 h 651949"/>
                    <a:gd name="connsiteX2-275" fmla="*/ 410712 w 660406"/>
                    <a:gd name="connsiteY2-276" fmla="*/ 13148 h 651949"/>
                    <a:gd name="connsiteX3-277" fmla="*/ 659670 w 660406"/>
                    <a:gd name="connsiteY3-278" fmla="*/ 335426 h 651949"/>
                    <a:gd name="connsiteX4-279" fmla="*/ 331423 w 660406"/>
                    <a:gd name="connsiteY4-280" fmla="*/ 651949 h 651949"/>
                    <a:gd name="connsiteX5-281" fmla="*/ 3176 w 660406"/>
                    <a:gd name="connsiteY5-282" fmla="*/ 335426 h 651949"/>
                    <a:gd name="connsiteX6-283" fmla="*/ 62645 w 660406"/>
                    <a:gd name="connsiteY6-284" fmla="*/ 132510 h 651949"/>
                    <a:gd name="connsiteX0-285" fmla="*/ 161329 w 660406"/>
                    <a:gd name="connsiteY0-286" fmla="*/ 63024 h 651949"/>
                    <a:gd name="connsiteX1-287" fmla="*/ 410712 w 660406"/>
                    <a:gd name="connsiteY1-288" fmla="*/ 13148 h 651949"/>
                    <a:gd name="connsiteX2-289" fmla="*/ 659670 w 660406"/>
                    <a:gd name="connsiteY2-290" fmla="*/ 335426 h 651949"/>
                    <a:gd name="connsiteX3-291" fmla="*/ 331423 w 660406"/>
                    <a:gd name="connsiteY3-292" fmla="*/ 651949 h 651949"/>
                    <a:gd name="connsiteX4-293" fmla="*/ 3176 w 660406"/>
                    <a:gd name="connsiteY4-294" fmla="*/ 335426 h 651949"/>
                    <a:gd name="connsiteX5-295" fmla="*/ 62645 w 660406"/>
                    <a:gd name="connsiteY5-296" fmla="*/ 132510 h 651949"/>
                    <a:gd name="connsiteX0-297" fmla="*/ 128078 w 660207"/>
                    <a:gd name="connsiteY0-298" fmla="*/ 63024 h 651949"/>
                    <a:gd name="connsiteX1-299" fmla="*/ 410712 w 660207"/>
                    <a:gd name="connsiteY1-300" fmla="*/ 13148 h 651949"/>
                    <a:gd name="connsiteX2-301" fmla="*/ 659670 w 660207"/>
                    <a:gd name="connsiteY2-302" fmla="*/ 335426 h 651949"/>
                    <a:gd name="connsiteX3-303" fmla="*/ 331423 w 660207"/>
                    <a:gd name="connsiteY3-304" fmla="*/ 651949 h 651949"/>
                    <a:gd name="connsiteX4-305" fmla="*/ 3176 w 660207"/>
                    <a:gd name="connsiteY4-306" fmla="*/ 335426 h 651949"/>
                    <a:gd name="connsiteX5-307" fmla="*/ 62645 w 660207"/>
                    <a:gd name="connsiteY5-308" fmla="*/ 132510 h 651949"/>
                    <a:gd name="connsiteX0-309" fmla="*/ 128078 w 660438"/>
                    <a:gd name="connsiteY0-310" fmla="*/ 60888 h 649813"/>
                    <a:gd name="connsiteX1-311" fmla="*/ 410712 w 660438"/>
                    <a:gd name="connsiteY1-312" fmla="*/ 11012 h 649813"/>
                    <a:gd name="connsiteX2-313" fmla="*/ 659670 w 660438"/>
                    <a:gd name="connsiteY2-314" fmla="*/ 333290 h 649813"/>
                    <a:gd name="connsiteX3-315" fmla="*/ 331423 w 660438"/>
                    <a:gd name="connsiteY3-316" fmla="*/ 649813 h 649813"/>
                    <a:gd name="connsiteX4-317" fmla="*/ 3176 w 660438"/>
                    <a:gd name="connsiteY4-318" fmla="*/ 333290 h 649813"/>
                    <a:gd name="connsiteX5-319" fmla="*/ 62645 w 660438"/>
                    <a:gd name="connsiteY5-320" fmla="*/ 130374 h 649813"/>
                    <a:gd name="connsiteX0-321" fmla="*/ 128078 w 660438"/>
                    <a:gd name="connsiteY0-322" fmla="*/ 64927 h 653852"/>
                    <a:gd name="connsiteX1-323" fmla="*/ 410712 w 660438"/>
                    <a:gd name="connsiteY1-324" fmla="*/ 15051 h 653852"/>
                    <a:gd name="connsiteX2-325" fmla="*/ 659670 w 660438"/>
                    <a:gd name="connsiteY2-326" fmla="*/ 337329 h 653852"/>
                    <a:gd name="connsiteX3-327" fmla="*/ 331423 w 660438"/>
                    <a:gd name="connsiteY3-328" fmla="*/ 653852 h 653852"/>
                    <a:gd name="connsiteX4-329" fmla="*/ 3176 w 660438"/>
                    <a:gd name="connsiteY4-330" fmla="*/ 337329 h 653852"/>
                    <a:gd name="connsiteX5-331" fmla="*/ 62645 w 660438"/>
                    <a:gd name="connsiteY5-332" fmla="*/ 134413 h 653852"/>
                    <a:gd name="connsiteX0-333" fmla="*/ 128078 w 687378"/>
                    <a:gd name="connsiteY0-334" fmla="*/ 58090 h 647015"/>
                    <a:gd name="connsiteX1-335" fmla="*/ 571432 w 687378"/>
                    <a:gd name="connsiteY1-336" fmla="*/ 16673 h 647015"/>
                    <a:gd name="connsiteX2-337" fmla="*/ 659670 w 687378"/>
                    <a:gd name="connsiteY2-338" fmla="*/ 330492 h 647015"/>
                    <a:gd name="connsiteX3-339" fmla="*/ 331423 w 687378"/>
                    <a:gd name="connsiteY3-340" fmla="*/ 647015 h 647015"/>
                    <a:gd name="connsiteX4-341" fmla="*/ 3176 w 687378"/>
                    <a:gd name="connsiteY4-342" fmla="*/ 330492 h 647015"/>
                    <a:gd name="connsiteX5-343" fmla="*/ 62645 w 687378"/>
                    <a:gd name="connsiteY5-344" fmla="*/ 127576 h 647015"/>
                    <a:gd name="connsiteX0-345" fmla="*/ 128078 w 677145"/>
                    <a:gd name="connsiteY0-346" fmla="*/ 58090 h 663933"/>
                    <a:gd name="connsiteX1-347" fmla="*/ 571432 w 677145"/>
                    <a:gd name="connsiteY1-348" fmla="*/ 16673 h 663933"/>
                    <a:gd name="connsiteX2-349" fmla="*/ 659670 w 677145"/>
                    <a:gd name="connsiteY2-350" fmla="*/ 330492 h 663933"/>
                    <a:gd name="connsiteX3-351" fmla="*/ 559815 w 677145"/>
                    <a:gd name="connsiteY3-352" fmla="*/ 663933 h 663933"/>
                    <a:gd name="connsiteX4-353" fmla="*/ 3176 w 677145"/>
                    <a:gd name="connsiteY4-354" fmla="*/ 330492 h 663933"/>
                    <a:gd name="connsiteX5-355" fmla="*/ 62645 w 677145"/>
                    <a:gd name="connsiteY5-356" fmla="*/ 127576 h 663933"/>
                    <a:gd name="connsiteX0-357" fmla="*/ 101940 w 644966"/>
                    <a:gd name="connsiteY0-358" fmla="*/ 58090 h 685888"/>
                    <a:gd name="connsiteX1-359" fmla="*/ 545294 w 644966"/>
                    <a:gd name="connsiteY1-360" fmla="*/ 16673 h 685888"/>
                    <a:gd name="connsiteX2-361" fmla="*/ 633532 w 644966"/>
                    <a:gd name="connsiteY2-362" fmla="*/ 330492 h 685888"/>
                    <a:gd name="connsiteX3-363" fmla="*/ 533677 w 644966"/>
                    <a:gd name="connsiteY3-364" fmla="*/ 663933 h 685888"/>
                    <a:gd name="connsiteX4-365" fmla="*/ 10874 w 644966"/>
                    <a:gd name="connsiteY4-366" fmla="*/ 575801 h 685888"/>
                    <a:gd name="connsiteX5-367" fmla="*/ 36507 w 644966"/>
                    <a:gd name="connsiteY5-368" fmla="*/ 127576 h 685888"/>
                    <a:gd name="connsiteX0-369" fmla="*/ 101940 w 642626"/>
                    <a:gd name="connsiteY0-370" fmla="*/ 58090 h 654766"/>
                    <a:gd name="connsiteX1-371" fmla="*/ 545294 w 642626"/>
                    <a:gd name="connsiteY1-372" fmla="*/ 16673 h 654766"/>
                    <a:gd name="connsiteX2-373" fmla="*/ 633532 w 642626"/>
                    <a:gd name="connsiteY2-374" fmla="*/ 330492 h 654766"/>
                    <a:gd name="connsiteX3-375" fmla="*/ 567513 w 642626"/>
                    <a:gd name="connsiteY3-376" fmla="*/ 613179 h 654766"/>
                    <a:gd name="connsiteX4-377" fmla="*/ 10874 w 642626"/>
                    <a:gd name="connsiteY4-378" fmla="*/ 575801 h 654766"/>
                    <a:gd name="connsiteX5-379" fmla="*/ 36507 w 642626"/>
                    <a:gd name="connsiteY5-380" fmla="*/ 127576 h 654766"/>
                    <a:gd name="connsiteX0-381" fmla="*/ 101940 w 642626"/>
                    <a:gd name="connsiteY0-382" fmla="*/ 30477 h 627153"/>
                    <a:gd name="connsiteX1-383" fmla="*/ 545294 w 642626"/>
                    <a:gd name="connsiteY1-384" fmla="*/ 31354 h 627153"/>
                    <a:gd name="connsiteX2-385" fmla="*/ 633532 w 642626"/>
                    <a:gd name="connsiteY2-386" fmla="*/ 302879 h 627153"/>
                    <a:gd name="connsiteX3-387" fmla="*/ 567513 w 642626"/>
                    <a:gd name="connsiteY3-388" fmla="*/ 585566 h 627153"/>
                    <a:gd name="connsiteX4-389" fmla="*/ 10874 w 642626"/>
                    <a:gd name="connsiteY4-390" fmla="*/ 548188 h 627153"/>
                    <a:gd name="connsiteX5-391" fmla="*/ 36507 w 642626"/>
                    <a:gd name="connsiteY5-392" fmla="*/ 99963 h 627153"/>
                    <a:gd name="connsiteX0-393" fmla="*/ 101940 w 641803"/>
                    <a:gd name="connsiteY0-394" fmla="*/ 32533 h 629209"/>
                    <a:gd name="connsiteX1-395" fmla="*/ 545294 w 641803"/>
                    <a:gd name="connsiteY1-396" fmla="*/ 33410 h 629209"/>
                    <a:gd name="connsiteX2-397" fmla="*/ 633532 w 641803"/>
                    <a:gd name="connsiteY2-398" fmla="*/ 304935 h 629209"/>
                    <a:gd name="connsiteX3-399" fmla="*/ 567513 w 641803"/>
                    <a:gd name="connsiteY3-400" fmla="*/ 587622 h 629209"/>
                    <a:gd name="connsiteX4-401" fmla="*/ 10874 w 641803"/>
                    <a:gd name="connsiteY4-402" fmla="*/ 550244 h 629209"/>
                    <a:gd name="connsiteX5-403" fmla="*/ 36507 w 641803"/>
                    <a:gd name="connsiteY5-404" fmla="*/ 102019 h 629209"/>
                    <a:gd name="connsiteX0-405" fmla="*/ 93785 w 633648"/>
                    <a:gd name="connsiteY0-406" fmla="*/ 32533 h 629209"/>
                    <a:gd name="connsiteX1-407" fmla="*/ 537139 w 633648"/>
                    <a:gd name="connsiteY1-408" fmla="*/ 33410 h 629209"/>
                    <a:gd name="connsiteX2-409" fmla="*/ 625377 w 633648"/>
                    <a:gd name="connsiteY2-410" fmla="*/ 304935 h 629209"/>
                    <a:gd name="connsiteX3-411" fmla="*/ 559358 w 633648"/>
                    <a:gd name="connsiteY3-412" fmla="*/ 587622 h 629209"/>
                    <a:gd name="connsiteX4-413" fmla="*/ 2719 w 633648"/>
                    <a:gd name="connsiteY4-414" fmla="*/ 550244 h 629209"/>
                    <a:gd name="connsiteX5-415" fmla="*/ 28352 w 633648"/>
                    <a:gd name="connsiteY5-416" fmla="*/ 102019 h 629209"/>
                    <a:gd name="connsiteX0-417" fmla="*/ 103603 w 643466"/>
                    <a:gd name="connsiteY0-418" fmla="*/ 32533 h 629209"/>
                    <a:gd name="connsiteX1-419" fmla="*/ 546957 w 643466"/>
                    <a:gd name="connsiteY1-420" fmla="*/ 33410 h 629209"/>
                    <a:gd name="connsiteX2-421" fmla="*/ 635195 w 643466"/>
                    <a:gd name="connsiteY2-422" fmla="*/ 304935 h 629209"/>
                    <a:gd name="connsiteX3-423" fmla="*/ 569176 w 643466"/>
                    <a:gd name="connsiteY3-424" fmla="*/ 587622 h 629209"/>
                    <a:gd name="connsiteX4-425" fmla="*/ 12537 w 643466"/>
                    <a:gd name="connsiteY4-426" fmla="*/ 550244 h 629209"/>
                    <a:gd name="connsiteX5-427" fmla="*/ 4334 w 643466"/>
                    <a:gd name="connsiteY5-428" fmla="*/ 102019 h 629209"/>
                    <a:gd name="connsiteX0-429" fmla="*/ 103603 w 643466"/>
                    <a:gd name="connsiteY0-430" fmla="*/ 32533 h 613248"/>
                    <a:gd name="connsiteX1-431" fmla="*/ 546957 w 643466"/>
                    <a:gd name="connsiteY1-432" fmla="*/ 33410 h 613248"/>
                    <a:gd name="connsiteX2-433" fmla="*/ 635195 w 643466"/>
                    <a:gd name="connsiteY2-434" fmla="*/ 304935 h 613248"/>
                    <a:gd name="connsiteX3-435" fmla="*/ 569176 w 643466"/>
                    <a:gd name="connsiteY3-436" fmla="*/ 587622 h 613248"/>
                    <a:gd name="connsiteX4-437" fmla="*/ 12537 w 643466"/>
                    <a:gd name="connsiteY4-438" fmla="*/ 518643 h 613248"/>
                    <a:gd name="connsiteX5-439" fmla="*/ 4334 w 643466"/>
                    <a:gd name="connsiteY5-440" fmla="*/ 102019 h 613248"/>
                    <a:gd name="connsiteX0-441" fmla="*/ 103603 w 622280"/>
                    <a:gd name="connsiteY0-442" fmla="*/ 51723 h 632438"/>
                    <a:gd name="connsiteX1-443" fmla="*/ 546957 w 622280"/>
                    <a:gd name="connsiteY1-444" fmla="*/ 52600 h 632438"/>
                    <a:gd name="connsiteX2-445" fmla="*/ 569176 w 622280"/>
                    <a:gd name="connsiteY2-446" fmla="*/ 606812 h 632438"/>
                    <a:gd name="connsiteX3-447" fmla="*/ 12537 w 622280"/>
                    <a:gd name="connsiteY3-448" fmla="*/ 537833 h 632438"/>
                    <a:gd name="connsiteX4-449" fmla="*/ 4334 w 622280"/>
                    <a:gd name="connsiteY4-450" fmla="*/ 121209 h 632438"/>
                    <a:gd name="connsiteX0-451" fmla="*/ 103603 w 640916"/>
                    <a:gd name="connsiteY0-452" fmla="*/ 51277 h 628066"/>
                    <a:gd name="connsiteX1-453" fmla="*/ 546957 w 640916"/>
                    <a:gd name="connsiteY1-454" fmla="*/ 52154 h 628066"/>
                    <a:gd name="connsiteX2-455" fmla="*/ 595444 w 640916"/>
                    <a:gd name="connsiteY2-456" fmla="*/ 600046 h 628066"/>
                    <a:gd name="connsiteX3-457" fmla="*/ 12537 w 640916"/>
                    <a:gd name="connsiteY3-458" fmla="*/ 537387 h 628066"/>
                    <a:gd name="connsiteX4-459" fmla="*/ 4334 w 640916"/>
                    <a:gd name="connsiteY4-460" fmla="*/ 120763 h 628066"/>
                    <a:gd name="connsiteX0-461" fmla="*/ 103603 w 629940"/>
                    <a:gd name="connsiteY0-462" fmla="*/ 26437 h 603226"/>
                    <a:gd name="connsiteX1-463" fmla="*/ 546957 w 629940"/>
                    <a:gd name="connsiteY1-464" fmla="*/ 27314 h 603226"/>
                    <a:gd name="connsiteX2-465" fmla="*/ 595444 w 629940"/>
                    <a:gd name="connsiteY2-466" fmla="*/ 575206 h 603226"/>
                    <a:gd name="connsiteX3-467" fmla="*/ 12537 w 629940"/>
                    <a:gd name="connsiteY3-468" fmla="*/ 512547 h 603226"/>
                    <a:gd name="connsiteX4-469" fmla="*/ 4334 w 629940"/>
                    <a:gd name="connsiteY4-470" fmla="*/ 95923 h 603226"/>
                    <a:gd name="connsiteX0-471" fmla="*/ 103603 w 651443"/>
                    <a:gd name="connsiteY0-472" fmla="*/ 20041 h 614843"/>
                    <a:gd name="connsiteX1-473" fmla="*/ 608249 w 651443"/>
                    <a:gd name="connsiteY1-474" fmla="*/ 39879 h 614843"/>
                    <a:gd name="connsiteX2-475" fmla="*/ 595444 w 651443"/>
                    <a:gd name="connsiteY2-476" fmla="*/ 568810 h 614843"/>
                    <a:gd name="connsiteX3-477" fmla="*/ 12537 w 651443"/>
                    <a:gd name="connsiteY3-478" fmla="*/ 506151 h 614843"/>
                    <a:gd name="connsiteX4-479" fmla="*/ 4334 w 651443"/>
                    <a:gd name="connsiteY4-480" fmla="*/ 89527 h 614843"/>
                    <a:gd name="connsiteX0-481" fmla="*/ 103603 w 640788"/>
                    <a:gd name="connsiteY0-482" fmla="*/ 20041 h 614843"/>
                    <a:gd name="connsiteX1-483" fmla="*/ 581981 w 640788"/>
                    <a:gd name="connsiteY1-484" fmla="*/ 39879 h 614843"/>
                    <a:gd name="connsiteX2-485" fmla="*/ 595444 w 640788"/>
                    <a:gd name="connsiteY2-486" fmla="*/ 568810 h 614843"/>
                    <a:gd name="connsiteX3-487" fmla="*/ 12537 w 640788"/>
                    <a:gd name="connsiteY3-488" fmla="*/ 506151 h 614843"/>
                    <a:gd name="connsiteX4-489" fmla="*/ 4334 w 640788"/>
                    <a:gd name="connsiteY4-490" fmla="*/ 89527 h 614843"/>
                    <a:gd name="connsiteX0-491" fmla="*/ 103603 w 673655"/>
                    <a:gd name="connsiteY0-492" fmla="*/ 38763 h 618146"/>
                    <a:gd name="connsiteX1-493" fmla="*/ 581981 w 673655"/>
                    <a:gd name="connsiteY1-494" fmla="*/ 58601 h 618146"/>
                    <a:gd name="connsiteX2-495" fmla="*/ 621713 w 673655"/>
                    <a:gd name="connsiteY2-496" fmla="*/ 562250 h 618146"/>
                    <a:gd name="connsiteX3-497" fmla="*/ 12537 w 673655"/>
                    <a:gd name="connsiteY3-498" fmla="*/ 524873 h 618146"/>
                    <a:gd name="connsiteX4-499" fmla="*/ 4334 w 673655"/>
                    <a:gd name="connsiteY4-500" fmla="*/ 108249 h 618146"/>
                    <a:gd name="connsiteX0-501" fmla="*/ 103603 w 654750"/>
                    <a:gd name="connsiteY0-502" fmla="*/ 38763 h 605787"/>
                    <a:gd name="connsiteX1-503" fmla="*/ 581981 w 654750"/>
                    <a:gd name="connsiteY1-504" fmla="*/ 58601 h 605787"/>
                    <a:gd name="connsiteX2-505" fmla="*/ 621713 w 654750"/>
                    <a:gd name="connsiteY2-506" fmla="*/ 562250 h 605787"/>
                    <a:gd name="connsiteX3-507" fmla="*/ 12537 w 654750"/>
                    <a:gd name="connsiteY3-508" fmla="*/ 524873 h 605787"/>
                    <a:gd name="connsiteX4-509" fmla="*/ 4334 w 654750"/>
                    <a:gd name="connsiteY4-510" fmla="*/ 108249 h 605787"/>
                    <a:gd name="connsiteX0-511" fmla="*/ 103603 w 643734"/>
                    <a:gd name="connsiteY0-512" fmla="*/ 31800 h 598824"/>
                    <a:gd name="connsiteX1-513" fmla="*/ 581981 w 643734"/>
                    <a:gd name="connsiteY1-514" fmla="*/ 51638 h 598824"/>
                    <a:gd name="connsiteX2-515" fmla="*/ 621713 w 643734"/>
                    <a:gd name="connsiteY2-516" fmla="*/ 555287 h 598824"/>
                    <a:gd name="connsiteX3-517" fmla="*/ 12537 w 643734"/>
                    <a:gd name="connsiteY3-518" fmla="*/ 517910 h 598824"/>
                    <a:gd name="connsiteX4-519" fmla="*/ 4334 w 643734"/>
                    <a:gd name="connsiteY4-520" fmla="*/ 101286 h 598824"/>
                    <a:gd name="connsiteX0-521" fmla="*/ 103603 w 643734"/>
                    <a:gd name="connsiteY0-522" fmla="*/ 24551 h 591575"/>
                    <a:gd name="connsiteX1-523" fmla="*/ 581981 w 643734"/>
                    <a:gd name="connsiteY1-524" fmla="*/ 44389 h 591575"/>
                    <a:gd name="connsiteX2-525" fmla="*/ 621713 w 643734"/>
                    <a:gd name="connsiteY2-526" fmla="*/ 548038 h 591575"/>
                    <a:gd name="connsiteX3-527" fmla="*/ 12537 w 643734"/>
                    <a:gd name="connsiteY3-528" fmla="*/ 510661 h 591575"/>
                    <a:gd name="connsiteX4-529" fmla="*/ 4334 w 643734"/>
                    <a:gd name="connsiteY4-530" fmla="*/ 94037 h 591575"/>
                    <a:gd name="connsiteX0-531" fmla="*/ 103603 w 643734"/>
                    <a:gd name="connsiteY0-532" fmla="*/ 20135 h 587159"/>
                    <a:gd name="connsiteX1-533" fmla="*/ 581981 w 643734"/>
                    <a:gd name="connsiteY1-534" fmla="*/ 39973 h 587159"/>
                    <a:gd name="connsiteX2-535" fmla="*/ 621713 w 643734"/>
                    <a:gd name="connsiteY2-536" fmla="*/ 543622 h 587159"/>
                    <a:gd name="connsiteX3-537" fmla="*/ 12537 w 643734"/>
                    <a:gd name="connsiteY3-538" fmla="*/ 506245 h 587159"/>
                    <a:gd name="connsiteX4-539" fmla="*/ 4334 w 643734"/>
                    <a:gd name="connsiteY4-540" fmla="*/ 89621 h 587159"/>
                    <a:gd name="connsiteX0-541" fmla="*/ 51067 w 657504"/>
                    <a:gd name="connsiteY0-542" fmla="*/ 31623 h 592327"/>
                    <a:gd name="connsiteX1-543" fmla="*/ 581981 w 657504"/>
                    <a:gd name="connsiteY1-544" fmla="*/ 45141 h 592327"/>
                    <a:gd name="connsiteX2-545" fmla="*/ 621713 w 657504"/>
                    <a:gd name="connsiteY2-546" fmla="*/ 548790 h 592327"/>
                    <a:gd name="connsiteX3-547" fmla="*/ 12537 w 657504"/>
                    <a:gd name="connsiteY3-548" fmla="*/ 511413 h 592327"/>
                    <a:gd name="connsiteX4-549" fmla="*/ 4334 w 657504"/>
                    <a:gd name="connsiteY4-550" fmla="*/ 94789 h 592327"/>
                    <a:gd name="connsiteX0-551" fmla="*/ 51067 w 676118"/>
                    <a:gd name="connsiteY0-552" fmla="*/ 31623 h 604686"/>
                    <a:gd name="connsiteX1-553" fmla="*/ 581981 w 676118"/>
                    <a:gd name="connsiteY1-554" fmla="*/ 45141 h 604686"/>
                    <a:gd name="connsiteX2-555" fmla="*/ 621713 w 676118"/>
                    <a:gd name="connsiteY2-556" fmla="*/ 548790 h 604686"/>
                    <a:gd name="connsiteX3-557" fmla="*/ 12537 w 676118"/>
                    <a:gd name="connsiteY3-558" fmla="*/ 511413 h 604686"/>
                    <a:gd name="connsiteX4-559" fmla="*/ 4334 w 676118"/>
                    <a:gd name="connsiteY4-560" fmla="*/ 94789 h 604686"/>
                    <a:gd name="connsiteX0-561" fmla="*/ 51067 w 659741"/>
                    <a:gd name="connsiteY0-562" fmla="*/ 18182 h 591245"/>
                    <a:gd name="connsiteX1-563" fmla="*/ 581981 w 659741"/>
                    <a:gd name="connsiteY1-564" fmla="*/ 31700 h 591245"/>
                    <a:gd name="connsiteX2-565" fmla="*/ 621713 w 659741"/>
                    <a:gd name="connsiteY2-566" fmla="*/ 535349 h 591245"/>
                    <a:gd name="connsiteX3-567" fmla="*/ 12537 w 659741"/>
                    <a:gd name="connsiteY3-568" fmla="*/ 497972 h 591245"/>
                    <a:gd name="connsiteX4-569" fmla="*/ 4334 w 659741"/>
                    <a:gd name="connsiteY4-570" fmla="*/ 81348 h 591245"/>
                    <a:gd name="connsiteX0-571" fmla="*/ 51067 w 671131"/>
                    <a:gd name="connsiteY0-572" fmla="*/ 18182 h 591245"/>
                    <a:gd name="connsiteX1-573" fmla="*/ 617005 w 671131"/>
                    <a:gd name="connsiteY1-574" fmla="*/ 31700 h 591245"/>
                    <a:gd name="connsiteX2-575" fmla="*/ 621713 w 671131"/>
                    <a:gd name="connsiteY2-576" fmla="*/ 535349 h 591245"/>
                    <a:gd name="connsiteX3-577" fmla="*/ 12537 w 671131"/>
                    <a:gd name="connsiteY3-578" fmla="*/ 497972 h 591245"/>
                    <a:gd name="connsiteX4-579" fmla="*/ 4334 w 671131"/>
                    <a:gd name="connsiteY4-580" fmla="*/ 81348 h 591245"/>
                    <a:gd name="connsiteX0-581" fmla="*/ 51067 w 648099"/>
                    <a:gd name="connsiteY0-582" fmla="*/ 18182 h 578886"/>
                    <a:gd name="connsiteX1-583" fmla="*/ 617005 w 648099"/>
                    <a:gd name="connsiteY1-584" fmla="*/ 31700 h 578886"/>
                    <a:gd name="connsiteX2-585" fmla="*/ 621713 w 648099"/>
                    <a:gd name="connsiteY2-586" fmla="*/ 535349 h 578886"/>
                    <a:gd name="connsiteX3-587" fmla="*/ 12537 w 648099"/>
                    <a:gd name="connsiteY3-588" fmla="*/ 497972 h 578886"/>
                    <a:gd name="connsiteX4-589" fmla="*/ 4334 w 648099"/>
                    <a:gd name="connsiteY4-590" fmla="*/ 81348 h 578886"/>
                    <a:gd name="connsiteX0-591" fmla="*/ 51067 w 648099"/>
                    <a:gd name="connsiteY0-592" fmla="*/ 18182 h 565791"/>
                    <a:gd name="connsiteX1-593" fmla="*/ 617005 w 648099"/>
                    <a:gd name="connsiteY1-594" fmla="*/ 31700 h 565791"/>
                    <a:gd name="connsiteX2-595" fmla="*/ 621713 w 648099"/>
                    <a:gd name="connsiteY2-596" fmla="*/ 535349 h 565791"/>
                    <a:gd name="connsiteX3-597" fmla="*/ 12537 w 648099"/>
                    <a:gd name="connsiteY3-598" fmla="*/ 497972 h 565791"/>
                    <a:gd name="connsiteX4-599" fmla="*/ 4334 w 648099"/>
                    <a:gd name="connsiteY4-600" fmla="*/ 81348 h 565791"/>
                  </a:gdLst>
                  <a:ahLst/>
                  <a:cxnLst>
                    <a:cxn ang="0">
                      <a:pos x="connsiteX0-591" y="connsiteY0-592"/>
                    </a:cxn>
                    <a:cxn ang="0">
                      <a:pos x="connsiteX1-593" y="connsiteY1-594"/>
                    </a:cxn>
                    <a:cxn ang="0">
                      <a:pos x="connsiteX2-595" y="connsiteY2-596"/>
                    </a:cxn>
                    <a:cxn ang="0">
                      <a:pos x="connsiteX3-597" y="connsiteY3-598"/>
                    </a:cxn>
                    <a:cxn ang="0">
                      <a:pos x="connsiteX4-599" y="connsiteY4-600"/>
                    </a:cxn>
                  </a:cxnLst>
                  <a:rect l="l" t="t" r="r" b="b"/>
                  <a:pathLst>
                    <a:path w="648099" h="565791">
                      <a:moveTo>
                        <a:pt x="51067" y="18182"/>
                      </a:moveTo>
                      <a:cubicBezTo>
                        <a:pt x="281003" y="7261"/>
                        <a:pt x="591945" y="-22893"/>
                        <a:pt x="617005" y="31700"/>
                      </a:cubicBezTo>
                      <a:cubicBezTo>
                        <a:pt x="642065" y="86293"/>
                        <a:pt x="669922" y="489239"/>
                        <a:pt x="621713" y="535349"/>
                      </a:cubicBezTo>
                      <a:cubicBezTo>
                        <a:pt x="573504" y="581459"/>
                        <a:pt x="32838" y="579874"/>
                        <a:pt x="12537" y="497972"/>
                      </a:cubicBezTo>
                      <a:cubicBezTo>
                        <a:pt x="992" y="378148"/>
                        <a:pt x="-4426" y="189998"/>
                        <a:pt x="4334" y="81348"/>
                      </a:cubicBez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prstDash val="solid"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方正静蕾简体" panose="02000000000000000000" pitchFamily="2" charset="-122"/>
                  </a:endParaRPr>
                </a:p>
              </p:txBody>
            </p:sp>
            <p:sp>
              <p:nvSpPr>
                <p:cNvPr id="27" name="TextBox 25"/>
                <p:cNvSpPr txBox="1"/>
                <p:nvPr/>
              </p:nvSpPr>
              <p:spPr>
                <a:xfrm>
                  <a:off x="1596630" y="2207738"/>
                  <a:ext cx="2516836" cy="33361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lnSpc>
                      <a:spcPct val="120000"/>
                    </a:lnSpc>
                    <a:defRPr/>
                  </a:pP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25" name="文本框 24"/>
              <p:cNvSpPr txBox="1"/>
              <p:nvPr/>
            </p:nvSpPr>
            <p:spPr>
              <a:xfrm>
                <a:off x="3162913" y="1190798"/>
                <a:ext cx="2663825" cy="29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380719" y="3919891"/>
              <a:ext cx="9303483" cy="1453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控制器</a:t>
              </a:r>
              <a:endParaRPr lang="zh-CN" altLang="en-US" sz="2800" b="1" dirty="0">
                <a:solidFill>
                  <a:srgbClr val="CC33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4"/>
          <p:cNvSpPr>
            <a:spLocks noGrp="1"/>
          </p:cNvSpPr>
          <p:nvPr>
            <p:ph idx="1"/>
          </p:nvPr>
        </p:nvSpPr>
        <p:spPr>
          <a:xfrm>
            <a:off x="914400" y="1077913"/>
            <a:ext cx="8229600" cy="4525962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FontTx/>
              <a:buNone/>
            </a:pP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4819" name="矩形 193547"/>
          <p:cNvSpPr/>
          <p:nvPr/>
        </p:nvSpPr>
        <p:spPr>
          <a:xfrm>
            <a:off x="823913" y="2028825"/>
            <a:ext cx="9074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自动控制理论：</a:t>
            </a:r>
            <a:r>
              <a:rPr lang="zh-CN" altLang="en-US" sz="2800" b="1" dirty="0">
                <a:latin typeface="Times New Roman" panose="02020603050405020304" pitchFamily="18" charset="0"/>
              </a:rPr>
              <a:t>研究自动控制共同规律的技术科学。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820" name="矩形 193548"/>
          <p:cNvSpPr/>
          <p:nvPr/>
        </p:nvSpPr>
        <p:spPr>
          <a:xfrm>
            <a:off x="823913" y="2749550"/>
            <a:ext cx="60801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如何描述一个对象？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数学模型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1" name="矩形 193549"/>
          <p:cNvSpPr/>
          <p:nvPr/>
        </p:nvSpPr>
        <p:spPr>
          <a:xfrm>
            <a:off x="823913" y="3525838"/>
            <a:ext cx="60801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如何描述控制目标？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性能指标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2" name="矩形 193550"/>
          <p:cNvSpPr/>
          <p:nvPr/>
        </p:nvSpPr>
        <p:spPr>
          <a:xfrm>
            <a:off x="823913" y="4246563"/>
            <a:ext cx="82232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3 .</a:t>
            </a:r>
            <a:r>
              <a:rPr lang="zh-CN" altLang="en-US" sz="2800" b="1" dirty="0">
                <a:latin typeface="Times New Roman" panose="02020603050405020304" pitchFamily="18" charset="0"/>
              </a:rPr>
              <a:t>给定对象是否满足性能指标要求？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系统分析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3" name="矩形 193551"/>
          <p:cNvSpPr/>
          <p:nvPr/>
        </p:nvSpPr>
        <p:spPr>
          <a:xfrm>
            <a:off x="823913" y="4908550"/>
            <a:ext cx="7866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4 .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如何使给定对象满足性能指标？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系统综合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824" name="文本框 145413"/>
          <p:cNvSpPr txBox="1"/>
          <p:nvPr/>
        </p:nvSpPr>
        <p:spPr>
          <a:xfrm>
            <a:off x="1252538" y="330200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矩形 155653"/>
          <p:cNvSpPr/>
          <p:nvPr/>
        </p:nvSpPr>
        <p:spPr>
          <a:xfrm>
            <a:off x="1115616" y="995362"/>
            <a:ext cx="56102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反馈控制原理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1748" name="矩形 155654"/>
          <p:cNvSpPr/>
          <p:nvPr/>
        </p:nvSpPr>
        <p:spPr>
          <a:xfrm>
            <a:off x="395536" y="1740148"/>
            <a:ext cx="8858944" cy="936129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反馈控制：</a:t>
            </a:r>
            <a:r>
              <a:rPr lang="zh-CN" altLang="en-US" b="1" dirty="0">
                <a:latin typeface="Times New Roman" panose="02020603050405020304" pitchFamily="18" charset="0"/>
              </a:rPr>
              <a:t>将输出量送回到输入端，并与输入信号相比较产生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b="1" dirty="0">
                <a:latin typeface="Times New Roman" panose="02020603050405020304" pitchFamily="18" charset="0"/>
              </a:rPr>
              <a:t>偏差信号，再用于控制。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5844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18" y="2924944"/>
            <a:ext cx="8773564" cy="376064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5" name="文本框 145413"/>
          <p:cNvSpPr txBox="1"/>
          <p:nvPr/>
        </p:nvSpPr>
        <p:spPr>
          <a:xfrm>
            <a:off x="1204913" y="295275"/>
            <a:ext cx="73437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60772"/>
          <p:cNvSpPr/>
          <p:nvPr/>
        </p:nvSpPr>
        <p:spPr>
          <a:xfrm>
            <a:off x="179512" y="1480889"/>
            <a:ext cx="56102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典型控制系统的基本组成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pic>
        <p:nvPicPr>
          <p:cNvPr id="36867" name="图片 1"/>
          <p:cNvPicPr>
            <a:picLocks noChangeAspect="1"/>
          </p:cNvPicPr>
          <p:nvPr/>
        </p:nvPicPr>
        <p:blipFill rotWithShape="1">
          <a:blip r:embed="rId1"/>
          <a:srcRect r="2800"/>
          <a:stretch>
            <a:fillRect/>
          </a:stretch>
        </p:blipFill>
        <p:spPr>
          <a:xfrm>
            <a:off x="26435" y="2924944"/>
            <a:ext cx="9082069" cy="3960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8" name="文本框 145413"/>
          <p:cNvSpPr txBox="1"/>
          <p:nvPr/>
        </p:nvSpPr>
        <p:spPr>
          <a:xfrm>
            <a:off x="1308100" y="330200"/>
            <a:ext cx="73453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矩形 208930"/>
          <p:cNvSpPr/>
          <p:nvPr/>
        </p:nvSpPr>
        <p:spPr>
          <a:xfrm>
            <a:off x="1889927" y="1681043"/>
            <a:ext cx="6372257" cy="83099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检测被控对象的输出量，将其转换为电信号。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也称为传感器、传感元件。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6" name="矩形 208931"/>
          <p:cNvSpPr/>
          <p:nvPr/>
        </p:nvSpPr>
        <p:spPr>
          <a:xfrm>
            <a:off x="1907704" y="2865770"/>
            <a:ext cx="6372257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比较设定值与实际值，产生相应的偏差信号。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7" name="矩形 208932"/>
          <p:cNvSpPr/>
          <p:nvPr/>
        </p:nvSpPr>
        <p:spPr>
          <a:xfrm>
            <a:off x="1907704" y="3719479"/>
            <a:ext cx="5753498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将信号放大，包括信号放大和功率放大。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8" name="矩形 208933"/>
          <p:cNvSpPr/>
          <p:nvPr/>
        </p:nvSpPr>
        <p:spPr>
          <a:xfrm>
            <a:off x="1907704" y="4230788"/>
            <a:ext cx="7314365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为改善系统性能，连接在系统中的部件。也叫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 补偿元件。可以有串联补偿、反馈补偿、顺馈  补偿。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9" name="矩形 208934"/>
          <p:cNvSpPr/>
          <p:nvPr/>
        </p:nvSpPr>
        <p:spPr>
          <a:xfrm>
            <a:off x="1938835" y="5394785"/>
            <a:ext cx="451598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直接使输出量产生变化的部件。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800" name="矩形 208935"/>
          <p:cNvSpPr/>
          <p:nvPr/>
        </p:nvSpPr>
        <p:spPr>
          <a:xfrm>
            <a:off x="1938835" y="6232565"/>
            <a:ext cx="451598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将输出量引回到输入端的部件。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897" name="文本框 145413"/>
          <p:cNvSpPr txBox="1"/>
          <p:nvPr/>
        </p:nvSpPr>
        <p:spPr>
          <a:xfrm>
            <a:off x="1204913" y="322263"/>
            <a:ext cx="7345362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第一节 自动控制的基本原理与方式</a:t>
            </a:r>
            <a:endParaRPr lang="zh-CN" altLang="en-US" sz="3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07704" y="1131420"/>
            <a:ext cx="554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设定被控量的期望值。产生系统输入量。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1763688" y="1583034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384373" y="6125842"/>
            <a:ext cx="1451323" cy="599343"/>
            <a:chOff x="960436" y="1084087"/>
            <a:chExt cx="1451323" cy="599343"/>
          </a:xfrm>
        </p:grpSpPr>
        <p:sp>
          <p:nvSpPr>
            <p:cNvPr id="39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40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反馈元件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84373" y="1107070"/>
            <a:ext cx="1451323" cy="599343"/>
            <a:chOff x="960436" y="1084087"/>
            <a:chExt cx="1451323" cy="599343"/>
          </a:xfrm>
        </p:grpSpPr>
        <p:sp>
          <p:nvSpPr>
            <p:cNvPr id="54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55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给定元件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84373" y="1947363"/>
            <a:ext cx="1451323" cy="599343"/>
            <a:chOff x="960436" y="1084087"/>
            <a:chExt cx="1451323" cy="599343"/>
          </a:xfrm>
        </p:grpSpPr>
        <p:sp>
          <p:nvSpPr>
            <p:cNvPr id="57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58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测量元件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84373" y="5308535"/>
            <a:ext cx="1451323" cy="599343"/>
            <a:chOff x="960436" y="1084087"/>
            <a:chExt cx="1451323" cy="599343"/>
          </a:xfrm>
        </p:grpSpPr>
        <p:sp>
          <p:nvSpPr>
            <p:cNvPr id="60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1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执行元件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84373" y="4468242"/>
            <a:ext cx="1451323" cy="599343"/>
            <a:chOff x="960436" y="1084087"/>
            <a:chExt cx="1451323" cy="599343"/>
          </a:xfrm>
        </p:grpSpPr>
        <p:sp>
          <p:nvSpPr>
            <p:cNvPr id="63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4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矫正元件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84373" y="2787656"/>
            <a:ext cx="1451323" cy="599343"/>
            <a:chOff x="960436" y="1084087"/>
            <a:chExt cx="1451323" cy="599343"/>
          </a:xfrm>
        </p:grpSpPr>
        <p:sp>
          <p:nvSpPr>
            <p:cNvPr id="66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67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比较元件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84373" y="3627949"/>
            <a:ext cx="1451323" cy="599343"/>
            <a:chOff x="960436" y="1084087"/>
            <a:chExt cx="1451323" cy="599343"/>
          </a:xfrm>
        </p:grpSpPr>
        <p:sp>
          <p:nvSpPr>
            <p:cNvPr id="69" name="椭圆 31"/>
            <p:cNvSpPr/>
            <p:nvPr/>
          </p:nvSpPr>
          <p:spPr>
            <a:xfrm>
              <a:off x="960436" y="1084087"/>
              <a:ext cx="1451323" cy="599343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2225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spc="-300" dirty="0">
                <a:solidFill>
                  <a:schemeClr val="tx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70" name="矩形 208929"/>
            <p:cNvSpPr/>
            <p:nvPr/>
          </p:nvSpPr>
          <p:spPr>
            <a:xfrm>
              <a:off x="960438" y="112395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放大元件</a:t>
              </a:r>
              <a:endPara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cxnSp>
        <p:nvCxnSpPr>
          <p:cNvPr id="72" name="直接连接符 71"/>
          <p:cNvCxnSpPr/>
          <p:nvPr/>
        </p:nvCxnSpPr>
        <p:spPr>
          <a:xfrm>
            <a:off x="1835696" y="5866294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835696" y="2439686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1835696" y="3296338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835696" y="4152990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1835696" y="5009642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835696" y="6722945"/>
            <a:ext cx="6552728" cy="0"/>
          </a:xfrm>
          <a:prstGeom prst="line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  <p:bldP spid="33797" grpId="0"/>
      <p:bldP spid="33798" grpId="0"/>
      <p:bldP spid="33799" grpId="0"/>
      <p:bldP spid="3380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31757"/>
          <p:cNvSpPr/>
          <p:nvPr/>
        </p:nvSpPr>
        <p:spPr>
          <a:xfrm>
            <a:off x="1476375" y="342900"/>
            <a:ext cx="6853238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Times New Roman" panose="02020603050405020304" pitchFamily="18" charset="0"/>
                <a:ea typeface="华文行楷" panose="02010800040101010101" pitchFamily="2" charset="-122"/>
              </a:rPr>
              <a:t>第一章　自动控制的一般概念</a:t>
            </a:r>
            <a:endParaRPr lang="zh-CN" altLang="en-US" sz="40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8915" name="文本框 31760"/>
          <p:cNvSpPr txBox="1"/>
          <p:nvPr/>
        </p:nvSpPr>
        <p:spPr>
          <a:xfrm>
            <a:off x="1601962" y="3105835"/>
            <a:ext cx="594007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第二节  自动控制系统的分类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矩形 165892"/>
          <p:cNvSpPr/>
          <p:nvPr/>
        </p:nvSpPr>
        <p:spPr>
          <a:xfrm>
            <a:off x="278606" y="1374377"/>
            <a:ext cx="3455988" cy="536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开环控制</a:t>
            </a:r>
            <a:endParaRPr lang="zh-CN" altLang="en-US" sz="28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904" name="文本框 165905"/>
          <p:cNvSpPr txBox="1"/>
          <p:nvPr/>
        </p:nvSpPr>
        <p:spPr>
          <a:xfrm>
            <a:off x="0" y="2087562"/>
            <a:ext cx="9143999" cy="954107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开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环控制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控制装置与控制对象之间只有正向控制作用，无反向联系的控制过程。</a:t>
            </a:r>
            <a:endParaRPr lang="zh-CN" altLang="en-US" sz="2800" b="1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矩形 161796"/>
          <p:cNvSpPr/>
          <p:nvPr/>
        </p:nvSpPr>
        <p:spPr>
          <a:xfrm>
            <a:off x="971600" y="884237"/>
            <a:ext cx="60483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自动控制系统基本控制方式</a:t>
            </a:r>
            <a:endParaRPr lang="zh-CN" altLang="en-US" sz="3200" b="1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pic>
        <p:nvPicPr>
          <p:cNvPr id="3994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3214563"/>
            <a:ext cx="7483475" cy="2303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2" name="矩形 231455"/>
          <p:cNvSpPr/>
          <p:nvPr/>
        </p:nvSpPr>
        <p:spPr>
          <a:xfrm>
            <a:off x="278606" y="5999911"/>
            <a:ext cx="85867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开环控制的输出量（被控量）对系统控制作用无影响。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9943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  <p:bldP spid="37904" grpId="0" animBg="1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Freeform 17"/>
          <p:cNvSpPr>
            <a:spLocks noEditPoints="1"/>
          </p:cNvSpPr>
          <p:nvPr/>
        </p:nvSpPr>
        <p:spPr bwMode="auto">
          <a:xfrm>
            <a:off x="899592" y="2735568"/>
            <a:ext cx="720079" cy="1080000"/>
          </a:xfrm>
          <a:custGeom>
            <a:avLst/>
            <a:gdLst>
              <a:gd name="T0" fmla="*/ 609 w 684"/>
              <a:gd name="T1" fmla="*/ 553 h 1183"/>
              <a:gd name="T2" fmla="*/ 448 w 684"/>
              <a:gd name="T3" fmla="*/ 401 h 1183"/>
              <a:gd name="T4" fmla="*/ 269 w 684"/>
              <a:gd name="T5" fmla="*/ 315 h 1183"/>
              <a:gd name="T6" fmla="*/ 94 w 684"/>
              <a:gd name="T7" fmla="*/ 233 h 1183"/>
              <a:gd name="T8" fmla="*/ 88 w 684"/>
              <a:gd name="T9" fmla="*/ 655 h 1183"/>
              <a:gd name="T10" fmla="*/ 70 w 684"/>
              <a:gd name="T11" fmla="*/ 918 h 1183"/>
              <a:gd name="T12" fmla="*/ 139 w 684"/>
              <a:gd name="T13" fmla="*/ 1167 h 1183"/>
              <a:gd name="T14" fmla="*/ 202 w 684"/>
              <a:gd name="T15" fmla="*/ 975 h 1183"/>
              <a:gd name="T16" fmla="*/ 70 w 684"/>
              <a:gd name="T17" fmla="*/ 734 h 1183"/>
              <a:gd name="T18" fmla="*/ 278 w 684"/>
              <a:gd name="T19" fmla="*/ 562 h 1183"/>
              <a:gd name="T20" fmla="*/ 307 w 684"/>
              <a:gd name="T21" fmla="*/ 754 h 1183"/>
              <a:gd name="T22" fmla="*/ 323 w 684"/>
              <a:gd name="T23" fmla="*/ 769 h 1183"/>
              <a:gd name="T24" fmla="*/ 322 w 684"/>
              <a:gd name="T25" fmla="*/ 948 h 1183"/>
              <a:gd name="T26" fmla="*/ 345 w 684"/>
              <a:gd name="T27" fmla="*/ 765 h 1183"/>
              <a:gd name="T28" fmla="*/ 457 w 684"/>
              <a:gd name="T29" fmla="*/ 753 h 1183"/>
              <a:gd name="T30" fmla="*/ 553 w 684"/>
              <a:gd name="T31" fmla="*/ 815 h 1183"/>
              <a:gd name="T32" fmla="*/ 388 w 684"/>
              <a:gd name="T33" fmla="*/ 1179 h 1183"/>
              <a:gd name="T34" fmla="*/ 445 w 684"/>
              <a:gd name="T35" fmla="*/ 1002 h 1183"/>
              <a:gd name="T36" fmla="*/ 666 w 684"/>
              <a:gd name="T37" fmla="*/ 692 h 1183"/>
              <a:gd name="T38" fmla="*/ 200 w 684"/>
              <a:gd name="T39" fmla="*/ 558 h 1183"/>
              <a:gd name="T40" fmla="*/ 132 w 684"/>
              <a:gd name="T41" fmla="*/ 509 h 1183"/>
              <a:gd name="T42" fmla="*/ 123 w 684"/>
              <a:gd name="T43" fmla="*/ 61 h 1183"/>
              <a:gd name="T44" fmla="*/ 241 w 684"/>
              <a:gd name="T45" fmla="*/ 532 h 1183"/>
              <a:gd name="T46" fmla="*/ 388 w 684"/>
              <a:gd name="T47" fmla="*/ 620 h 1183"/>
              <a:gd name="T48" fmla="*/ 406 w 684"/>
              <a:gd name="T49" fmla="*/ 459 h 1183"/>
              <a:gd name="T50" fmla="*/ 305 w 684"/>
              <a:gd name="T51" fmla="*/ 567 h 1183"/>
              <a:gd name="T52" fmla="*/ 444 w 684"/>
              <a:gd name="T53" fmla="*/ 423 h 1183"/>
              <a:gd name="T54" fmla="*/ 423 w 684"/>
              <a:gd name="T55" fmla="*/ 643 h 1183"/>
              <a:gd name="T56" fmla="*/ 415 w 684"/>
              <a:gd name="T57" fmla="*/ 724 h 1183"/>
              <a:gd name="T58" fmla="*/ 428 w 684"/>
              <a:gd name="T59" fmla="*/ 654 h 1183"/>
              <a:gd name="T60" fmla="*/ 574 w 684"/>
              <a:gd name="T61" fmla="*/ 534 h 1183"/>
              <a:gd name="T62" fmla="*/ 415 w 684"/>
              <a:gd name="T63" fmla="*/ 724 h 1183"/>
              <a:gd name="T64" fmla="*/ 476 w 684"/>
              <a:gd name="T65" fmla="*/ 750 h 1183"/>
              <a:gd name="T66" fmla="*/ 607 w 684"/>
              <a:gd name="T67" fmla="*/ 631 h 1183"/>
              <a:gd name="T68" fmla="*/ 517 w 684"/>
              <a:gd name="T69" fmla="*/ 804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4" h="1183">
                <a:moveTo>
                  <a:pt x="612" y="606"/>
                </a:moveTo>
                <a:cubicBezTo>
                  <a:pt x="615" y="584"/>
                  <a:pt x="613" y="565"/>
                  <a:pt x="609" y="553"/>
                </a:cubicBezTo>
                <a:cubicBezTo>
                  <a:pt x="599" y="516"/>
                  <a:pt x="568" y="479"/>
                  <a:pt x="517" y="483"/>
                </a:cubicBezTo>
                <a:cubicBezTo>
                  <a:pt x="514" y="445"/>
                  <a:pt x="477" y="404"/>
                  <a:pt x="448" y="401"/>
                </a:cubicBezTo>
                <a:cubicBezTo>
                  <a:pt x="329" y="387"/>
                  <a:pt x="263" y="490"/>
                  <a:pt x="263" y="490"/>
                </a:cubicBezTo>
                <a:cubicBezTo>
                  <a:pt x="263" y="490"/>
                  <a:pt x="253" y="433"/>
                  <a:pt x="269" y="315"/>
                </a:cubicBezTo>
                <a:cubicBezTo>
                  <a:pt x="290" y="158"/>
                  <a:pt x="232" y="0"/>
                  <a:pt x="116" y="36"/>
                </a:cubicBezTo>
                <a:cubicBezTo>
                  <a:pt x="0" y="72"/>
                  <a:pt x="71" y="136"/>
                  <a:pt x="94" y="233"/>
                </a:cubicBezTo>
                <a:cubicBezTo>
                  <a:pt x="117" y="330"/>
                  <a:pt x="117" y="454"/>
                  <a:pt x="110" y="505"/>
                </a:cubicBezTo>
                <a:cubicBezTo>
                  <a:pt x="104" y="546"/>
                  <a:pt x="92" y="624"/>
                  <a:pt x="88" y="655"/>
                </a:cubicBezTo>
                <a:cubicBezTo>
                  <a:pt x="69" y="678"/>
                  <a:pt x="57" y="697"/>
                  <a:pt x="54" y="711"/>
                </a:cubicBezTo>
                <a:cubicBezTo>
                  <a:pt x="45" y="741"/>
                  <a:pt x="31" y="868"/>
                  <a:pt x="70" y="918"/>
                </a:cubicBezTo>
                <a:cubicBezTo>
                  <a:pt x="109" y="969"/>
                  <a:pt x="148" y="980"/>
                  <a:pt x="177" y="979"/>
                </a:cubicBezTo>
                <a:cubicBezTo>
                  <a:pt x="203" y="1073"/>
                  <a:pt x="139" y="1167"/>
                  <a:pt x="139" y="1167"/>
                </a:cubicBezTo>
                <a:cubicBezTo>
                  <a:pt x="153" y="1174"/>
                  <a:pt x="153" y="1174"/>
                  <a:pt x="153" y="1174"/>
                </a:cubicBezTo>
                <a:cubicBezTo>
                  <a:pt x="220" y="1102"/>
                  <a:pt x="207" y="1002"/>
                  <a:pt x="202" y="975"/>
                </a:cubicBezTo>
                <a:cubicBezTo>
                  <a:pt x="215" y="971"/>
                  <a:pt x="223" y="966"/>
                  <a:pt x="223" y="966"/>
                </a:cubicBezTo>
                <a:cubicBezTo>
                  <a:pt x="50" y="954"/>
                  <a:pt x="64" y="794"/>
                  <a:pt x="70" y="734"/>
                </a:cubicBezTo>
                <a:cubicBezTo>
                  <a:pt x="76" y="674"/>
                  <a:pt x="155" y="611"/>
                  <a:pt x="205" y="572"/>
                </a:cubicBezTo>
                <a:cubicBezTo>
                  <a:pt x="254" y="533"/>
                  <a:pt x="270" y="550"/>
                  <a:pt x="278" y="562"/>
                </a:cubicBezTo>
                <a:cubicBezTo>
                  <a:pt x="326" y="637"/>
                  <a:pt x="384" y="625"/>
                  <a:pt x="408" y="655"/>
                </a:cubicBezTo>
                <a:cubicBezTo>
                  <a:pt x="432" y="685"/>
                  <a:pt x="388" y="757"/>
                  <a:pt x="307" y="754"/>
                </a:cubicBezTo>
                <a:cubicBezTo>
                  <a:pt x="226" y="751"/>
                  <a:pt x="207" y="675"/>
                  <a:pt x="207" y="675"/>
                </a:cubicBezTo>
                <a:cubicBezTo>
                  <a:pt x="216" y="753"/>
                  <a:pt x="271" y="775"/>
                  <a:pt x="323" y="769"/>
                </a:cubicBezTo>
                <a:cubicBezTo>
                  <a:pt x="342" y="782"/>
                  <a:pt x="376" y="814"/>
                  <a:pt x="370" y="868"/>
                </a:cubicBezTo>
                <a:cubicBezTo>
                  <a:pt x="363" y="933"/>
                  <a:pt x="322" y="948"/>
                  <a:pt x="322" y="948"/>
                </a:cubicBezTo>
                <a:cubicBezTo>
                  <a:pt x="322" y="948"/>
                  <a:pt x="390" y="939"/>
                  <a:pt x="390" y="866"/>
                </a:cubicBezTo>
                <a:cubicBezTo>
                  <a:pt x="390" y="808"/>
                  <a:pt x="363" y="777"/>
                  <a:pt x="345" y="765"/>
                </a:cubicBezTo>
                <a:cubicBezTo>
                  <a:pt x="366" y="759"/>
                  <a:pt x="386" y="749"/>
                  <a:pt x="400" y="738"/>
                </a:cubicBezTo>
                <a:cubicBezTo>
                  <a:pt x="409" y="745"/>
                  <a:pt x="427" y="755"/>
                  <a:pt x="457" y="753"/>
                </a:cubicBezTo>
                <a:cubicBezTo>
                  <a:pt x="456" y="773"/>
                  <a:pt x="463" y="815"/>
                  <a:pt x="523" y="817"/>
                </a:cubicBezTo>
                <a:cubicBezTo>
                  <a:pt x="534" y="817"/>
                  <a:pt x="544" y="816"/>
                  <a:pt x="553" y="815"/>
                </a:cubicBezTo>
                <a:cubicBezTo>
                  <a:pt x="559" y="845"/>
                  <a:pt x="569" y="952"/>
                  <a:pt x="418" y="982"/>
                </a:cubicBezTo>
                <a:cubicBezTo>
                  <a:pt x="418" y="982"/>
                  <a:pt x="425" y="1121"/>
                  <a:pt x="388" y="1179"/>
                </a:cubicBezTo>
                <a:cubicBezTo>
                  <a:pt x="408" y="1183"/>
                  <a:pt x="408" y="1183"/>
                  <a:pt x="408" y="1183"/>
                </a:cubicBezTo>
                <a:cubicBezTo>
                  <a:pt x="408" y="1183"/>
                  <a:pt x="446" y="1121"/>
                  <a:pt x="445" y="1002"/>
                </a:cubicBezTo>
                <a:cubicBezTo>
                  <a:pt x="445" y="1002"/>
                  <a:pt x="592" y="979"/>
                  <a:pt x="582" y="806"/>
                </a:cubicBezTo>
                <a:cubicBezTo>
                  <a:pt x="625" y="787"/>
                  <a:pt x="651" y="744"/>
                  <a:pt x="666" y="692"/>
                </a:cubicBezTo>
                <a:cubicBezTo>
                  <a:pt x="684" y="633"/>
                  <a:pt x="636" y="608"/>
                  <a:pt x="612" y="606"/>
                </a:cubicBezTo>
                <a:close/>
                <a:moveTo>
                  <a:pt x="200" y="558"/>
                </a:moveTo>
                <a:cubicBezTo>
                  <a:pt x="162" y="583"/>
                  <a:pt x="132" y="608"/>
                  <a:pt x="109" y="632"/>
                </a:cubicBezTo>
                <a:cubicBezTo>
                  <a:pt x="111" y="609"/>
                  <a:pt x="122" y="580"/>
                  <a:pt x="132" y="509"/>
                </a:cubicBezTo>
                <a:cubicBezTo>
                  <a:pt x="146" y="422"/>
                  <a:pt x="128" y="293"/>
                  <a:pt x="113" y="228"/>
                </a:cubicBezTo>
                <a:cubicBezTo>
                  <a:pt x="100" y="171"/>
                  <a:pt x="31" y="75"/>
                  <a:pt x="123" y="61"/>
                </a:cubicBezTo>
                <a:cubicBezTo>
                  <a:pt x="254" y="41"/>
                  <a:pt x="256" y="256"/>
                  <a:pt x="250" y="311"/>
                </a:cubicBezTo>
                <a:cubicBezTo>
                  <a:pt x="244" y="359"/>
                  <a:pt x="241" y="500"/>
                  <a:pt x="241" y="532"/>
                </a:cubicBezTo>
                <a:cubicBezTo>
                  <a:pt x="230" y="538"/>
                  <a:pt x="217" y="546"/>
                  <a:pt x="200" y="558"/>
                </a:cubicBezTo>
                <a:close/>
                <a:moveTo>
                  <a:pt x="388" y="620"/>
                </a:moveTo>
                <a:cubicBezTo>
                  <a:pt x="378" y="617"/>
                  <a:pt x="365" y="611"/>
                  <a:pt x="352" y="603"/>
                </a:cubicBezTo>
                <a:cubicBezTo>
                  <a:pt x="335" y="522"/>
                  <a:pt x="406" y="459"/>
                  <a:pt x="406" y="459"/>
                </a:cubicBezTo>
                <a:cubicBezTo>
                  <a:pt x="324" y="501"/>
                  <a:pt x="330" y="567"/>
                  <a:pt x="336" y="593"/>
                </a:cubicBezTo>
                <a:cubicBezTo>
                  <a:pt x="325" y="585"/>
                  <a:pt x="314" y="577"/>
                  <a:pt x="305" y="567"/>
                </a:cubicBezTo>
                <a:cubicBezTo>
                  <a:pt x="281" y="542"/>
                  <a:pt x="282" y="520"/>
                  <a:pt x="261" y="524"/>
                </a:cubicBezTo>
                <a:cubicBezTo>
                  <a:pt x="287" y="485"/>
                  <a:pt x="396" y="408"/>
                  <a:pt x="444" y="423"/>
                </a:cubicBezTo>
                <a:cubicBezTo>
                  <a:pt x="496" y="439"/>
                  <a:pt x="508" y="509"/>
                  <a:pt x="485" y="574"/>
                </a:cubicBezTo>
                <a:cubicBezTo>
                  <a:pt x="469" y="620"/>
                  <a:pt x="439" y="637"/>
                  <a:pt x="423" y="643"/>
                </a:cubicBezTo>
                <a:cubicBezTo>
                  <a:pt x="414" y="629"/>
                  <a:pt x="400" y="624"/>
                  <a:pt x="388" y="620"/>
                </a:cubicBezTo>
                <a:close/>
                <a:moveTo>
                  <a:pt x="415" y="724"/>
                </a:moveTo>
                <a:cubicBezTo>
                  <a:pt x="420" y="717"/>
                  <a:pt x="424" y="710"/>
                  <a:pt x="426" y="703"/>
                </a:cubicBezTo>
                <a:cubicBezTo>
                  <a:pt x="431" y="681"/>
                  <a:pt x="431" y="666"/>
                  <a:pt x="428" y="654"/>
                </a:cubicBezTo>
                <a:cubicBezTo>
                  <a:pt x="510" y="623"/>
                  <a:pt x="514" y="552"/>
                  <a:pt x="516" y="508"/>
                </a:cubicBezTo>
                <a:cubicBezTo>
                  <a:pt x="531" y="508"/>
                  <a:pt x="558" y="512"/>
                  <a:pt x="574" y="534"/>
                </a:cubicBezTo>
                <a:cubicBezTo>
                  <a:pt x="597" y="567"/>
                  <a:pt x="601" y="681"/>
                  <a:pt x="508" y="721"/>
                </a:cubicBezTo>
                <a:cubicBezTo>
                  <a:pt x="444" y="748"/>
                  <a:pt x="422" y="735"/>
                  <a:pt x="415" y="724"/>
                </a:cubicBezTo>
                <a:close/>
                <a:moveTo>
                  <a:pt x="517" y="804"/>
                </a:moveTo>
                <a:cubicBezTo>
                  <a:pt x="469" y="797"/>
                  <a:pt x="471" y="766"/>
                  <a:pt x="476" y="750"/>
                </a:cubicBezTo>
                <a:cubicBezTo>
                  <a:pt x="488" y="747"/>
                  <a:pt x="502" y="742"/>
                  <a:pt x="519" y="734"/>
                </a:cubicBezTo>
                <a:cubicBezTo>
                  <a:pt x="570" y="710"/>
                  <a:pt x="596" y="669"/>
                  <a:pt x="607" y="631"/>
                </a:cubicBezTo>
                <a:cubicBezTo>
                  <a:pt x="622" y="636"/>
                  <a:pt x="644" y="647"/>
                  <a:pt x="643" y="675"/>
                </a:cubicBezTo>
                <a:cubicBezTo>
                  <a:pt x="642" y="718"/>
                  <a:pt x="584" y="812"/>
                  <a:pt x="517" y="804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" name="Group 21"/>
          <p:cNvGrpSpPr>
            <a:grpSpLocks noChangeAspect="1"/>
          </p:cNvGrpSpPr>
          <p:nvPr/>
        </p:nvGrpSpPr>
        <p:grpSpPr bwMode="auto">
          <a:xfrm>
            <a:off x="4371498" y="2735568"/>
            <a:ext cx="720000" cy="1178268"/>
            <a:chOff x="3270" y="1510"/>
            <a:chExt cx="762" cy="1247"/>
          </a:xfrm>
          <a:solidFill>
            <a:schemeClr val="bg1"/>
          </a:solidFill>
        </p:grpSpPr>
        <p:sp>
          <p:nvSpPr>
            <p:cNvPr id="10" name="Freeform 22"/>
            <p:cNvSpPr/>
            <p:nvPr/>
          </p:nvSpPr>
          <p:spPr bwMode="auto">
            <a:xfrm>
              <a:off x="3616" y="2549"/>
              <a:ext cx="56" cy="46"/>
            </a:xfrm>
            <a:custGeom>
              <a:avLst/>
              <a:gdLst>
                <a:gd name="T0" fmla="*/ 0 w 54"/>
                <a:gd name="T1" fmla="*/ 18 h 44"/>
                <a:gd name="T2" fmla="*/ 54 w 54"/>
                <a:gd name="T3" fmla="*/ 0 h 44"/>
                <a:gd name="T4" fmla="*/ 46 w 54"/>
                <a:gd name="T5" fmla="*/ 44 h 44"/>
                <a:gd name="T6" fmla="*/ 39 w 54"/>
                <a:gd name="T7" fmla="*/ 23 h 44"/>
                <a:gd name="T8" fmla="*/ 0 w 54"/>
                <a:gd name="T9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4">
                  <a:moveTo>
                    <a:pt x="0" y="18"/>
                  </a:moveTo>
                  <a:cubicBezTo>
                    <a:pt x="0" y="18"/>
                    <a:pt x="29" y="19"/>
                    <a:pt x="54" y="0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23"/>
                    <a:pt x="28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23"/>
            <p:cNvSpPr>
              <a:spLocks noEditPoints="1"/>
            </p:cNvSpPr>
            <p:nvPr/>
          </p:nvSpPr>
          <p:spPr bwMode="auto">
            <a:xfrm>
              <a:off x="3270" y="1510"/>
              <a:ext cx="762" cy="1247"/>
            </a:xfrm>
            <a:custGeom>
              <a:avLst/>
              <a:gdLst>
                <a:gd name="T0" fmla="*/ 629 w 729"/>
                <a:gd name="T1" fmla="*/ 554 h 1195"/>
                <a:gd name="T2" fmla="*/ 512 w 729"/>
                <a:gd name="T3" fmla="*/ 454 h 1195"/>
                <a:gd name="T4" fmla="*/ 509 w 729"/>
                <a:gd name="T5" fmla="*/ 405 h 1195"/>
                <a:gd name="T6" fmla="*/ 591 w 729"/>
                <a:gd name="T7" fmla="*/ 78 h 1195"/>
                <a:gd name="T8" fmla="*/ 415 w 729"/>
                <a:gd name="T9" fmla="*/ 118 h 1195"/>
                <a:gd name="T10" fmla="*/ 276 w 729"/>
                <a:gd name="T11" fmla="*/ 309 h 1195"/>
                <a:gd name="T12" fmla="*/ 37 w 729"/>
                <a:gd name="T13" fmla="*/ 50 h 1195"/>
                <a:gd name="T14" fmla="*/ 151 w 729"/>
                <a:gd name="T15" fmla="*/ 585 h 1195"/>
                <a:gd name="T16" fmla="*/ 202 w 729"/>
                <a:gd name="T17" fmla="*/ 988 h 1195"/>
                <a:gd name="T18" fmla="*/ 160 w 729"/>
                <a:gd name="T19" fmla="*/ 1169 h 1195"/>
                <a:gd name="T20" fmla="*/ 135 w 729"/>
                <a:gd name="T21" fmla="*/ 904 h 1195"/>
                <a:gd name="T22" fmla="*/ 298 w 729"/>
                <a:gd name="T23" fmla="*/ 556 h 1195"/>
                <a:gd name="T24" fmla="*/ 447 w 729"/>
                <a:gd name="T25" fmla="*/ 694 h 1195"/>
                <a:gd name="T26" fmla="*/ 268 w 729"/>
                <a:gd name="T27" fmla="*/ 812 h 1195"/>
                <a:gd name="T28" fmla="*/ 373 w 729"/>
                <a:gd name="T29" fmla="*/ 737 h 1195"/>
                <a:gd name="T30" fmla="*/ 391 w 729"/>
                <a:gd name="T31" fmla="*/ 740 h 1195"/>
                <a:gd name="T32" fmla="*/ 440 w 729"/>
                <a:gd name="T33" fmla="*/ 778 h 1195"/>
                <a:gd name="T34" fmla="*/ 593 w 729"/>
                <a:gd name="T35" fmla="*/ 811 h 1195"/>
                <a:gd name="T36" fmla="*/ 460 w 729"/>
                <a:gd name="T37" fmla="*/ 992 h 1195"/>
                <a:gd name="T38" fmla="*/ 465 w 729"/>
                <a:gd name="T39" fmla="*/ 1195 h 1195"/>
                <a:gd name="T40" fmla="*/ 647 w 729"/>
                <a:gd name="T41" fmla="*/ 784 h 1195"/>
                <a:gd name="T42" fmla="*/ 437 w 729"/>
                <a:gd name="T43" fmla="*/ 585 h 1195"/>
                <a:gd name="T44" fmla="*/ 210 w 729"/>
                <a:gd name="T45" fmla="*/ 547 h 1195"/>
                <a:gd name="T46" fmla="*/ 54 w 729"/>
                <a:gd name="T47" fmla="*/ 143 h 1195"/>
                <a:gd name="T48" fmla="*/ 240 w 729"/>
                <a:gd name="T49" fmla="*/ 230 h 1195"/>
                <a:gd name="T50" fmla="*/ 374 w 729"/>
                <a:gd name="T51" fmla="*/ 387 h 1195"/>
                <a:gd name="T52" fmla="*/ 520 w 729"/>
                <a:gd name="T53" fmla="*/ 52 h 1195"/>
                <a:gd name="T54" fmla="*/ 468 w 729"/>
                <a:gd name="T55" fmla="*/ 505 h 1195"/>
                <a:gd name="T56" fmla="*/ 437 w 729"/>
                <a:gd name="T57" fmla="*/ 585 h 1195"/>
                <a:gd name="T58" fmla="*/ 494 w 729"/>
                <a:gd name="T59" fmla="*/ 673 h 1195"/>
                <a:gd name="T60" fmla="*/ 529 w 729"/>
                <a:gd name="T61" fmla="*/ 484 h 1195"/>
                <a:gd name="T62" fmla="*/ 429 w 729"/>
                <a:gd name="T63" fmla="*/ 736 h 1195"/>
                <a:gd name="T64" fmla="*/ 603 w 729"/>
                <a:gd name="T65" fmla="*/ 672 h 1195"/>
                <a:gd name="T66" fmla="*/ 691 w 729"/>
                <a:gd name="T67" fmla="*/ 638 h 1195"/>
                <a:gd name="T68" fmla="*/ 520 w 729"/>
                <a:gd name="T69" fmla="*/ 768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9" h="1195">
                  <a:moveTo>
                    <a:pt x="700" y="569"/>
                  </a:moveTo>
                  <a:cubicBezTo>
                    <a:pt x="676" y="543"/>
                    <a:pt x="646" y="548"/>
                    <a:pt x="629" y="554"/>
                  </a:cubicBezTo>
                  <a:cubicBezTo>
                    <a:pt x="629" y="543"/>
                    <a:pt x="629" y="534"/>
                    <a:pt x="629" y="528"/>
                  </a:cubicBezTo>
                  <a:cubicBezTo>
                    <a:pt x="629" y="504"/>
                    <a:pt x="601" y="415"/>
                    <a:pt x="512" y="454"/>
                  </a:cubicBezTo>
                  <a:cubicBezTo>
                    <a:pt x="508" y="455"/>
                    <a:pt x="504" y="457"/>
                    <a:pt x="501" y="459"/>
                  </a:cubicBezTo>
                  <a:cubicBezTo>
                    <a:pt x="498" y="447"/>
                    <a:pt x="498" y="427"/>
                    <a:pt x="509" y="405"/>
                  </a:cubicBezTo>
                  <a:cubicBezTo>
                    <a:pt x="528" y="366"/>
                    <a:pt x="597" y="273"/>
                    <a:pt x="606" y="211"/>
                  </a:cubicBezTo>
                  <a:cubicBezTo>
                    <a:pt x="614" y="149"/>
                    <a:pt x="602" y="102"/>
                    <a:pt x="591" y="78"/>
                  </a:cubicBezTo>
                  <a:cubicBezTo>
                    <a:pt x="580" y="53"/>
                    <a:pt x="554" y="23"/>
                    <a:pt x="514" y="23"/>
                  </a:cubicBezTo>
                  <a:cubicBezTo>
                    <a:pt x="474" y="23"/>
                    <a:pt x="426" y="50"/>
                    <a:pt x="415" y="118"/>
                  </a:cubicBezTo>
                  <a:cubicBezTo>
                    <a:pt x="405" y="185"/>
                    <a:pt x="346" y="432"/>
                    <a:pt x="315" y="482"/>
                  </a:cubicBezTo>
                  <a:cubicBezTo>
                    <a:pt x="315" y="482"/>
                    <a:pt x="283" y="384"/>
                    <a:pt x="276" y="309"/>
                  </a:cubicBezTo>
                  <a:cubicBezTo>
                    <a:pt x="269" y="234"/>
                    <a:pt x="258" y="133"/>
                    <a:pt x="188" y="67"/>
                  </a:cubicBezTo>
                  <a:cubicBezTo>
                    <a:pt x="117" y="0"/>
                    <a:pt x="58" y="38"/>
                    <a:pt x="37" y="50"/>
                  </a:cubicBezTo>
                  <a:cubicBezTo>
                    <a:pt x="17" y="62"/>
                    <a:pt x="0" y="93"/>
                    <a:pt x="35" y="161"/>
                  </a:cubicBezTo>
                  <a:cubicBezTo>
                    <a:pt x="69" y="228"/>
                    <a:pt x="116" y="381"/>
                    <a:pt x="151" y="585"/>
                  </a:cubicBezTo>
                  <a:cubicBezTo>
                    <a:pt x="113" y="616"/>
                    <a:pt x="74" y="669"/>
                    <a:pt x="68" y="769"/>
                  </a:cubicBezTo>
                  <a:cubicBezTo>
                    <a:pt x="59" y="931"/>
                    <a:pt x="166" y="940"/>
                    <a:pt x="202" y="988"/>
                  </a:cubicBezTo>
                  <a:cubicBezTo>
                    <a:pt x="238" y="1037"/>
                    <a:pt x="151" y="1155"/>
                    <a:pt x="151" y="1155"/>
                  </a:cubicBezTo>
                  <a:cubicBezTo>
                    <a:pt x="160" y="1169"/>
                    <a:pt x="160" y="1169"/>
                    <a:pt x="160" y="1169"/>
                  </a:cubicBezTo>
                  <a:cubicBezTo>
                    <a:pt x="198" y="1124"/>
                    <a:pt x="228" y="1059"/>
                    <a:pt x="234" y="1007"/>
                  </a:cubicBezTo>
                  <a:cubicBezTo>
                    <a:pt x="240" y="954"/>
                    <a:pt x="198" y="969"/>
                    <a:pt x="135" y="904"/>
                  </a:cubicBezTo>
                  <a:cubicBezTo>
                    <a:pt x="71" y="838"/>
                    <a:pt x="76" y="706"/>
                    <a:pt x="135" y="632"/>
                  </a:cubicBezTo>
                  <a:cubicBezTo>
                    <a:pt x="194" y="558"/>
                    <a:pt x="275" y="538"/>
                    <a:pt x="298" y="556"/>
                  </a:cubicBezTo>
                  <a:cubicBezTo>
                    <a:pt x="321" y="575"/>
                    <a:pt x="392" y="615"/>
                    <a:pt x="432" y="602"/>
                  </a:cubicBezTo>
                  <a:cubicBezTo>
                    <a:pt x="472" y="589"/>
                    <a:pt x="508" y="654"/>
                    <a:pt x="447" y="694"/>
                  </a:cubicBezTo>
                  <a:cubicBezTo>
                    <a:pt x="369" y="746"/>
                    <a:pt x="280" y="674"/>
                    <a:pt x="280" y="674"/>
                  </a:cubicBezTo>
                  <a:cubicBezTo>
                    <a:pt x="302" y="738"/>
                    <a:pt x="268" y="812"/>
                    <a:pt x="268" y="812"/>
                  </a:cubicBezTo>
                  <a:cubicBezTo>
                    <a:pt x="319" y="788"/>
                    <a:pt x="306" y="705"/>
                    <a:pt x="306" y="705"/>
                  </a:cubicBezTo>
                  <a:cubicBezTo>
                    <a:pt x="331" y="722"/>
                    <a:pt x="353" y="732"/>
                    <a:pt x="373" y="737"/>
                  </a:cubicBezTo>
                  <a:cubicBezTo>
                    <a:pt x="385" y="769"/>
                    <a:pt x="408" y="853"/>
                    <a:pt x="346" y="923"/>
                  </a:cubicBezTo>
                  <a:cubicBezTo>
                    <a:pt x="346" y="923"/>
                    <a:pt x="434" y="880"/>
                    <a:pt x="391" y="740"/>
                  </a:cubicBezTo>
                  <a:cubicBezTo>
                    <a:pt x="395" y="740"/>
                    <a:pt x="400" y="740"/>
                    <a:pt x="405" y="740"/>
                  </a:cubicBezTo>
                  <a:cubicBezTo>
                    <a:pt x="408" y="751"/>
                    <a:pt x="417" y="766"/>
                    <a:pt x="440" y="778"/>
                  </a:cubicBezTo>
                  <a:cubicBezTo>
                    <a:pt x="456" y="787"/>
                    <a:pt x="480" y="786"/>
                    <a:pt x="505" y="775"/>
                  </a:cubicBezTo>
                  <a:cubicBezTo>
                    <a:pt x="514" y="792"/>
                    <a:pt x="540" y="824"/>
                    <a:pt x="593" y="811"/>
                  </a:cubicBezTo>
                  <a:cubicBezTo>
                    <a:pt x="604" y="809"/>
                    <a:pt x="614" y="805"/>
                    <a:pt x="623" y="800"/>
                  </a:cubicBezTo>
                  <a:cubicBezTo>
                    <a:pt x="621" y="839"/>
                    <a:pt x="605" y="966"/>
                    <a:pt x="460" y="992"/>
                  </a:cubicBezTo>
                  <a:cubicBezTo>
                    <a:pt x="460" y="992"/>
                    <a:pt x="475" y="1138"/>
                    <a:pt x="439" y="1194"/>
                  </a:cubicBezTo>
                  <a:cubicBezTo>
                    <a:pt x="465" y="1195"/>
                    <a:pt x="465" y="1195"/>
                    <a:pt x="465" y="1195"/>
                  </a:cubicBezTo>
                  <a:cubicBezTo>
                    <a:pt x="465" y="1195"/>
                    <a:pt x="501" y="1143"/>
                    <a:pt x="485" y="1007"/>
                  </a:cubicBezTo>
                  <a:cubicBezTo>
                    <a:pt x="485" y="1007"/>
                    <a:pt x="636" y="1001"/>
                    <a:pt x="647" y="784"/>
                  </a:cubicBezTo>
                  <a:cubicBezTo>
                    <a:pt x="720" y="725"/>
                    <a:pt x="729" y="601"/>
                    <a:pt x="700" y="569"/>
                  </a:cubicBezTo>
                  <a:close/>
                  <a:moveTo>
                    <a:pt x="437" y="585"/>
                  </a:moveTo>
                  <a:cubicBezTo>
                    <a:pt x="381" y="593"/>
                    <a:pt x="339" y="562"/>
                    <a:pt x="309" y="545"/>
                  </a:cubicBezTo>
                  <a:cubicBezTo>
                    <a:pt x="280" y="528"/>
                    <a:pt x="246" y="525"/>
                    <a:pt x="210" y="547"/>
                  </a:cubicBezTo>
                  <a:cubicBezTo>
                    <a:pt x="200" y="552"/>
                    <a:pt x="187" y="559"/>
                    <a:pt x="172" y="569"/>
                  </a:cubicBezTo>
                  <a:cubicBezTo>
                    <a:pt x="161" y="511"/>
                    <a:pt x="103" y="226"/>
                    <a:pt x="54" y="143"/>
                  </a:cubicBezTo>
                  <a:cubicBezTo>
                    <a:pt x="4" y="59"/>
                    <a:pt x="91" y="56"/>
                    <a:pt x="106" y="58"/>
                  </a:cubicBezTo>
                  <a:cubicBezTo>
                    <a:pt x="141" y="63"/>
                    <a:pt x="228" y="130"/>
                    <a:pt x="240" y="230"/>
                  </a:cubicBezTo>
                  <a:cubicBezTo>
                    <a:pt x="252" y="331"/>
                    <a:pt x="269" y="478"/>
                    <a:pt x="314" y="536"/>
                  </a:cubicBezTo>
                  <a:cubicBezTo>
                    <a:pt x="314" y="536"/>
                    <a:pt x="346" y="484"/>
                    <a:pt x="374" y="387"/>
                  </a:cubicBezTo>
                  <a:cubicBezTo>
                    <a:pt x="402" y="290"/>
                    <a:pt x="432" y="177"/>
                    <a:pt x="440" y="130"/>
                  </a:cubicBezTo>
                  <a:cubicBezTo>
                    <a:pt x="447" y="82"/>
                    <a:pt x="470" y="40"/>
                    <a:pt x="520" y="52"/>
                  </a:cubicBezTo>
                  <a:cubicBezTo>
                    <a:pt x="569" y="64"/>
                    <a:pt x="597" y="151"/>
                    <a:pt x="568" y="231"/>
                  </a:cubicBezTo>
                  <a:cubicBezTo>
                    <a:pt x="541" y="306"/>
                    <a:pt x="452" y="400"/>
                    <a:pt x="468" y="505"/>
                  </a:cubicBezTo>
                  <a:cubicBezTo>
                    <a:pt x="454" y="536"/>
                    <a:pt x="450" y="572"/>
                    <a:pt x="449" y="585"/>
                  </a:cubicBezTo>
                  <a:cubicBezTo>
                    <a:pt x="445" y="585"/>
                    <a:pt x="441" y="585"/>
                    <a:pt x="437" y="585"/>
                  </a:cubicBezTo>
                  <a:close/>
                  <a:moveTo>
                    <a:pt x="429" y="736"/>
                  </a:moveTo>
                  <a:cubicBezTo>
                    <a:pt x="464" y="725"/>
                    <a:pt x="486" y="695"/>
                    <a:pt x="494" y="673"/>
                  </a:cubicBezTo>
                  <a:cubicBezTo>
                    <a:pt x="507" y="639"/>
                    <a:pt x="498" y="597"/>
                    <a:pt x="465" y="587"/>
                  </a:cubicBezTo>
                  <a:cubicBezTo>
                    <a:pt x="469" y="565"/>
                    <a:pt x="486" y="497"/>
                    <a:pt x="529" y="484"/>
                  </a:cubicBezTo>
                  <a:cubicBezTo>
                    <a:pt x="580" y="468"/>
                    <a:pt x="609" y="509"/>
                    <a:pt x="596" y="585"/>
                  </a:cubicBezTo>
                  <a:cubicBezTo>
                    <a:pt x="584" y="659"/>
                    <a:pt x="518" y="804"/>
                    <a:pt x="429" y="736"/>
                  </a:cubicBezTo>
                  <a:close/>
                  <a:moveTo>
                    <a:pt x="520" y="768"/>
                  </a:moveTo>
                  <a:cubicBezTo>
                    <a:pt x="554" y="749"/>
                    <a:pt x="586" y="716"/>
                    <a:pt x="603" y="672"/>
                  </a:cubicBezTo>
                  <a:cubicBezTo>
                    <a:pt x="616" y="636"/>
                    <a:pt x="622" y="606"/>
                    <a:pt x="626" y="581"/>
                  </a:cubicBezTo>
                  <a:cubicBezTo>
                    <a:pt x="680" y="564"/>
                    <a:pt x="696" y="608"/>
                    <a:pt x="691" y="638"/>
                  </a:cubicBezTo>
                  <a:cubicBezTo>
                    <a:pt x="687" y="669"/>
                    <a:pt x="664" y="771"/>
                    <a:pt x="595" y="789"/>
                  </a:cubicBezTo>
                  <a:cubicBezTo>
                    <a:pt x="547" y="802"/>
                    <a:pt x="527" y="781"/>
                    <a:pt x="520" y="76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" name="Group 26"/>
          <p:cNvGrpSpPr>
            <a:grpSpLocks noChangeAspect="1"/>
          </p:cNvGrpSpPr>
          <p:nvPr/>
        </p:nvGrpSpPr>
        <p:grpSpPr bwMode="auto">
          <a:xfrm>
            <a:off x="8131357" y="2807452"/>
            <a:ext cx="656862" cy="1080000"/>
            <a:chOff x="5100" y="1511"/>
            <a:chExt cx="756" cy="1243"/>
          </a:xfrm>
          <a:solidFill>
            <a:schemeClr val="bg1"/>
          </a:solidFill>
        </p:grpSpPr>
        <p:sp>
          <p:nvSpPr>
            <p:cNvPr id="13" name="Freeform 27"/>
            <p:cNvSpPr/>
            <p:nvPr/>
          </p:nvSpPr>
          <p:spPr bwMode="auto">
            <a:xfrm>
              <a:off x="5459" y="2603"/>
              <a:ext cx="57" cy="48"/>
            </a:xfrm>
            <a:custGeom>
              <a:avLst/>
              <a:gdLst>
                <a:gd name="T0" fmla="*/ 0 w 54"/>
                <a:gd name="T1" fmla="*/ 18 h 45"/>
                <a:gd name="T2" fmla="*/ 54 w 54"/>
                <a:gd name="T3" fmla="*/ 0 h 45"/>
                <a:gd name="T4" fmla="*/ 46 w 54"/>
                <a:gd name="T5" fmla="*/ 45 h 45"/>
                <a:gd name="T6" fmla="*/ 40 w 54"/>
                <a:gd name="T7" fmla="*/ 23 h 45"/>
                <a:gd name="T8" fmla="*/ 0 w 54"/>
                <a:gd name="T9" fmla="*/ 1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5">
                  <a:moveTo>
                    <a:pt x="0" y="18"/>
                  </a:moveTo>
                  <a:cubicBezTo>
                    <a:pt x="0" y="18"/>
                    <a:pt x="30" y="19"/>
                    <a:pt x="54" y="0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29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28"/>
            <p:cNvSpPr>
              <a:spLocks noEditPoints="1"/>
            </p:cNvSpPr>
            <p:nvPr/>
          </p:nvSpPr>
          <p:spPr bwMode="auto">
            <a:xfrm>
              <a:off x="5100" y="1511"/>
              <a:ext cx="756" cy="1243"/>
            </a:xfrm>
            <a:custGeom>
              <a:avLst/>
              <a:gdLst>
                <a:gd name="T0" fmla="*/ 638 w 716"/>
                <a:gd name="T1" fmla="*/ 356 h 1179"/>
                <a:gd name="T2" fmla="*/ 533 w 716"/>
                <a:gd name="T3" fmla="*/ 162 h 1179"/>
                <a:gd name="T4" fmla="*/ 380 w 716"/>
                <a:gd name="T5" fmla="*/ 2 h 1179"/>
                <a:gd name="T6" fmla="*/ 296 w 716"/>
                <a:gd name="T7" fmla="*/ 488 h 1179"/>
                <a:gd name="T8" fmla="*/ 92 w 716"/>
                <a:gd name="T9" fmla="*/ 55 h 1179"/>
                <a:gd name="T10" fmla="*/ 132 w 716"/>
                <a:gd name="T11" fmla="*/ 487 h 1179"/>
                <a:gd name="T12" fmla="*/ 232 w 716"/>
                <a:gd name="T13" fmla="*/ 1045 h 1179"/>
                <a:gd name="T14" fmla="*/ 181 w 716"/>
                <a:gd name="T15" fmla="*/ 1178 h 1179"/>
                <a:gd name="T16" fmla="*/ 260 w 716"/>
                <a:gd name="T17" fmla="*/ 1045 h 1179"/>
                <a:gd name="T18" fmla="*/ 105 w 716"/>
                <a:gd name="T19" fmla="*/ 852 h 1179"/>
                <a:gd name="T20" fmla="*/ 154 w 716"/>
                <a:gd name="T21" fmla="*/ 431 h 1179"/>
                <a:gd name="T22" fmla="*/ 99 w 716"/>
                <a:gd name="T23" fmla="*/ 84 h 1179"/>
                <a:gd name="T24" fmla="*/ 297 w 716"/>
                <a:gd name="T25" fmla="*/ 549 h 1179"/>
                <a:gd name="T26" fmla="*/ 161 w 716"/>
                <a:gd name="T27" fmla="*/ 656 h 1179"/>
                <a:gd name="T28" fmla="*/ 399 w 716"/>
                <a:gd name="T29" fmla="*/ 516 h 1179"/>
                <a:gd name="T30" fmla="*/ 553 w 716"/>
                <a:gd name="T31" fmla="*/ 619 h 1179"/>
                <a:gd name="T32" fmla="*/ 319 w 716"/>
                <a:gd name="T33" fmla="*/ 793 h 1179"/>
                <a:gd name="T34" fmla="*/ 415 w 716"/>
                <a:gd name="T35" fmla="*/ 798 h 1179"/>
                <a:gd name="T36" fmla="*/ 438 w 716"/>
                <a:gd name="T37" fmla="*/ 814 h 1179"/>
                <a:gd name="T38" fmla="*/ 569 w 716"/>
                <a:gd name="T39" fmla="*/ 720 h 1179"/>
                <a:gd name="T40" fmla="*/ 547 w 716"/>
                <a:gd name="T41" fmla="*/ 720 h 1179"/>
                <a:gd name="T42" fmla="*/ 561 w 716"/>
                <a:gd name="T43" fmla="*/ 729 h 1179"/>
                <a:gd name="T44" fmla="*/ 414 w 716"/>
                <a:gd name="T45" fmla="*/ 667 h 1179"/>
                <a:gd name="T46" fmla="*/ 574 w 716"/>
                <a:gd name="T47" fmla="*/ 577 h 1179"/>
                <a:gd name="T48" fmla="*/ 485 w 716"/>
                <a:gd name="T49" fmla="*/ 1018 h 1179"/>
                <a:gd name="T50" fmla="*/ 492 w 716"/>
                <a:gd name="T51" fmla="*/ 1175 h 1179"/>
                <a:gd name="T52" fmla="*/ 671 w 716"/>
                <a:gd name="T53" fmla="*/ 840 h 1179"/>
                <a:gd name="T54" fmla="*/ 325 w 716"/>
                <a:gd name="T55" fmla="*/ 522 h 1179"/>
                <a:gd name="T56" fmla="*/ 325 w 716"/>
                <a:gd name="T57" fmla="*/ 142 h 1179"/>
                <a:gd name="T58" fmla="*/ 423 w 716"/>
                <a:gd name="T59" fmla="*/ 507 h 1179"/>
                <a:gd name="T60" fmla="*/ 325 w 716"/>
                <a:gd name="T61" fmla="*/ 522 h 1179"/>
                <a:gd name="T62" fmla="*/ 483 w 716"/>
                <a:gd name="T63" fmla="*/ 355 h 1179"/>
                <a:gd name="T64" fmla="*/ 652 w 716"/>
                <a:gd name="T65" fmla="*/ 186 h 1179"/>
                <a:gd name="T66" fmla="*/ 553 w 716"/>
                <a:gd name="T67" fmla="*/ 552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6" h="1179">
                  <a:moveTo>
                    <a:pt x="580" y="551"/>
                  </a:moveTo>
                  <a:cubicBezTo>
                    <a:pt x="582" y="527"/>
                    <a:pt x="593" y="449"/>
                    <a:pt x="638" y="356"/>
                  </a:cubicBezTo>
                  <a:cubicBezTo>
                    <a:pt x="691" y="244"/>
                    <a:pt x="716" y="90"/>
                    <a:pt x="605" y="79"/>
                  </a:cubicBezTo>
                  <a:cubicBezTo>
                    <a:pt x="555" y="74"/>
                    <a:pt x="544" y="134"/>
                    <a:pt x="533" y="162"/>
                  </a:cubicBezTo>
                  <a:cubicBezTo>
                    <a:pt x="522" y="190"/>
                    <a:pt x="488" y="280"/>
                    <a:pt x="488" y="280"/>
                  </a:cubicBezTo>
                  <a:cubicBezTo>
                    <a:pt x="488" y="280"/>
                    <a:pt x="523" y="6"/>
                    <a:pt x="380" y="2"/>
                  </a:cubicBezTo>
                  <a:cubicBezTo>
                    <a:pt x="279" y="0"/>
                    <a:pt x="298" y="136"/>
                    <a:pt x="301" y="167"/>
                  </a:cubicBezTo>
                  <a:cubicBezTo>
                    <a:pt x="303" y="197"/>
                    <a:pt x="301" y="456"/>
                    <a:pt x="296" y="488"/>
                  </a:cubicBezTo>
                  <a:cubicBezTo>
                    <a:pt x="296" y="488"/>
                    <a:pt x="271" y="422"/>
                    <a:pt x="265" y="349"/>
                  </a:cubicBezTo>
                  <a:cubicBezTo>
                    <a:pt x="259" y="276"/>
                    <a:pt x="259" y="1"/>
                    <a:pt x="92" y="55"/>
                  </a:cubicBezTo>
                  <a:cubicBezTo>
                    <a:pt x="0" y="84"/>
                    <a:pt x="49" y="194"/>
                    <a:pt x="63" y="228"/>
                  </a:cubicBezTo>
                  <a:cubicBezTo>
                    <a:pt x="76" y="262"/>
                    <a:pt x="128" y="408"/>
                    <a:pt x="132" y="487"/>
                  </a:cubicBezTo>
                  <a:cubicBezTo>
                    <a:pt x="137" y="582"/>
                    <a:pt x="111" y="639"/>
                    <a:pt x="89" y="707"/>
                  </a:cubicBezTo>
                  <a:cubicBezTo>
                    <a:pt x="67" y="774"/>
                    <a:pt x="33" y="942"/>
                    <a:pt x="232" y="1045"/>
                  </a:cubicBezTo>
                  <a:cubicBezTo>
                    <a:pt x="232" y="1045"/>
                    <a:pt x="234" y="1122"/>
                    <a:pt x="180" y="1174"/>
                  </a:cubicBezTo>
                  <a:cubicBezTo>
                    <a:pt x="181" y="1178"/>
                    <a:pt x="181" y="1178"/>
                    <a:pt x="181" y="1178"/>
                  </a:cubicBezTo>
                  <a:cubicBezTo>
                    <a:pt x="208" y="1179"/>
                    <a:pt x="208" y="1179"/>
                    <a:pt x="208" y="1179"/>
                  </a:cubicBezTo>
                  <a:cubicBezTo>
                    <a:pt x="208" y="1179"/>
                    <a:pt x="269" y="1095"/>
                    <a:pt x="260" y="1045"/>
                  </a:cubicBezTo>
                  <a:cubicBezTo>
                    <a:pt x="273" y="1038"/>
                    <a:pt x="273" y="1038"/>
                    <a:pt x="273" y="1038"/>
                  </a:cubicBezTo>
                  <a:cubicBezTo>
                    <a:pt x="273" y="1038"/>
                    <a:pt x="129" y="974"/>
                    <a:pt x="105" y="852"/>
                  </a:cubicBezTo>
                  <a:cubicBezTo>
                    <a:pt x="82" y="730"/>
                    <a:pt x="129" y="686"/>
                    <a:pt x="142" y="637"/>
                  </a:cubicBezTo>
                  <a:cubicBezTo>
                    <a:pt x="155" y="588"/>
                    <a:pt x="174" y="515"/>
                    <a:pt x="154" y="431"/>
                  </a:cubicBezTo>
                  <a:cubicBezTo>
                    <a:pt x="135" y="346"/>
                    <a:pt x="93" y="234"/>
                    <a:pt x="77" y="200"/>
                  </a:cubicBezTo>
                  <a:cubicBezTo>
                    <a:pt x="61" y="166"/>
                    <a:pt x="39" y="112"/>
                    <a:pt x="99" y="84"/>
                  </a:cubicBezTo>
                  <a:cubicBezTo>
                    <a:pt x="159" y="56"/>
                    <a:pt x="229" y="158"/>
                    <a:pt x="237" y="251"/>
                  </a:cubicBezTo>
                  <a:cubicBezTo>
                    <a:pt x="246" y="343"/>
                    <a:pt x="247" y="488"/>
                    <a:pt x="297" y="549"/>
                  </a:cubicBezTo>
                  <a:cubicBezTo>
                    <a:pt x="277" y="569"/>
                    <a:pt x="260" y="583"/>
                    <a:pt x="242" y="595"/>
                  </a:cubicBezTo>
                  <a:cubicBezTo>
                    <a:pt x="217" y="612"/>
                    <a:pt x="165" y="643"/>
                    <a:pt x="161" y="656"/>
                  </a:cubicBezTo>
                  <a:cubicBezTo>
                    <a:pt x="160" y="660"/>
                    <a:pt x="260" y="603"/>
                    <a:pt x="289" y="574"/>
                  </a:cubicBezTo>
                  <a:cubicBezTo>
                    <a:pt x="317" y="544"/>
                    <a:pt x="371" y="494"/>
                    <a:pt x="399" y="516"/>
                  </a:cubicBezTo>
                  <a:cubicBezTo>
                    <a:pt x="428" y="538"/>
                    <a:pt x="498" y="570"/>
                    <a:pt x="527" y="570"/>
                  </a:cubicBezTo>
                  <a:cubicBezTo>
                    <a:pt x="555" y="570"/>
                    <a:pt x="562" y="575"/>
                    <a:pt x="553" y="619"/>
                  </a:cubicBezTo>
                  <a:cubicBezTo>
                    <a:pt x="542" y="671"/>
                    <a:pt x="453" y="701"/>
                    <a:pt x="401" y="633"/>
                  </a:cubicBezTo>
                  <a:cubicBezTo>
                    <a:pt x="401" y="633"/>
                    <a:pt x="403" y="759"/>
                    <a:pt x="319" y="793"/>
                  </a:cubicBezTo>
                  <a:cubicBezTo>
                    <a:pt x="319" y="793"/>
                    <a:pt x="364" y="794"/>
                    <a:pt x="391" y="755"/>
                  </a:cubicBezTo>
                  <a:cubicBezTo>
                    <a:pt x="391" y="755"/>
                    <a:pt x="396" y="779"/>
                    <a:pt x="415" y="798"/>
                  </a:cubicBezTo>
                  <a:cubicBezTo>
                    <a:pt x="416" y="829"/>
                    <a:pt x="415" y="914"/>
                    <a:pt x="367" y="983"/>
                  </a:cubicBezTo>
                  <a:cubicBezTo>
                    <a:pt x="367" y="983"/>
                    <a:pt x="432" y="943"/>
                    <a:pt x="438" y="814"/>
                  </a:cubicBezTo>
                  <a:cubicBezTo>
                    <a:pt x="455" y="820"/>
                    <a:pt x="476" y="823"/>
                    <a:pt x="504" y="816"/>
                  </a:cubicBezTo>
                  <a:cubicBezTo>
                    <a:pt x="601" y="794"/>
                    <a:pt x="572" y="732"/>
                    <a:pt x="569" y="720"/>
                  </a:cubicBezTo>
                  <a:cubicBezTo>
                    <a:pt x="569" y="720"/>
                    <a:pt x="588" y="711"/>
                    <a:pt x="602" y="708"/>
                  </a:cubicBezTo>
                  <a:cubicBezTo>
                    <a:pt x="602" y="708"/>
                    <a:pt x="595" y="687"/>
                    <a:pt x="547" y="720"/>
                  </a:cubicBezTo>
                  <a:cubicBezTo>
                    <a:pt x="498" y="753"/>
                    <a:pt x="514" y="756"/>
                    <a:pt x="514" y="756"/>
                  </a:cubicBezTo>
                  <a:cubicBezTo>
                    <a:pt x="514" y="756"/>
                    <a:pt x="550" y="733"/>
                    <a:pt x="561" y="729"/>
                  </a:cubicBezTo>
                  <a:cubicBezTo>
                    <a:pt x="561" y="729"/>
                    <a:pt x="570" y="795"/>
                    <a:pt x="497" y="801"/>
                  </a:cubicBezTo>
                  <a:cubicBezTo>
                    <a:pt x="425" y="808"/>
                    <a:pt x="387" y="749"/>
                    <a:pt x="414" y="667"/>
                  </a:cubicBezTo>
                  <a:cubicBezTo>
                    <a:pt x="414" y="667"/>
                    <a:pt x="461" y="713"/>
                    <a:pt x="528" y="682"/>
                  </a:cubicBezTo>
                  <a:cubicBezTo>
                    <a:pt x="596" y="651"/>
                    <a:pt x="574" y="577"/>
                    <a:pt x="574" y="577"/>
                  </a:cubicBezTo>
                  <a:cubicBezTo>
                    <a:pt x="574" y="577"/>
                    <a:pt x="626" y="558"/>
                    <a:pt x="650" y="626"/>
                  </a:cubicBezTo>
                  <a:cubicBezTo>
                    <a:pt x="674" y="694"/>
                    <a:pt x="687" y="923"/>
                    <a:pt x="485" y="1018"/>
                  </a:cubicBezTo>
                  <a:cubicBezTo>
                    <a:pt x="485" y="1018"/>
                    <a:pt x="486" y="1134"/>
                    <a:pt x="474" y="1171"/>
                  </a:cubicBezTo>
                  <a:cubicBezTo>
                    <a:pt x="492" y="1175"/>
                    <a:pt x="492" y="1175"/>
                    <a:pt x="492" y="1175"/>
                  </a:cubicBezTo>
                  <a:cubicBezTo>
                    <a:pt x="492" y="1175"/>
                    <a:pt x="517" y="1126"/>
                    <a:pt x="509" y="1032"/>
                  </a:cubicBezTo>
                  <a:cubicBezTo>
                    <a:pt x="509" y="1032"/>
                    <a:pt x="626" y="983"/>
                    <a:pt x="671" y="840"/>
                  </a:cubicBezTo>
                  <a:cubicBezTo>
                    <a:pt x="715" y="700"/>
                    <a:pt x="694" y="549"/>
                    <a:pt x="580" y="551"/>
                  </a:cubicBezTo>
                  <a:close/>
                  <a:moveTo>
                    <a:pt x="325" y="522"/>
                  </a:moveTo>
                  <a:cubicBezTo>
                    <a:pt x="322" y="525"/>
                    <a:pt x="319" y="528"/>
                    <a:pt x="316" y="532"/>
                  </a:cubicBezTo>
                  <a:cubicBezTo>
                    <a:pt x="317" y="487"/>
                    <a:pt x="327" y="174"/>
                    <a:pt x="325" y="142"/>
                  </a:cubicBezTo>
                  <a:cubicBezTo>
                    <a:pt x="323" y="108"/>
                    <a:pt x="313" y="36"/>
                    <a:pt x="384" y="28"/>
                  </a:cubicBezTo>
                  <a:cubicBezTo>
                    <a:pt x="454" y="19"/>
                    <a:pt x="506" y="187"/>
                    <a:pt x="423" y="507"/>
                  </a:cubicBezTo>
                  <a:cubicBezTo>
                    <a:pt x="422" y="506"/>
                    <a:pt x="421" y="505"/>
                    <a:pt x="420" y="504"/>
                  </a:cubicBezTo>
                  <a:cubicBezTo>
                    <a:pt x="403" y="489"/>
                    <a:pt x="360" y="487"/>
                    <a:pt x="325" y="522"/>
                  </a:cubicBezTo>
                  <a:close/>
                  <a:moveTo>
                    <a:pt x="433" y="515"/>
                  </a:moveTo>
                  <a:cubicBezTo>
                    <a:pt x="441" y="488"/>
                    <a:pt x="467" y="405"/>
                    <a:pt x="483" y="355"/>
                  </a:cubicBezTo>
                  <a:cubicBezTo>
                    <a:pt x="501" y="295"/>
                    <a:pt x="561" y="140"/>
                    <a:pt x="575" y="128"/>
                  </a:cubicBezTo>
                  <a:cubicBezTo>
                    <a:pt x="590" y="116"/>
                    <a:pt x="639" y="92"/>
                    <a:pt x="652" y="186"/>
                  </a:cubicBezTo>
                  <a:cubicBezTo>
                    <a:pt x="666" y="280"/>
                    <a:pt x="616" y="329"/>
                    <a:pt x="590" y="398"/>
                  </a:cubicBezTo>
                  <a:cubicBezTo>
                    <a:pt x="567" y="459"/>
                    <a:pt x="551" y="522"/>
                    <a:pt x="553" y="552"/>
                  </a:cubicBezTo>
                  <a:cubicBezTo>
                    <a:pt x="498" y="552"/>
                    <a:pt x="455" y="531"/>
                    <a:pt x="433" y="515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对角圆角矩形 6"/>
          <p:cNvSpPr/>
          <p:nvPr/>
        </p:nvSpPr>
        <p:spPr>
          <a:xfrm>
            <a:off x="309751" y="3949472"/>
            <a:ext cx="2043776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3601" y="4218246"/>
            <a:ext cx="18470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Tahoma" panose="020B0604030504040204" pitchFamily="34" charset="0"/>
                <a:ea typeface="仿宋_GB2312" pitchFamily="49" charset="-122"/>
              </a:rPr>
              <a:t> </a:t>
            </a:r>
            <a:r>
              <a:rPr lang="zh-CN" altLang="en-US" sz="2400" b="1" dirty="0">
                <a:latin typeface="Tahoma" panose="020B0604030504040204" pitchFamily="34" charset="0"/>
                <a:ea typeface="仿宋_GB2312" pitchFamily="49" charset="-122"/>
              </a:rPr>
              <a:t>系统的控制精度完全取决于控制装置和被控对象的参数稳定性</a:t>
            </a:r>
            <a:endParaRPr lang="zh-CN" altLang="en-US" dirty="0"/>
          </a:p>
        </p:txBody>
      </p:sp>
      <p:sp>
        <p:nvSpPr>
          <p:cNvPr id="18" name="对角圆角矩形 6"/>
          <p:cNvSpPr/>
          <p:nvPr/>
        </p:nvSpPr>
        <p:spPr>
          <a:xfrm>
            <a:off x="3674922" y="3978000"/>
            <a:ext cx="2043776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907049" y="4688749"/>
            <a:ext cx="18470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结构简单，成本低廉，但系统抗干扰能力差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2" name="对角圆角矩形 6"/>
          <p:cNvSpPr/>
          <p:nvPr/>
        </p:nvSpPr>
        <p:spPr>
          <a:xfrm>
            <a:off x="6960138" y="3949473"/>
            <a:ext cx="2196849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077898" y="4033580"/>
            <a:ext cx="21708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对可能出现的被控量偏离给定值的偏差没有任何修正能力，抗干扰能力差，控制精度不高。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68274" y="1404853"/>
            <a:ext cx="3060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开环控制的特点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Freeform 112"/>
          <p:cNvSpPr>
            <a:spLocks noEditPoints="1"/>
          </p:cNvSpPr>
          <p:nvPr/>
        </p:nvSpPr>
        <p:spPr bwMode="auto">
          <a:xfrm>
            <a:off x="2538471" y="1041609"/>
            <a:ext cx="4067058" cy="1163871"/>
          </a:xfrm>
          <a:custGeom>
            <a:avLst/>
            <a:gdLst>
              <a:gd name="T0" fmla="*/ 1477 w 1635"/>
              <a:gd name="T1" fmla="*/ 27 h 499"/>
              <a:gd name="T2" fmla="*/ 1246 w 1635"/>
              <a:gd name="T3" fmla="*/ 42 h 499"/>
              <a:gd name="T4" fmla="*/ 1058 w 1635"/>
              <a:gd name="T5" fmla="*/ 133 h 499"/>
              <a:gd name="T6" fmla="*/ 864 w 1635"/>
              <a:gd name="T7" fmla="*/ 121 h 499"/>
              <a:gd name="T8" fmla="*/ 502 w 1635"/>
              <a:gd name="T9" fmla="*/ 142 h 499"/>
              <a:gd name="T10" fmla="*/ 345 w 1635"/>
              <a:gd name="T11" fmla="*/ 7 h 499"/>
              <a:gd name="T12" fmla="*/ 57 w 1635"/>
              <a:gd name="T13" fmla="*/ 80 h 499"/>
              <a:gd name="T14" fmla="*/ 36 w 1635"/>
              <a:gd name="T15" fmla="*/ 356 h 499"/>
              <a:gd name="T16" fmla="*/ 245 w 1635"/>
              <a:gd name="T17" fmla="*/ 475 h 499"/>
              <a:gd name="T18" fmla="*/ 571 w 1635"/>
              <a:gd name="T19" fmla="*/ 426 h 499"/>
              <a:gd name="T20" fmla="*/ 928 w 1635"/>
              <a:gd name="T21" fmla="*/ 412 h 499"/>
              <a:gd name="T22" fmla="*/ 1287 w 1635"/>
              <a:gd name="T23" fmla="*/ 454 h 499"/>
              <a:gd name="T24" fmla="*/ 1594 w 1635"/>
              <a:gd name="T25" fmla="*/ 433 h 499"/>
              <a:gd name="T26" fmla="*/ 1537 w 1635"/>
              <a:gd name="T27" fmla="*/ 57 h 499"/>
              <a:gd name="T28" fmla="*/ 1443 w 1635"/>
              <a:gd name="T29" fmla="*/ 137 h 499"/>
              <a:gd name="T30" fmla="*/ 1314 w 1635"/>
              <a:gd name="T31" fmla="*/ 108 h 499"/>
              <a:gd name="T32" fmla="*/ 708 w 1635"/>
              <a:gd name="T33" fmla="*/ 133 h 499"/>
              <a:gd name="T34" fmla="*/ 242 w 1635"/>
              <a:gd name="T35" fmla="*/ 134 h 499"/>
              <a:gd name="T36" fmla="*/ 160 w 1635"/>
              <a:gd name="T37" fmla="*/ 33 h 499"/>
              <a:gd name="T38" fmla="*/ 143 w 1635"/>
              <a:gd name="T39" fmla="*/ 45 h 499"/>
              <a:gd name="T40" fmla="*/ 280 w 1635"/>
              <a:gd name="T41" fmla="*/ 13 h 499"/>
              <a:gd name="T42" fmla="*/ 247 w 1635"/>
              <a:gd name="T43" fmla="*/ 42 h 499"/>
              <a:gd name="T44" fmla="*/ 356 w 1635"/>
              <a:gd name="T45" fmla="*/ 55 h 499"/>
              <a:gd name="T46" fmla="*/ 312 w 1635"/>
              <a:gd name="T47" fmla="*/ 73 h 499"/>
              <a:gd name="T48" fmla="*/ 264 w 1635"/>
              <a:gd name="T49" fmla="*/ 95 h 499"/>
              <a:gd name="T50" fmla="*/ 277 w 1635"/>
              <a:gd name="T51" fmla="*/ 118 h 499"/>
              <a:gd name="T52" fmla="*/ 193 w 1635"/>
              <a:gd name="T53" fmla="*/ 161 h 499"/>
              <a:gd name="T54" fmla="*/ 17 w 1635"/>
              <a:gd name="T55" fmla="*/ 149 h 499"/>
              <a:gd name="T56" fmla="*/ 1572 w 1635"/>
              <a:gd name="T57" fmla="*/ 241 h 499"/>
              <a:gd name="T58" fmla="*/ 1568 w 1635"/>
              <a:gd name="T59" fmla="*/ 257 h 499"/>
              <a:gd name="T60" fmla="*/ 1516 w 1635"/>
              <a:gd name="T61" fmla="*/ 294 h 499"/>
              <a:gd name="T62" fmla="*/ 1460 w 1635"/>
              <a:gd name="T63" fmla="*/ 324 h 499"/>
              <a:gd name="T64" fmla="*/ 1478 w 1635"/>
              <a:gd name="T65" fmla="*/ 364 h 499"/>
              <a:gd name="T66" fmla="*/ 1484 w 1635"/>
              <a:gd name="T67" fmla="*/ 405 h 499"/>
              <a:gd name="T68" fmla="*/ 1511 w 1635"/>
              <a:gd name="T69" fmla="*/ 446 h 499"/>
              <a:gd name="T70" fmla="*/ 1524 w 1635"/>
              <a:gd name="T71" fmla="*/ 486 h 499"/>
              <a:gd name="T72" fmla="*/ 1238 w 1635"/>
              <a:gd name="T73" fmla="*/ 433 h 499"/>
              <a:gd name="T74" fmla="*/ 882 w 1635"/>
              <a:gd name="T75" fmla="*/ 397 h 499"/>
              <a:gd name="T76" fmla="*/ 516 w 1635"/>
              <a:gd name="T77" fmla="*/ 417 h 499"/>
              <a:gd name="T78" fmla="*/ 165 w 1635"/>
              <a:gd name="T79" fmla="*/ 478 h 499"/>
              <a:gd name="T80" fmla="*/ 154 w 1635"/>
              <a:gd name="T81" fmla="*/ 446 h 499"/>
              <a:gd name="T82" fmla="*/ 127 w 1635"/>
              <a:gd name="T83" fmla="*/ 417 h 499"/>
              <a:gd name="T84" fmla="*/ 99 w 1635"/>
              <a:gd name="T85" fmla="*/ 378 h 499"/>
              <a:gd name="T86" fmla="*/ 56 w 1635"/>
              <a:gd name="T87" fmla="*/ 339 h 499"/>
              <a:gd name="T88" fmla="*/ 57 w 1635"/>
              <a:gd name="T89" fmla="*/ 299 h 499"/>
              <a:gd name="T90" fmla="*/ 72 w 1635"/>
              <a:gd name="T91" fmla="*/ 282 h 499"/>
              <a:gd name="T92" fmla="*/ 140 w 1635"/>
              <a:gd name="T93" fmla="*/ 247 h 499"/>
              <a:gd name="T94" fmla="*/ 12 w 1635"/>
              <a:gd name="T95" fmla="*/ 198 h 499"/>
              <a:gd name="T96" fmla="*/ 202 w 1635"/>
              <a:gd name="T97" fmla="*/ 210 h 499"/>
              <a:gd name="T98" fmla="*/ 563 w 1635"/>
              <a:gd name="T99" fmla="*/ 148 h 499"/>
              <a:gd name="T100" fmla="*/ 857 w 1635"/>
              <a:gd name="T101" fmla="*/ 134 h 499"/>
              <a:gd name="T102" fmla="*/ 1046 w 1635"/>
              <a:gd name="T103" fmla="*/ 134 h 499"/>
              <a:gd name="T104" fmla="*/ 1357 w 1635"/>
              <a:gd name="T105" fmla="*/ 195 h 499"/>
              <a:gd name="T106" fmla="*/ 1479 w 1635"/>
              <a:gd name="T107" fmla="*/ 204 h 499"/>
              <a:gd name="T108" fmla="*/ 1462 w 1635"/>
              <a:gd name="T109" fmla="*/ 200 h 499"/>
              <a:gd name="T110" fmla="*/ 1395 w 1635"/>
              <a:gd name="T111" fmla="*/ 122 h 499"/>
              <a:gd name="T112" fmla="*/ 1422 w 1635"/>
              <a:gd name="T113" fmla="*/ 107 h 499"/>
              <a:gd name="T114" fmla="*/ 1302 w 1635"/>
              <a:gd name="T115" fmla="*/ 72 h 499"/>
              <a:gd name="T116" fmla="*/ 1363 w 1635"/>
              <a:gd name="T117" fmla="*/ 65 h 499"/>
              <a:gd name="T118" fmla="*/ 1398 w 1635"/>
              <a:gd name="T119" fmla="*/ 50 h 499"/>
              <a:gd name="T120" fmla="*/ 1304 w 1635"/>
              <a:gd name="T121" fmla="*/ 18 h 499"/>
              <a:gd name="T122" fmla="*/ 1490 w 1635"/>
              <a:gd name="T123" fmla="*/ 45 h 499"/>
              <a:gd name="T124" fmla="*/ 1575 w 1635"/>
              <a:gd name="T125" fmla="*/ 9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35" h="499">
                <a:moveTo>
                  <a:pt x="1635" y="177"/>
                </a:moveTo>
                <a:cubicBezTo>
                  <a:pt x="1635" y="172"/>
                  <a:pt x="1634" y="168"/>
                  <a:pt x="1634" y="164"/>
                </a:cubicBezTo>
                <a:cubicBezTo>
                  <a:pt x="1633" y="160"/>
                  <a:pt x="1632" y="156"/>
                  <a:pt x="1631" y="152"/>
                </a:cubicBezTo>
                <a:cubicBezTo>
                  <a:pt x="1630" y="145"/>
                  <a:pt x="1630" y="140"/>
                  <a:pt x="1629" y="140"/>
                </a:cubicBezTo>
                <a:cubicBezTo>
                  <a:pt x="1628" y="136"/>
                  <a:pt x="1625" y="132"/>
                  <a:pt x="1623" y="128"/>
                </a:cubicBezTo>
                <a:cubicBezTo>
                  <a:pt x="1621" y="124"/>
                  <a:pt x="1619" y="120"/>
                  <a:pt x="1617" y="117"/>
                </a:cubicBezTo>
                <a:cubicBezTo>
                  <a:pt x="1614" y="113"/>
                  <a:pt x="1611" y="110"/>
                  <a:pt x="1608" y="107"/>
                </a:cubicBezTo>
                <a:cubicBezTo>
                  <a:pt x="1605" y="103"/>
                  <a:pt x="1602" y="100"/>
                  <a:pt x="1600" y="97"/>
                </a:cubicBezTo>
                <a:cubicBezTo>
                  <a:pt x="1597" y="95"/>
                  <a:pt x="1594" y="93"/>
                  <a:pt x="1591" y="90"/>
                </a:cubicBezTo>
                <a:cubicBezTo>
                  <a:pt x="1588" y="88"/>
                  <a:pt x="1586" y="85"/>
                  <a:pt x="1583" y="83"/>
                </a:cubicBezTo>
                <a:cubicBezTo>
                  <a:pt x="1580" y="80"/>
                  <a:pt x="1577" y="78"/>
                  <a:pt x="1573" y="76"/>
                </a:cubicBezTo>
                <a:cubicBezTo>
                  <a:pt x="1570" y="74"/>
                  <a:pt x="1567" y="72"/>
                  <a:pt x="1564" y="70"/>
                </a:cubicBezTo>
                <a:cubicBezTo>
                  <a:pt x="1561" y="68"/>
                  <a:pt x="1557" y="67"/>
                  <a:pt x="1554" y="65"/>
                </a:cubicBezTo>
                <a:cubicBezTo>
                  <a:pt x="1552" y="63"/>
                  <a:pt x="1550" y="62"/>
                  <a:pt x="1547" y="61"/>
                </a:cubicBezTo>
                <a:cubicBezTo>
                  <a:pt x="1548" y="62"/>
                  <a:pt x="1547" y="64"/>
                  <a:pt x="1546" y="64"/>
                </a:cubicBezTo>
                <a:cubicBezTo>
                  <a:pt x="1544" y="63"/>
                  <a:pt x="1544" y="60"/>
                  <a:pt x="1547" y="60"/>
                </a:cubicBezTo>
                <a:cubicBezTo>
                  <a:pt x="1546" y="60"/>
                  <a:pt x="1545" y="59"/>
                  <a:pt x="1544" y="59"/>
                </a:cubicBezTo>
                <a:cubicBezTo>
                  <a:pt x="1541" y="57"/>
                  <a:pt x="1537" y="55"/>
                  <a:pt x="1534" y="53"/>
                </a:cubicBezTo>
                <a:cubicBezTo>
                  <a:pt x="1533" y="53"/>
                  <a:pt x="1533" y="52"/>
                  <a:pt x="1532" y="52"/>
                </a:cubicBezTo>
                <a:cubicBezTo>
                  <a:pt x="1532" y="53"/>
                  <a:pt x="1532" y="53"/>
                  <a:pt x="1531" y="53"/>
                </a:cubicBezTo>
                <a:cubicBezTo>
                  <a:pt x="1529" y="53"/>
                  <a:pt x="1527" y="53"/>
                  <a:pt x="1526" y="53"/>
                </a:cubicBezTo>
                <a:cubicBezTo>
                  <a:pt x="1525" y="52"/>
                  <a:pt x="1524" y="50"/>
                  <a:pt x="1525" y="49"/>
                </a:cubicBezTo>
                <a:cubicBezTo>
                  <a:pt x="1524" y="48"/>
                  <a:pt x="1523" y="48"/>
                  <a:pt x="1523" y="48"/>
                </a:cubicBezTo>
                <a:cubicBezTo>
                  <a:pt x="1520" y="46"/>
                  <a:pt x="1517" y="45"/>
                  <a:pt x="1514" y="43"/>
                </a:cubicBezTo>
                <a:cubicBezTo>
                  <a:pt x="1514" y="43"/>
                  <a:pt x="1514" y="43"/>
                  <a:pt x="1513" y="43"/>
                </a:cubicBezTo>
                <a:cubicBezTo>
                  <a:pt x="1513" y="44"/>
                  <a:pt x="1512" y="43"/>
                  <a:pt x="1512" y="42"/>
                </a:cubicBezTo>
                <a:cubicBezTo>
                  <a:pt x="1508" y="41"/>
                  <a:pt x="1504" y="39"/>
                  <a:pt x="1501" y="38"/>
                </a:cubicBezTo>
                <a:cubicBezTo>
                  <a:pt x="1497" y="36"/>
                  <a:pt x="1494" y="34"/>
                  <a:pt x="1490" y="32"/>
                </a:cubicBezTo>
                <a:cubicBezTo>
                  <a:pt x="1486" y="31"/>
                  <a:pt x="1482" y="29"/>
                  <a:pt x="1479" y="28"/>
                </a:cubicBezTo>
                <a:cubicBezTo>
                  <a:pt x="1478" y="28"/>
                  <a:pt x="1478" y="28"/>
                  <a:pt x="1477" y="27"/>
                </a:cubicBezTo>
                <a:cubicBezTo>
                  <a:pt x="1477" y="28"/>
                  <a:pt x="1477" y="28"/>
                  <a:pt x="1477" y="29"/>
                </a:cubicBezTo>
                <a:cubicBezTo>
                  <a:pt x="1474" y="30"/>
                  <a:pt x="1472" y="29"/>
                  <a:pt x="1472" y="26"/>
                </a:cubicBezTo>
                <a:cubicBezTo>
                  <a:pt x="1471" y="25"/>
                  <a:pt x="1469" y="25"/>
                  <a:pt x="1467" y="24"/>
                </a:cubicBezTo>
                <a:cubicBezTo>
                  <a:pt x="1467" y="24"/>
                  <a:pt x="1467" y="24"/>
                  <a:pt x="1466" y="24"/>
                </a:cubicBezTo>
                <a:cubicBezTo>
                  <a:pt x="1466" y="24"/>
                  <a:pt x="1465" y="25"/>
                  <a:pt x="1465" y="24"/>
                </a:cubicBezTo>
                <a:cubicBezTo>
                  <a:pt x="1465" y="24"/>
                  <a:pt x="1465" y="24"/>
                  <a:pt x="1465" y="23"/>
                </a:cubicBezTo>
                <a:cubicBezTo>
                  <a:pt x="1462" y="22"/>
                  <a:pt x="1459" y="21"/>
                  <a:pt x="1456" y="20"/>
                </a:cubicBezTo>
                <a:cubicBezTo>
                  <a:pt x="1452" y="19"/>
                  <a:pt x="1448" y="18"/>
                  <a:pt x="1444" y="17"/>
                </a:cubicBezTo>
                <a:cubicBezTo>
                  <a:pt x="1440" y="16"/>
                  <a:pt x="1436" y="15"/>
                  <a:pt x="1432" y="14"/>
                </a:cubicBezTo>
                <a:cubicBezTo>
                  <a:pt x="1428" y="13"/>
                  <a:pt x="1424" y="13"/>
                  <a:pt x="1420" y="12"/>
                </a:cubicBezTo>
                <a:cubicBezTo>
                  <a:pt x="1416" y="11"/>
                  <a:pt x="1412" y="10"/>
                  <a:pt x="1408" y="9"/>
                </a:cubicBezTo>
                <a:cubicBezTo>
                  <a:pt x="1404" y="8"/>
                  <a:pt x="1400" y="8"/>
                  <a:pt x="1397" y="7"/>
                </a:cubicBezTo>
                <a:cubicBezTo>
                  <a:pt x="1393" y="6"/>
                  <a:pt x="1389" y="5"/>
                  <a:pt x="1385" y="5"/>
                </a:cubicBezTo>
                <a:cubicBezTo>
                  <a:pt x="1381" y="4"/>
                  <a:pt x="1377" y="4"/>
                  <a:pt x="1373" y="4"/>
                </a:cubicBezTo>
                <a:cubicBezTo>
                  <a:pt x="1368" y="4"/>
                  <a:pt x="1364" y="4"/>
                  <a:pt x="1360" y="4"/>
                </a:cubicBezTo>
                <a:cubicBezTo>
                  <a:pt x="1356" y="3"/>
                  <a:pt x="1352" y="3"/>
                  <a:pt x="1348" y="3"/>
                </a:cubicBezTo>
                <a:cubicBezTo>
                  <a:pt x="1345" y="3"/>
                  <a:pt x="1341" y="3"/>
                  <a:pt x="1337" y="3"/>
                </a:cubicBezTo>
                <a:cubicBezTo>
                  <a:pt x="1333" y="3"/>
                  <a:pt x="1330" y="3"/>
                  <a:pt x="1326" y="3"/>
                </a:cubicBezTo>
                <a:cubicBezTo>
                  <a:pt x="1324" y="3"/>
                  <a:pt x="1323" y="4"/>
                  <a:pt x="1321" y="4"/>
                </a:cubicBezTo>
                <a:cubicBezTo>
                  <a:pt x="1321" y="5"/>
                  <a:pt x="1321" y="6"/>
                  <a:pt x="1320" y="6"/>
                </a:cubicBezTo>
                <a:cubicBezTo>
                  <a:pt x="1318" y="6"/>
                  <a:pt x="1318" y="6"/>
                  <a:pt x="1318" y="6"/>
                </a:cubicBezTo>
                <a:cubicBezTo>
                  <a:pt x="1317" y="6"/>
                  <a:pt x="1317" y="5"/>
                  <a:pt x="1317" y="5"/>
                </a:cubicBezTo>
                <a:cubicBezTo>
                  <a:pt x="1316" y="5"/>
                  <a:pt x="1316" y="5"/>
                  <a:pt x="1315" y="5"/>
                </a:cubicBezTo>
                <a:cubicBezTo>
                  <a:pt x="1311" y="6"/>
                  <a:pt x="1307" y="6"/>
                  <a:pt x="1304" y="7"/>
                </a:cubicBezTo>
                <a:cubicBezTo>
                  <a:pt x="1300" y="8"/>
                  <a:pt x="1296" y="9"/>
                  <a:pt x="1292" y="10"/>
                </a:cubicBezTo>
                <a:cubicBezTo>
                  <a:pt x="1288" y="11"/>
                  <a:pt x="1284" y="12"/>
                  <a:pt x="1280" y="13"/>
                </a:cubicBezTo>
                <a:cubicBezTo>
                  <a:pt x="1277" y="14"/>
                  <a:pt x="1273" y="16"/>
                  <a:pt x="1269" y="18"/>
                </a:cubicBezTo>
                <a:cubicBezTo>
                  <a:pt x="1266" y="20"/>
                  <a:pt x="1263" y="22"/>
                  <a:pt x="1260" y="25"/>
                </a:cubicBezTo>
                <a:cubicBezTo>
                  <a:pt x="1257" y="28"/>
                  <a:pt x="1254" y="31"/>
                  <a:pt x="1251" y="34"/>
                </a:cubicBezTo>
                <a:cubicBezTo>
                  <a:pt x="1249" y="37"/>
                  <a:pt x="1247" y="39"/>
                  <a:pt x="1246" y="42"/>
                </a:cubicBezTo>
                <a:cubicBezTo>
                  <a:pt x="1244" y="46"/>
                  <a:pt x="1243" y="49"/>
                  <a:pt x="1243" y="52"/>
                </a:cubicBezTo>
                <a:cubicBezTo>
                  <a:pt x="1242" y="56"/>
                  <a:pt x="1242" y="59"/>
                  <a:pt x="1242" y="62"/>
                </a:cubicBezTo>
                <a:cubicBezTo>
                  <a:pt x="1242" y="63"/>
                  <a:pt x="1242" y="63"/>
                  <a:pt x="1242" y="64"/>
                </a:cubicBezTo>
                <a:cubicBezTo>
                  <a:pt x="1242" y="66"/>
                  <a:pt x="1241" y="70"/>
                  <a:pt x="1241" y="75"/>
                </a:cubicBezTo>
                <a:cubicBezTo>
                  <a:pt x="1241" y="78"/>
                  <a:pt x="1241" y="82"/>
                  <a:pt x="1241" y="85"/>
                </a:cubicBezTo>
                <a:cubicBezTo>
                  <a:pt x="1241" y="90"/>
                  <a:pt x="1241" y="94"/>
                  <a:pt x="1241" y="96"/>
                </a:cubicBezTo>
                <a:cubicBezTo>
                  <a:pt x="1242" y="100"/>
                  <a:pt x="1242" y="103"/>
                  <a:pt x="1243" y="107"/>
                </a:cubicBezTo>
                <a:cubicBezTo>
                  <a:pt x="1243" y="111"/>
                  <a:pt x="1244" y="115"/>
                  <a:pt x="1245" y="118"/>
                </a:cubicBezTo>
                <a:cubicBezTo>
                  <a:pt x="1245" y="122"/>
                  <a:pt x="1246" y="126"/>
                  <a:pt x="1247" y="130"/>
                </a:cubicBezTo>
                <a:cubicBezTo>
                  <a:pt x="1248" y="133"/>
                  <a:pt x="1249" y="136"/>
                  <a:pt x="1250" y="139"/>
                </a:cubicBezTo>
                <a:cubicBezTo>
                  <a:pt x="1252" y="142"/>
                  <a:pt x="1253" y="146"/>
                  <a:pt x="1254" y="149"/>
                </a:cubicBezTo>
                <a:cubicBezTo>
                  <a:pt x="1255" y="152"/>
                  <a:pt x="1257" y="155"/>
                  <a:pt x="1258" y="158"/>
                </a:cubicBezTo>
                <a:cubicBezTo>
                  <a:pt x="1259" y="160"/>
                  <a:pt x="1259" y="161"/>
                  <a:pt x="1260" y="162"/>
                </a:cubicBezTo>
                <a:cubicBezTo>
                  <a:pt x="1256" y="161"/>
                  <a:pt x="1252" y="160"/>
                  <a:pt x="1248" y="159"/>
                </a:cubicBezTo>
                <a:cubicBezTo>
                  <a:pt x="1244" y="159"/>
                  <a:pt x="1240" y="158"/>
                  <a:pt x="1236" y="157"/>
                </a:cubicBezTo>
                <a:cubicBezTo>
                  <a:pt x="1232" y="156"/>
                  <a:pt x="1228" y="156"/>
                  <a:pt x="1224" y="155"/>
                </a:cubicBezTo>
                <a:cubicBezTo>
                  <a:pt x="1220" y="154"/>
                  <a:pt x="1216" y="154"/>
                  <a:pt x="1213" y="153"/>
                </a:cubicBezTo>
                <a:cubicBezTo>
                  <a:pt x="1209" y="153"/>
                  <a:pt x="1205" y="152"/>
                  <a:pt x="1201" y="152"/>
                </a:cubicBezTo>
                <a:cubicBezTo>
                  <a:pt x="1197" y="151"/>
                  <a:pt x="1193" y="150"/>
                  <a:pt x="1189" y="149"/>
                </a:cubicBezTo>
                <a:cubicBezTo>
                  <a:pt x="1185" y="148"/>
                  <a:pt x="1181" y="148"/>
                  <a:pt x="1177" y="147"/>
                </a:cubicBezTo>
                <a:cubicBezTo>
                  <a:pt x="1173" y="147"/>
                  <a:pt x="1169" y="147"/>
                  <a:pt x="1165" y="146"/>
                </a:cubicBezTo>
                <a:cubicBezTo>
                  <a:pt x="1161" y="145"/>
                  <a:pt x="1157" y="144"/>
                  <a:pt x="1154" y="144"/>
                </a:cubicBezTo>
                <a:cubicBezTo>
                  <a:pt x="1150" y="143"/>
                  <a:pt x="1146" y="143"/>
                  <a:pt x="1142" y="142"/>
                </a:cubicBezTo>
                <a:cubicBezTo>
                  <a:pt x="1138" y="142"/>
                  <a:pt x="1134" y="141"/>
                  <a:pt x="1130" y="141"/>
                </a:cubicBezTo>
                <a:cubicBezTo>
                  <a:pt x="1126" y="141"/>
                  <a:pt x="1122" y="140"/>
                  <a:pt x="1118" y="140"/>
                </a:cubicBezTo>
                <a:cubicBezTo>
                  <a:pt x="1114" y="139"/>
                  <a:pt x="1110" y="138"/>
                  <a:pt x="1106" y="138"/>
                </a:cubicBezTo>
                <a:cubicBezTo>
                  <a:pt x="1102" y="138"/>
                  <a:pt x="1098" y="137"/>
                  <a:pt x="1094" y="136"/>
                </a:cubicBezTo>
                <a:cubicBezTo>
                  <a:pt x="1090" y="136"/>
                  <a:pt x="1086" y="135"/>
                  <a:pt x="1082" y="135"/>
                </a:cubicBezTo>
                <a:cubicBezTo>
                  <a:pt x="1078" y="135"/>
                  <a:pt x="1074" y="134"/>
                  <a:pt x="1070" y="134"/>
                </a:cubicBezTo>
                <a:cubicBezTo>
                  <a:pt x="1066" y="134"/>
                  <a:pt x="1062" y="133"/>
                  <a:pt x="1058" y="133"/>
                </a:cubicBezTo>
                <a:cubicBezTo>
                  <a:pt x="1054" y="132"/>
                  <a:pt x="1049" y="133"/>
                  <a:pt x="1045" y="132"/>
                </a:cubicBezTo>
                <a:cubicBezTo>
                  <a:pt x="1041" y="132"/>
                  <a:pt x="1037" y="130"/>
                  <a:pt x="1033" y="130"/>
                </a:cubicBezTo>
                <a:cubicBezTo>
                  <a:pt x="1031" y="130"/>
                  <a:pt x="1029" y="130"/>
                  <a:pt x="1027" y="130"/>
                </a:cubicBezTo>
                <a:cubicBezTo>
                  <a:pt x="1027" y="130"/>
                  <a:pt x="1027" y="130"/>
                  <a:pt x="1027" y="130"/>
                </a:cubicBezTo>
                <a:cubicBezTo>
                  <a:pt x="1028" y="135"/>
                  <a:pt x="1023" y="137"/>
                  <a:pt x="1021" y="134"/>
                </a:cubicBezTo>
                <a:cubicBezTo>
                  <a:pt x="1020" y="132"/>
                  <a:pt x="1021" y="131"/>
                  <a:pt x="1022" y="130"/>
                </a:cubicBezTo>
                <a:cubicBezTo>
                  <a:pt x="1022" y="130"/>
                  <a:pt x="1022" y="130"/>
                  <a:pt x="1021" y="130"/>
                </a:cubicBezTo>
                <a:cubicBezTo>
                  <a:pt x="1020" y="130"/>
                  <a:pt x="1018" y="129"/>
                  <a:pt x="1017" y="129"/>
                </a:cubicBezTo>
                <a:cubicBezTo>
                  <a:pt x="1016" y="131"/>
                  <a:pt x="1015" y="134"/>
                  <a:pt x="1014" y="135"/>
                </a:cubicBezTo>
                <a:cubicBezTo>
                  <a:pt x="1009" y="137"/>
                  <a:pt x="1005" y="133"/>
                  <a:pt x="1006" y="128"/>
                </a:cubicBezTo>
                <a:cubicBezTo>
                  <a:pt x="1003" y="128"/>
                  <a:pt x="1000" y="128"/>
                  <a:pt x="997" y="128"/>
                </a:cubicBezTo>
                <a:cubicBezTo>
                  <a:pt x="993" y="128"/>
                  <a:pt x="990" y="127"/>
                  <a:pt x="986" y="126"/>
                </a:cubicBezTo>
                <a:cubicBezTo>
                  <a:pt x="986" y="127"/>
                  <a:pt x="985" y="127"/>
                  <a:pt x="985" y="128"/>
                </a:cubicBezTo>
                <a:cubicBezTo>
                  <a:pt x="985" y="127"/>
                  <a:pt x="984" y="127"/>
                  <a:pt x="984" y="126"/>
                </a:cubicBezTo>
                <a:cubicBezTo>
                  <a:pt x="984" y="128"/>
                  <a:pt x="983" y="128"/>
                  <a:pt x="982" y="130"/>
                </a:cubicBezTo>
                <a:cubicBezTo>
                  <a:pt x="980" y="129"/>
                  <a:pt x="980" y="128"/>
                  <a:pt x="979" y="127"/>
                </a:cubicBezTo>
                <a:cubicBezTo>
                  <a:pt x="979" y="127"/>
                  <a:pt x="979" y="126"/>
                  <a:pt x="980" y="126"/>
                </a:cubicBezTo>
                <a:cubicBezTo>
                  <a:pt x="977" y="126"/>
                  <a:pt x="975" y="126"/>
                  <a:pt x="973" y="125"/>
                </a:cubicBezTo>
                <a:cubicBezTo>
                  <a:pt x="969" y="125"/>
                  <a:pt x="966" y="126"/>
                  <a:pt x="962" y="125"/>
                </a:cubicBezTo>
                <a:cubicBezTo>
                  <a:pt x="963" y="127"/>
                  <a:pt x="964" y="130"/>
                  <a:pt x="962" y="132"/>
                </a:cubicBezTo>
                <a:cubicBezTo>
                  <a:pt x="960" y="132"/>
                  <a:pt x="957" y="132"/>
                  <a:pt x="956" y="131"/>
                </a:cubicBezTo>
                <a:cubicBezTo>
                  <a:pt x="954" y="129"/>
                  <a:pt x="954" y="127"/>
                  <a:pt x="956" y="125"/>
                </a:cubicBezTo>
                <a:cubicBezTo>
                  <a:pt x="953" y="125"/>
                  <a:pt x="951" y="125"/>
                  <a:pt x="949" y="125"/>
                </a:cubicBezTo>
                <a:cubicBezTo>
                  <a:pt x="945" y="124"/>
                  <a:pt x="940" y="124"/>
                  <a:pt x="937" y="124"/>
                </a:cubicBezTo>
                <a:cubicBezTo>
                  <a:pt x="932" y="123"/>
                  <a:pt x="928" y="123"/>
                  <a:pt x="924" y="123"/>
                </a:cubicBezTo>
                <a:cubicBezTo>
                  <a:pt x="920" y="122"/>
                  <a:pt x="916" y="122"/>
                  <a:pt x="912" y="122"/>
                </a:cubicBezTo>
                <a:cubicBezTo>
                  <a:pt x="908" y="122"/>
                  <a:pt x="904" y="122"/>
                  <a:pt x="900" y="122"/>
                </a:cubicBezTo>
                <a:cubicBezTo>
                  <a:pt x="896" y="122"/>
                  <a:pt x="892" y="122"/>
                  <a:pt x="888" y="121"/>
                </a:cubicBezTo>
                <a:cubicBezTo>
                  <a:pt x="884" y="121"/>
                  <a:pt x="880" y="120"/>
                  <a:pt x="876" y="120"/>
                </a:cubicBezTo>
                <a:cubicBezTo>
                  <a:pt x="872" y="120"/>
                  <a:pt x="868" y="121"/>
                  <a:pt x="864" y="121"/>
                </a:cubicBezTo>
                <a:cubicBezTo>
                  <a:pt x="860" y="121"/>
                  <a:pt x="855" y="120"/>
                  <a:pt x="852" y="120"/>
                </a:cubicBezTo>
                <a:cubicBezTo>
                  <a:pt x="847" y="120"/>
                  <a:pt x="843" y="120"/>
                  <a:pt x="840" y="120"/>
                </a:cubicBezTo>
                <a:cubicBezTo>
                  <a:pt x="835" y="120"/>
                  <a:pt x="831" y="120"/>
                  <a:pt x="827" y="120"/>
                </a:cubicBezTo>
                <a:cubicBezTo>
                  <a:pt x="823" y="120"/>
                  <a:pt x="819" y="120"/>
                  <a:pt x="815" y="120"/>
                </a:cubicBezTo>
                <a:cubicBezTo>
                  <a:pt x="811" y="120"/>
                  <a:pt x="807" y="120"/>
                  <a:pt x="803" y="120"/>
                </a:cubicBezTo>
                <a:cubicBezTo>
                  <a:pt x="799" y="120"/>
                  <a:pt x="795" y="120"/>
                  <a:pt x="791" y="120"/>
                </a:cubicBezTo>
                <a:cubicBezTo>
                  <a:pt x="787" y="120"/>
                  <a:pt x="783" y="120"/>
                  <a:pt x="779" y="121"/>
                </a:cubicBezTo>
                <a:cubicBezTo>
                  <a:pt x="774" y="121"/>
                  <a:pt x="770" y="120"/>
                  <a:pt x="767" y="121"/>
                </a:cubicBezTo>
                <a:cubicBezTo>
                  <a:pt x="763" y="121"/>
                  <a:pt x="760" y="120"/>
                  <a:pt x="756" y="120"/>
                </a:cubicBezTo>
                <a:cubicBezTo>
                  <a:pt x="752" y="120"/>
                  <a:pt x="748" y="121"/>
                  <a:pt x="744" y="121"/>
                </a:cubicBezTo>
                <a:cubicBezTo>
                  <a:pt x="740" y="121"/>
                  <a:pt x="736" y="121"/>
                  <a:pt x="732" y="121"/>
                </a:cubicBezTo>
                <a:cubicBezTo>
                  <a:pt x="728" y="121"/>
                  <a:pt x="724" y="121"/>
                  <a:pt x="719" y="122"/>
                </a:cubicBezTo>
                <a:cubicBezTo>
                  <a:pt x="716" y="122"/>
                  <a:pt x="711" y="122"/>
                  <a:pt x="707" y="122"/>
                </a:cubicBezTo>
                <a:cubicBezTo>
                  <a:pt x="703" y="122"/>
                  <a:pt x="699" y="122"/>
                  <a:pt x="695" y="122"/>
                </a:cubicBezTo>
                <a:cubicBezTo>
                  <a:pt x="691" y="122"/>
                  <a:pt x="687" y="123"/>
                  <a:pt x="683" y="123"/>
                </a:cubicBezTo>
                <a:cubicBezTo>
                  <a:pt x="679" y="124"/>
                  <a:pt x="675" y="124"/>
                  <a:pt x="671" y="124"/>
                </a:cubicBezTo>
                <a:cubicBezTo>
                  <a:pt x="667" y="124"/>
                  <a:pt x="663" y="124"/>
                  <a:pt x="659" y="124"/>
                </a:cubicBezTo>
                <a:cubicBezTo>
                  <a:pt x="655" y="125"/>
                  <a:pt x="651" y="125"/>
                  <a:pt x="647" y="125"/>
                </a:cubicBezTo>
                <a:cubicBezTo>
                  <a:pt x="643" y="126"/>
                  <a:pt x="639" y="126"/>
                  <a:pt x="635" y="126"/>
                </a:cubicBezTo>
                <a:cubicBezTo>
                  <a:pt x="631" y="127"/>
                  <a:pt x="627" y="128"/>
                  <a:pt x="623" y="128"/>
                </a:cubicBezTo>
                <a:cubicBezTo>
                  <a:pt x="619" y="128"/>
                  <a:pt x="615" y="128"/>
                  <a:pt x="610" y="129"/>
                </a:cubicBezTo>
                <a:cubicBezTo>
                  <a:pt x="606" y="129"/>
                  <a:pt x="602" y="129"/>
                  <a:pt x="598" y="129"/>
                </a:cubicBezTo>
                <a:cubicBezTo>
                  <a:pt x="594" y="130"/>
                  <a:pt x="590" y="130"/>
                  <a:pt x="586" y="131"/>
                </a:cubicBezTo>
                <a:cubicBezTo>
                  <a:pt x="582" y="131"/>
                  <a:pt x="578" y="132"/>
                  <a:pt x="574" y="132"/>
                </a:cubicBezTo>
                <a:cubicBezTo>
                  <a:pt x="570" y="133"/>
                  <a:pt x="566" y="133"/>
                  <a:pt x="562" y="133"/>
                </a:cubicBezTo>
                <a:cubicBezTo>
                  <a:pt x="558" y="134"/>
                  <a:pt x="554" y="135"/>
                  <a:pt x="550" y="135"/>
                </a:cubicBezTo>
                <a:cubicBezTo>
                  <a:pt x="546" y="136"/>
                  <a:pt x="542" y="137"/>
                  <a:pt x="538" y="137"/>
                </a:cubicBezTo>
                <a:cubicBezTo>
                  <a:pt x="534" y="138"/>
                  <a:pt x="530" y="137"/>
                  <a:pt x="526" y="138"/>
                </a:cubicBezTo>
                <a:cubicBezTo>
                  <a:pt x="522" y="138"/>
                  <a:pt x="518" y="139"/>
                  <a:pt x="514" y="139"/>
                </a:cubicBezTo>
                <a:cubicBezTo>
                  <a:pt x="510" y="140"/>
                  <a:pt x="506" y="141"/>
                  <a:pt x="502" y="142"/>
                </a:cubicBezTo>
                <a:cubicBezTo>
                  <a:pt x="498" y="142"/>
                  <a:pt x="494" y="143"/>
                  <a:pt x="490" y="143"/>
                </a:cubicBezTo>
                <a:cubicBezTo>
                  <a:pt x="486" y="144"/>
                  <a:pt x="482" y="144"/>
                  <a:pt x="478" y="145"/>
                </a:cubicBezTo>
                <a:cubicBezTo>
                  <a:pt x="474" y="146"/>
                  <a:pt x="470" y="146"/>
                  <a:pt x="466" y="146"/>
                </a:cubicBezTo>
                <a:cubicBezTo>
                  <a:pt x="462" y="147"/>
                  <a:pt x="458" y="148"/>
                  <a:pt x="454" y="148"/>
                </a:cubicBezTo>
                <a:cubicBezTo>
                  <a:pt x="450" y="149"/>
                  <a:pt x="446" y="150"/>
                  <a:pt x="442" y="151"/>
                </a:cubicBezTo>
                <a:cubicBezTo>
                  <a:pt x="438" y="151"/>
                  <a:pt x="434" y="152"/>
                  <a:pt x="430" y="152"/>
                </a:cubicBezTo>
                <a:cubicBezTo>
                  <a:pt x="426" y="153"/>
                  <a:pt x="422" y="154"/>
                  <a:pt x="417" y="155"/>
                </a:cubicBezTo>
                <a:cubicBezTo>
                  <a:pt x="413" y="155"/>
                  <a:pt x="409" y="156"/>
                  <a:pt x="405" y="157"/>
                </a:cubicBezTo>
                <a:cubicBezTo>
                  <a:pt x="401" y="157"/>
                  <a:pt x="397" y="158"/>
                  <a:pt x="392" y="159"/>
                </a:cubicBezTo>
                <a:cubicBezTo>
                  <a:pt x="388" y="160"/>
                  <a:pt x="384" y="161"/>
                  <a:pt x="380" y="162"/>
                </a:cubicBezTo>
                <a:cubicBezTo>
                  <a:pt x="380" y="161"/>
                  <a:pt x="380" y="160"/>
                  <a:pt x="380" y="160"/>
                </a:cubicBezTo>
                <a:cubicBezTo>
                  <a:pt x="381" y="159"/>
                  <a:pt x="380" y="159"/>
                  <a:pt x="381" y="158"/>
                </a:cubicBezTo>
                <a:cubicBezTo>
                  <a:pt x="382" y="154"/>
                  <a:pt x="384" y="151"/>
                  <a:pt x="386" y="147"/>
                </a:cubicBezTo>
                <a:cubicBezTo>
                  <a:pt x="386" y="147"/>
                  <a:pt x="388" y="143"/>
                  <a:pt x="389" y="138"/>
                </a:cubicBezTo>
                <a:cubicBezTo>
                  <a:pt x="390" y="134"/>
                  <a:pt x="391" y="131"/>
                  <a:pt x="391" y="128"/>
                </a:cubicBezTo>
                <a:cubicBezTo>
                  <a:pt x="392" y="127"/>
                  <a:pt x="393" y="121"/>
                  <a:pt x="393" y="120"/>
                </a:cubicBezTo>
                <a:cubicBezTo>
                  <a:pt x="393" y="117"/>
                  <a:pt x="394" y="117"/>
                  <a:pt x="394" y="114"/>
                </a:cubicBezTo>
                <a:cubicBezTo>
                  <a:pt x="394" y="111"/>
                  <a:pt x="395" y="111"/>
                  <a:pt x="395" y="108"/>
                </a:cubicBezTo>
                <a:cubicBezTo>
                  <a:pt x="396" y="107"/>
                  <a:pt x="396" y="103"/>
                  <a:pt x="396" y="99"/>
                </a:cubicBezTo>
                <a:cubicBezTo>
                  <a:pt x="397" y="95"/>
                  <a:pt x="396" y="90"/>
                  <a:pt x="396" y="89"/>
                </a:cubicBezTo>
                <a:cubicBezTo>
                  <a:pt x="396" y="87"/>
                  <a:pt x="396" y="87"/>
                  <a:pt x="396" y="84"/>
                </a:cubicBezTo>
                <a:cubicBezTo>
                  <a:pt x="396" y="80"/>
                  <a:pt x="397" y="76"/>
                  <a:pt x="397" y="73"/>
                </a:cubicBezTo>
                <a:cubicBezTo>
                  <a:pt x="397" y="67"/>
                  <a:pt x="397" y="63"/>
                  <a:pt x="397" y="62"/>
                </a:cubicBezTo>
                <a:cubicBezTo>
                  <a:pt x="397" y="58"/>
                  <a:pt x="396" y="55"/>
                  <a:pt x="395" y="51"/>
                </a:cubicBezTo>
                <a:cubicBezTo>
                  <a:pt x="394" y="47"/>
                  <a:pt x="394" y="43"/>
                  <a:pt x="392" y="40"/>
                </a:cubicBezTo>
                <a:cubicBezTo>
                  <a:pt x="390" y="36"/>
                  <a:pt x="387" y="34"/>
                  <a:pt x="385" y="31"/>
                </a:cubicBezTo>
                <a:cubicBezTo>
                  <a:pt x="382" y="28"/>
                  <a:pt x="380" y="25"/>
                  <a:pt x="377" y="23"/>
                </a:cubicBezTo>
                <a:cubicBezTo>
                  <a:pt x="374" y="21"/>
                  <a:pt x="371" y="18"/>
                  <a:pt x="367" y="17"/>
                </a:cubicBezTo>
                <a:cubicBezTo>
                  <a:pt x="364" y="15"/>
                  <a:pt x="361" y="13"/>
                  <a:pt x="357" y="12"/>
                </a:cubicBezTo>
                <a:cubicBezTo>
                  <a:pt x="353" y="10"/>
                  <a:pt x="349" y="8"/>
                  <a:pt x="345" y="7"/>
                </a:cubicBezTo>
                <a:cubicBezTo>
                  <a:pt x="341" y="6"/>
                  <a:pt x="337" y="6"/>
                  <a:pt x="332" y="5"/>
                </a:cubicBezTo>
                <a:cubicBezTo>
                  <a:pt x="328" y="4"/>
                  <a:pt x="324" y="3"/>
                  <a:pt x="320" y="2"/>
                </a:cubicBezTo>
                <a:cubicBezTo>
                  <a:pt x="315" y="2"/>
                  <a:pt x="311" y="1"/>
                  <a:pt x="307" y="1"/>
                </a:cubicBezTo>
                <a:cubicBezTo>
                  <a:pt x="303" y="0"/>
                  <a:pt x="298" y="1"/>
                  <a:pt x="294" y="1"/>
                </a:cubicBezTo>
                <a:cubicBezTo>
                  <a:pt x="290" y="1"/>
                  <a:pt x="286" y="1"/>
                  <a:pt x="282" y="1"/>
                </a:cubicBezTo>
                <a:cubicBezTo>
                  <a:pt x="278" y="1"/>
                  <a:pt x="274" y="2"/>
                  <a:pt x="270" y="2"/>
                </a:cubicBezTo>
                <a:cubicBezTo>
                  <a:pt x="269" y="2"/>
                  <a:pt x="268" y="2"/>
                  <a:pt x="267" y="2"/>
                </a:cubicBezTo>
                <a:cubicBezTo>
                  <a:pt x="267" y="3"/>
                  <a:pt x="266" y="3"/>
                  <a:pt x="266" y="4"/>
                </a:cubicBezTo>
                <a:cubicBezTo>
                  <a:pt x="266" y="4"/>
                  <a:pt x="266" y="3"/>
                  <a:pt x="266" y="2"/>
                </a:cubicBezTo>
                <a:cubicBezTo>
                  <a:pt x="263" y="2"/>
                  <a:pt x="260" y="2"/>
                  <a:pt x="258" y="3"/>
                </a:cubicBezTo>
                <a:cubicBezTo>
                  <a:pt x="254" y="3"/>
                  <a:pt x="250" y="4"/>
                  <a:pt x="246" y="4"/>
                </a:cubicBezTo>
                <a:cubicBezTo>
                  <a:pt x="242" y="5"/>
                  <a:pt x="238" y="6"/>
                  <a:pt x="234" y="6"/>
                </a:cubicBezTo>
                <a:cubicBezTo>
                  <a:pt x="230" y="7"/>
                  <a:pt x="226" y="8"/>
                  <a:pt x="222" y="9"/>
                </a:cubicBezTo>
                <a:cubicBezTo>
                  <a:pt x="218" y="10"/>
                  <a:pt x="214" y="9"/>
                  <a:pt x="210" y="10"/>
                </a:cubicBezTo>
                <a:cubicBezTo>
                  <a:pt x="206" y="11"/>
                  <a:pt x="202" y="13"/>
                  <a:pt x="198" y="14"/>
                </a:cubicBezTo>
                <a:cubicBezTo>
                  <a:pt x="194" y="15"/>
                  <a:pt x="190" y="16"/>
                  <a:pt x="187" y="17"/>
                </a:cubicBezTo>
                <a:cubicBezTo>
                  <a:pt x="183" y="18"/>
                  <a:pt x="179" y="19"/>
                  <a:pt x="175" y="20"/>
                </a:cubicBezTo>
                <a:cubicBezTo>
                  <a:pt x="172" y="21"/>
                  <a:pt x="170" y="22"/>
                  <a:pt x="167" y="23"/>
                </a:cubicBezTo>
                <a:cubicBezTo>
                  <a:pt x="167" y="23"/>
                  <a:pt x="166" y="23"/>
                  <a:pt x="165" y="23"/>
                </a:cubicBezTo>
                <a:cubicBezTo>
                  <a:pt x="165" y="24"/>
                  <a:pt x="164" y="24"/>
                  <a:pt x="163" y="24"/>
                </a:cubicBezTo>
                <a:cubicBezTo>
                  <a:pt x="160" y="25"/>
                  <a:pt x="156" y="27"/>
                  <a:pt x="152" y="28"/>
                </a:cubicBezTo>
                <a:cubicBezTo>
                  <a:pt x="149" y="30"/>
                  <a:pt x="145" y="31"/>
                  <a:pt x="141" y="33"/>
                </a:cubicBezTo>
                <a:cubicBezTo>
                  <a:pt x="137" y="34"/>
                  <a:pt x="134" y="36"/>
                  <a:pt x="130" y="38"/>
                </a:cubicBezTo>
                <a:cubicBezTo>
                  <a:pt x="126" y="40"/>
                  <a:pt x="123" y="41"/>
                  <a:pt x="119" y="43"/>
                </a:cubicBezTo>
                <a:cubicBezTo>
                  <a:pt x="115" y="44"/>
                  <a:pt x="111" y="46"/>
                  <a:pt x="108" y="48"/>
                </a:cubicBezTo>
                <a:cubicBezTo>
                  <a:pt x="104" y="49"/>
                  <a:pt x="101" y="52"/>
                  <a:pt x="98" y="54"/>
                </a:cubicBezTo>
                <a:cubicBezTo>
                  <a:pt x="94" y="56"/>
                  <a:pt x="90" y="57"/>
                  <a:pt x="87" y="59"/>
                </a:cubicBezTo>
                <a:cubicBezTo>
                  <a:pt x="83" y="61"/>
                  <a:pt x="80" y="64"/>
                  <a:pt x="77" y="66"/>
                </a:cubicBezTo>
                <a:cubicBezTo>
                  <a:pt x="73" y="68"/>
                  <a:pt x="70" y="70"/>
                  <a:pt x="67" y="73"/>
                </a:cubicBezTo>
                <a:cubicBezTo>
                  <a:pt x="63" y="75"/>
                  <a:pt x="60" y="77"/>
                  <a:pt x="57" y="80"/>
                </a:cubicBezTo>
                <a:cubicBezTo>
                  <a:pt x="54" y="82"/>
                  <a:pt x="50" y="84"/>
                  <a:pt x="47" y="86"/>
                </a:cubicBezTo>
                <a:cubicBezTo>
                  <a:pt x="45" y="88"/>
                  <a:pt x="43" y="89"/>
                  <a:pt x="41" y="91"/>
                </a:cubicBezTo>
                <a:cubicBezTo>
                  <a:pt x="42" y="91"/>
                  <a:pt x="42" y="91"/>
                  <a:pt x="43" y="91"/>
                </a:cubicBezTo>
                <a:cubicBezTo>
                  <a:pt x="44" y="96"/>
                  <a:pt x="39" y="96"/>
                  <a:pt x="37" y="94"/>
                </a:cubicBezTo>
                <a:cubicBezTo>
                  <a:pt x="33" y="97"/>
                  <a:pt x="34" y="98"/>
                  <a:pt x="30" y="101"/>
                </a:cubicBezTo>
                <a:cubicBezTo>
                  <a:pt x="29" y="103"/>
                  <a:pt x="27" y="105"/>
                  <a:pt x="25" y="106"/>
                </a:cubicBezTo>
                <a:cubicBezTo>
                  <a:pt x="24" y="107"/>
                  <a:pt x="23" y="108"/>
                  <a:pt x="22" y="109"/>
                </a:cubicBezTo>
                <a:cubicBezTo>
                  <a:pt x="20" y="111"/>
                  <a:pt x="18" y="114"/>
                  <a:pt x="16" y="117"/>
                </a:cubicBezTo>
                <a:cubicBezTo>
                  <a:pt x="14" y="121"/>
                  <a:pt x="12" y="124"/>
                  <a:pt x="11" y="128"/>
                </a:cubicBezTo>
                <a:cubicBezTo>
                  <a:pt x="10" y="131"/>
                  <a:pt x="9" y="131"/>
                  <a:pt x="8" y="135"/>
                </a:cubicBezTo>
                <a:cubicBezTo>
                  <a:pt x="6" y="138"/>
                  <a:pt x="7" y="139"/>
                  <a:pt x="6" y="142"/>
                </a:cubicBezTo>
                <a:cubicBezTo>
                  <a:pt x="5" y="144"/>
                  <a:pt x="4" y="146"/>
                  <a:pt x="4" y="148"/>
                </a:cubicBezTo>
                <a:cubicBezTo>
                  <a:pt x="4" y="149"/>
                  <a:pt x="3" y="149"/>
                  <a:pt x="3" y="150"/>
                </a:cubicBezTo>
                <a:cubicBezTo>
                  <a:pt x="3" y="152"/>
                  <a:pt x="2" y="158"/>
                  <a:pt x="2" y="165"/>
                </a:cubicBezTo>
                <a:cubicBezTo>
                  <a:pt x="1" y="170"/>
                  <a:pt x="0" y="176"/>
                  <a:pt x="0" y="179"/>
                </a:cubicBezTo>
                <a:cubicBezTo>
                  <a:pt x="0" y="183"/>
                  <a:pt x="0" y="187"/>
                  <a:pt x="0" y="191"/>
                </a:cubicBezTo>
                <a:cubicBezTo>
                  <a:pt x="0" y="195"/>
                  <a:pt x="0" y="199"/>
                  <a:pt x="1" y="203"/>
                </a:cubicBezTo>
                <a:cubicBezTo>
                  <a:pt x="1" y="207"/>
                  <a:pt x="2" y="211"/>
                  <a:pt x="2" y="215"/>
                </a:cubicBezTo>
                <a:cubicBezTo>
                  <a:pt x="2" y="219"/>
                  <a:pt x="3" y="223"/>
                  <a:pt x="3" y="227"/>
                </a:cubicBezTo>
                <a:cubicBezTo>
                  <a:pt x="4" y="231"/>
                  <a:pt x="5" y="235"/>
                  <a:pt x="6" y="239"/>
                </a:cubicBezTo>
                <a:cubicBezTo>
                  <a:pt x="6" y="243"/>
                  <a:pt x="6" y="247"/>
                  <a:pt x="7" y="251"/>
                </a:cubicBezTo>
                <a:cubicBezTo>
                  <a:pt x="8" y="255"/>
                  <a:pt x="9" y="259"/>
                  <a:pt x="10" y="263"/>
                </a:cubicBezTo>
                <a:cubicBezTo>
                  <a:pt x="11" y="266"/>
                  <a:pt x="12" y="270"/>
                  <a:pt x="13" y="274"/>
                </a:cubicBezTo>
                <a:cubicBezTo>
                  <a:pt x="14" y="278"/>
                  <a:pt x="15" y="282"/>
                  <a:pt x="17" y="286"/>
                </a:cubicBezTo>
                <a:cubicBezTo>
                  <a:pt x="18" y="290"/>
                  <a:pt x="20" y="295"/>
                  <a:pt x="21" y="300"/>
                </a:cubicBezTo>
                <a:cubicBezTo>
                  <a:pt x="22" y="304"/>
                  <a:pt x="23" y="307"/>
                  <a:pt x="24" y="311"/>
                </a:cubicBezTo>
                <a:cubicBezTo>
                  <a:pt x="25" y="315"/>
                  <a:pt x="27" y="318"/>
                  <a:pt x="28" y="322"/>
                </a:cubicBezTo>
                <a:cubicBezTo>
                  <a:pt x="29" y="326"/>
                  <a:pt x="30" y="329"/>
                  <a:pt x="31" y="333"/>
                </a:cubicBezTo>
                <a:cubicBezTo>
                  <a:pt x="32" y="337"/>
                  <a:pt x="32" y="341"/>
                  <a:pt x="33" y="344"/>
                </a:cubicBezTo>
                <a:cubicBezTo>
                  <a:pt x="34" y="348"/>
                  <a:pt x="35" y="352"/>
                  <a:pt x="36" y="356"/>
                </a:cubicBezTo>
                <a:cubicBezTo>
                  <a:pt x="37" y="359"/>
                  <a:pt x="38" y="363"/>
                  <a:pt x="38" y="367"/>
                </a:cubicBezTo>
                <a:cubicBezTo>
                  <a:pt x="39" y="371"/>
                  <a:pt x="40" y="374"/>
                  <a:pt x="40" y="378"/>
                </a:cubicBezTo>
                <a:cubicBezTo>
                  <a:pt x="41" y="382"/>
                  <a:pt x="40" y="386"/>
                  <a:pt x="41" y="390"/>
                </a:cubicBezTo>
                <a:cubicBezTo>
                  <a:pt x="41" y="394"/>
                  <a:pt x="42" y="397"/>
                  <a:pt x="42" y="401"/>
                </a:cubicBezTo>
                <a:cubicBezTo>
                  <a:pt x="42" y="405"/>
                  <a:pt x="42" y="409"/>
                  <a:pt x="42" y="413"/>
                </a:cubicBezTo>
                <a:cubicBezTo>
                  <a:pt x="42" y="417"/>
                  <a:pt x="42" y="421"/>
                  <a:pt x="42" y="424"/>
                </a:cubicBezTo>
                <a:cubicBezTo>
                  <a:pt x="41" y="428"/>
                  <a:pt x="41" y="432"/>
                  <a:pt x="41" y="436"/>
                </a:cubicBezTo>
                <a:cubicBezTo>
                  <a:pt x="41" y="440"/>
                  <a:pt x="42" y="444"/>
                  <a:pt x="43" y="448"/>
                </a:cubicBezTo>
                <a:cubicBezTo>
                  <a:pt x="44" y="452"/>
                  <a:pt x="44" y="456"/>
                  <a:pt x="46" y="460"/>
                </a:cubicBezTo>
                <a:cubicBezTo>
                  <a:pt x="48" y="464"/>
                  <a:pt x="50" y="468"/>
                  <a:pt x="52" y="471"/>
                </a:cubicBezTo>
                <a:cubicBezTo>
                  <a:pt x="54" y="475"/>
                  <a:pt x="57" y="478"/>
                  <a:pt x="60" y="481"/>
                </a:cubicBezTo>
                <a:cubicBezTo>
                  <a:pt x="63" y="484"/>
                  <a:pt x="67" y="487"/>
                  <a:pt x="70" y="489"/>
                </a:cubicBezTo>
                <a:cubicBezTo>
                  <a:pt x="74" y="491"/>
                  <a:pt x="78" y="493"/>
                  <a:pt x="82" y="495"/>
                </a:cubicBezTo>
                <a:cubicBezTo>
                  <a:pt x="86" y="496"/>
                  <a:pt x="90" y="497"/>
                  <a:pt x="95" y="498"/>
                </a:cubicBezTo>
                <a:cubicBezTo>
                  <a:pt x="99" y="498"/>
                  <a:pt x="103" y="499"/>
                  <a:pt x="108" y="499"/>
                </a:cubicBezTo>
                <a:cubicBezTo>
                  <a:pt x="108" y="499"/>
                  <a:pt x="108" y="499"/>
                  <a:pt x="109" y="499"/>
                </a:cubicBezTo>
                <a:cubicBezTo>
                  <a:pt x="113" y="499"/>
                  <a:pt x="118" y="499"/>
                  <a:pt x="122" y="498"/>
                </a:cubicBezTo>
                <a:cubicBezTo>
                  <a:pt x="126" y="498"/>
                  <a:pt x="130" y="498"/>
                  <a:pt x="135" y="497"/>
                </a:cubicBezTo>
                <a:cubicBezTo>
                  <a:pt x="139" y="497"/>
                  <a:pt x="143" y="496"/>
                  <a:pt x="147" y="496"/>
                </a:cubicBezTo>
                <a:cubicBezTo>
                  <a:pt x="151" y="495"/>
                  <a:pt x="155" y="493"/>
                  <a:pt x="160" y="492"/>
                </a:cubicBezTo>
                <a:cubicBezTo>
                  <a:pt x="164" y="491"/>
                  <a:pt x="168" y="490"/>
                  <a:pt x="172" y="489"/>
                </a:cubicBezTo>
                <a:cubicBezTo>
                  <a:pt x="176" y="489"/>
                  <a:pt x="179" y="488"/>
                  <a:pt x="183" y="487"/>
                </a:cubicBezTo>
                <a:cubicBezTo>
                  <a:pt x="186" y="486"/>
                  <a:pt x="190" y="485"/>
                  <a:pt x="193" y="485"/>
                </a:cubicBezTo>
                <a:cubicBezTo>
                  <a:pt x="197" y="484"/>
                  <a:pt x="200" y="484"/>
                  <a:pt x="204" y="484"/>
                </a:cubicBezTo>
                <a:cubicBezTo>
                  <a:pt x="207" y="483"/>
                  <a:pt x="207" y="482"/>
                  <a:pt x="211" y="482"/>
                </a:cubicBezTo>
                <a:cubicBezTo>
                  <a:pt x="214" y="481"/>
                  <a:pt x="214" y="482"/>
                  <a:pt x="218" y="481"/>
                </a:cubicBezTo>
                <a:cubicBezTo>
                  <a:pt x="221" y="481"/>
                  <a:pt x="221" y="481"/>
                  <a:pt x="225" y="480"/>
                </a:cubicBezTo>
                <a:cubicBezTo>
                  <a:pt x="230" y="479"/>
                  <a:pt x="230" y="478"/>
                  <a:pt x="236" y="477"/>
                </a:cubicBezTo>
                <a:cubicBezTo>
                  <a:pt x="238" y="476"/>
                  <a:pt x="238" y="476"/>
                  <a:pt x="240" y="475"/>
                </a:cubicBezTo>
                <a:cubicBezTo>
                  <a:pt x="243" y="475"/>
                  <a:pt x="243" y="475"/>
                  <a:pt x="245" y="475"/>
                </a:cubicBezTo>
                <a:cubicBezTo>
                  <a:pt x="248" y="474"/>
                  <a:pt x="248" y="475"/>
                  <a:pt x="250" y="474"/>
                </a:cubicBezTo>
                <a:cubicBezTo>
                  <a:pt x="254" y="474"/>
                  <a:pt x="257" y="472"/>
                  <a:pt x="261" y="471"/>
                </a:cubicBezTo>
                <a:cubicBezTo>
                  <a:pt x="265" y="471"/>
                  <a:pt x="269" y="470"/>
                  <a:pt x="273" y="470"/>
                </a:cubicBezTo>
                <a:cubicBezTo>
                  <a:pt x="276" y="469"/>
                  <a:pt x="280" y="468"/>
                  <a:pt x="284" y="467"/>
                </a:cubicBezTo>
                <a:cubicBezTo>
                  <a:pt x="288" y="466"/>
                  <a:pt x="292" y="467"/>
                  <a:pt x="295" y="466"/>
                </a:cubicBezTo>
                <a:cubicBezTo>
                  <a:pt x="299" y="465"/>
                  <a:pt x="303" y="464"/>
                  <a:pt x="307" y="464"/>
                </a:cubicBezTo>
                <a:cubicBezTo>
                  <a:pt x="310" y="463"/>
                  <a:pt x="314" y="462"/>
                  <a:pt x="318" y="461"/>
                </a:cubicBezTo>
                <a:cubicBezTo>
                  <a:pt x="322" y="461"/>
                  <a:pt x="325" y="460"/>
                  <a:pt x="329" y="459"/>
                </a:cubicBezTo>
                <a:cubicBezTo>
                  <a:pt x="333" y="458"/>
                  <a:pt x="337" y="458"/>
                  <a:pt x="341" y="458"/>
                </a:cubicBezTo>
                <a:cubicBezTo>
                  <a:pt x="345" y="457"/>
                  <a:pt x="348" y="456"/>
                  <a:pt x="352" y="455"/>
                </a:cubicBezTo>
                <a:cubicBezTo>
                  <a:pt x="356" y="454"/>
                  <a:pt x="360" y="454"/>
                  <a:pt x="364" y="454"/>
                </a:cubicBezTo>
                <a:cubicBezTo>
                  <a:pt x="367" y="453"/>
                  <a:pt x="371" y="453"/>
                  <a:pt x="375" y="452"/>
                </a:cubicBezTo>
                <a:cubicBezTo>
                  <a:pt x="379" y="452"/>
                  <a:pt x="382" y="450"/>
                  <a:pt x="386" y="450"/>
                </a:cubicBezTo>
                <a:cubicBezTo>
                  <a:pt x="390" y="449"/>
                  <a:pt x="394" y="449"/>
                  <a:pt x="398" y="448"/>
                </a:cubicBezTo>
                <a:cubicBezTo>
                  <a:pt x="402" y="448"/>
                  <a:pt x="405" y="446"/>
                  <a:pt x="409" y="446"/>
                </a:cubicBezTo>
                <a:cubicBezTo>
                  <a:pt x="413" y="445"/>
                  <a:pt x="417" y="445"/>
                  <a:pt x="420" y="444"/>
                </a:cubicBezTo>
                <a:cubicBezTo>
                  <a:pt x="424" y="443"/>
                  <a:pt x="428" y="443"/>
                  <a:pt x="432" y="442"/>
                </a:cubicBezTo>
                <a:cubicBezTo>
                  <a:pt x="436" y="442"/>
                  <a:pt x="439" y="442"/>
                  <a:pt x="443" y="441"/>
                </a:cubicBezTo>
                <a:cubicBezTo>
                  <a:pt x="447" y="441"/>
                  <a:pt x="451" y="439"/>
                  <a:pt x="454" y="439"/>
                </a:cubicBezTo>
                <a:cubicBezTo>
                  <a:pt x="457" y="439"/>
                  <a:pt x="461" y="439"/>
                  <a:pt x="464" y="438"/>
                </a:cubicBezTo>
                <a:cubicBezTo>
                  <a:pt x="468" y="438"/>
                  <a:pt x="471" y="437"/>
                  <a:pt x="474" y="437"/>
                </a:cubicBezTo>
                <a:cubicBezTo>
                  <a:pt x="478" y="437"/>
                  <a:pt x="481" y="437"/>
                  <a:pt x="485" y="436"/>
                </a:cubicBezTo>
                <a:cubicBezTo>
                  <a:pt x="489" y="436"/>
                  <a:pt x="493" y="435"/>
                  <a:pt x="497" y="434"/>
                </a:cubicBezTo>
                <a:cubicBezTo>
                  <a:pt x="502" y="434"/>
                  <a:pt x="506" y="433"/>
                  <a:pt x="510" y="433"/>
                </a:cubicBezTo>
                <a:cubicBezTo>
                  <a:pt x="516" y="432"/>
                  <a:pt x="520" y="431"/>
                  <a:pt x="522" y="430"/>
                </a:cubicBezTo>
                <a:cubicBezTo>
                  <a:pt x="526" y="430"/>
                  <a:pt x="530" y="429"/>
                  <a:pt x="534" y="429"/>
                </a:cubicBezTo>
                <a:cubicBezTo>
                  <a:pt x="538" y="428"/>
                  <a:pt x="542" y="428"/>
                  <a:pt x="546" y="428"/>
                </a:cubicBezTo>
                <a:cubicBezTo>
                  <a:pt x="550" y="427"/>
                  <a:pt x="554" y="427"/>
                  <a:pt x="557" y="426"/>
                </a:cubicBezTo>
                <a:cubicBezTo>
                  <a:pt x="563" y="426"/>
                  <a:pt x="567" y="425"/>
                  <a:pt x="569" y="425"/>
                </a:cubicBezTo>
                <a:cubicBezTo>
                  <a:pt x="570" y="425"/>
                  <a:pt x="570" y="426"/>
                  <a:pt x="571" y="426"/>
                </a:cubicBezTo>
                <a:cubicBezTo>
                  <a:pt x="575" y="425"/>
                  <a:pt x="575" y="425"/>
                  <a:pt x="579" y="424"/>
                </a:cubicBezTo>
                <a:cubicBezTo>
                  <a:pt x="583" y="424"/>
                  <a:pt x="587" y="424"/>
                  <a:pt x="591" y="423"/>
                </a:cubicBezTo>
                <a:cubicBezTo>
                  <a:pt x="594" y="423"/>
                  <a:pt x="598" y="422"/>
                  <a:pt x="602" y="422"/>
                </a:cubicBezTo>
                <a:cubicBezTo>
                  <a:pt x="606" y="421"/>
                  <a:pt x="610" y="422"/>
                  <a:pt x="614" y="421"/>
                </a:cubicBezTo>
                <a:cubicBezTo>
                  <a:pt x="617" y="421"/>
                  <a:pt x="621" y="419"/>
                  <a:pt x="625" y="419"/>
                </a:cubicBezTo>
                <a:cubicBezTo>
                  <a:pt x="629" y="418"/>
                  <a:pt x="633" y="419"/>
                  <a:pt x="636" y="419"/>
                </a:cubicBezTo>
                <a:cubicBezTo>
                  <a:pt x="640" y="418"/>
                  <a:pt x="644" y="418"/>
                  <a:pt x="648" y="417"/>
                </a:cubicBezTo>
                <a:cubicBezTo>
                  <a:pt x="652" y="417"/>
                  <a:pt x="656" y="416"/>
                  <a:pt x="659" y="416"/>
                </a:cubicBezTo>
                <a:cubicBezTo>
                  <a:pt x="664" y="416"/>
                  <a:pt x="668" y="415"/>
                  <a:pt x="672" y="414"/>
                </a:cubicBezTo>
                <a:cubicBezTo>
                  <a:pt x="676" y="414"/>
                  <a:pt x="681" y="415"/>
                  <a:pt x="685" y="414"/>
                </a:cubicBezTo>
                <a:cubicBezTo>
                  <a:pt x="689" y="414"/>
                  <a:pt x="693" y="413"/>
                  <a:pt x="697" y="413"/>
                </a:cubicBezTo>
                <a:cubicBezTo>
                  <a:pt x="702" y="412"/>
                  <a:pt x="706" y="412"/>
                  <a:pt x="710" y="412"/>
                </a:cubicBezTo>
                <a:cubicBezTo>
                  <a:pt x="715" y="412"/>
                  <a:pt x="719" y="412"/>
                  <a:pt x="723" y="411"/>
                </a:cubicBezTo>
                <a:cubicBezTo>
                  <a:pt x="727" y="411"/>
                  <a:pt x="731" y="411"/>
                  <a:pt x="735" y="411"/>
                </a:cubicBezTo>
                <a:cubicBezTo>
                  <a:pt x="739" y="411"/>
                  <a:pt x="742" y="411"/>
                  <a:pt x="746" y="411"/>
                </a:cubicBezTo>
                <a:cubicBezTo>
                  <a:pt x="750" y="411"/>
                  <a:pt x="754" y="410"/>
                  <a:pt x="758" y="410"/>
                </a:cubicBezTo>
                <a:cubicBezTo>
                  <a:pt x="762" y="409"/>
                  <a:pt x="766" y="409"/>
                  <a:pt x="770" y="409"/>
                </a:cubicBezTo>
                <a:cubicBezTo>
                  <a:pt x="774" y="409"/>
                  <a:pt x="778" y="409"/>
                  <a:pt x="782" y="409"/>
                </a:cubicBezTo>
                <a:cubicBezTo>
                  <a:pt x="786" y="409"/>
                  <a:pt x="790" y="408"/>
                  <a:pt x="794" y="408"/>
                </a:cubicBezTo>
                <a:cubicBezTo>
                  <a:pt x="799" y="408"/>
                  <a:pt x="803" y="408"/>
                  <a:pt x="807" y="408"/>
                </a:cubicBezTo>
                <a:cubicBezTo>
                  <a:pt x="811" y="408"/>
                  <a:pt x="816" y="408"/>
                  <a:pt x="820" y="408"/>
                </a:cubicBezTo>
                <a:cubicBezTo>
                  <a:pt x="824" y="408"/>
                  <a:pt x="828" y="408"/>
                  <a:pt x="832" y="408"/>
                </a:cubicBezTo>
                <a:cubicBezTo>
                  <a:pt x="836" y="408"/>
                  <a:pt x="840" y="409"/>
                  <a:pt x="844" y="409"/>
                </a:cubicBezTo>
                <a:cubicBezTo>
                  <a:pt x="848" y="409"/>
                  <a:pt x="852" y="408"/>
                  <a:pt x="856" y="408"/>
                </a:cubicBezTo>
                <a:cubicBezTo>
                  <a:pt x="860" y="408"/>
                  <a:pt x="864" y="409"/>
                  <a:pt x="868" y="409"/>
                </a:cubicBezTo>
                <a:cubicBezTo>
                  <a:pt x="872" y="409"/>
                  <a:pt x="876" y="410"/>
                  <a:pt x="880" y="410"/>
                </a:cubicBezTo>
                <a:cubicBezTo>
                  <a:pt x="884" y="410"/>
                  <a:pt x="888" y="410"/>
                  <a:pt x="892" y="410"/>
                </a:cubicBezTo>
                <a:cubicBezTo>
                  <a:pt x="896" y="410"/>
                  <a:pt x="900" y="411"/>
                  <a:pt x="904" y="411"/>
                </a:cubicBezTo>
                <a:cubicBezTo>
                  <a:pt x="908" y="411"/>
                  <a:pt x="912" y="411"/>
                  <a:pt x="916" y="411"/>
                </a:cubicBezTo>
                <a:cubicBezTo>
                  <a:pt x="920" y="412"/>
                  <a:pt x="924" y="412"/>
                  <a:pt x="928" y="412"/>
                </a:cubicBezTo>
                <a:cubicBezTo>
                  <a:pt x="932" y="412"/>
                  <a:pt x="936" y="412"/>
                  <a:pt x="940" y="413"/>
                </a:cubicBezTo>
                <a:cubicBezTo>
                  <a:pt x="944" y="413"/>
                  <a:pt x="948" y="413"/>
                  <a:pt x="952" y="413"/>
                </a:cubicBezTo>
                <a:cubicBezTo>
                  <a:pt x="956" y="414"/>
                  <a:pt x="960" y="414"/>
                  <a:pt x="964" y="414"/>
                </a:cubicBezTo>
                <a:cubicBezTo>
                  <a:pt x="968" y="414"/>
                  <a:pt x="972" y="415"/>
                  <a:pt x="976" y="415"/>
                </a:cubicBezTo>
                <a:cubicBezTo>
                  <a:pt x="980" y="415"/>
                  <a:pt x="984" y="416"/>
                  <a:pt x="988" y="416"/>
                </a:cubicBezTo>
                <a:cubicBezTo>
                  <a:pt x="992" y="416"/>
                  <a:pt x="996" y="417"/>
                  <a:pt x="1000" y="417"/>
                </a:cubicBezTo>
                <a:cubicBezTo>
                  <a:pt x="1004" y="418"/>
                  <a:pt x="1008" y="418"/>
                  <a:pt x="1012" y="418"/>
                </a:cubicBezTo>
                <a:cubicBezTo>
                  <a:pt x="1016" y="419"/>
                  <a:pt x="1020" y="419"/>
                  <a:pt x="1024" y="419"/>
                </a:cubicBezTo>
                <a:cubicBezTo>
                  <a:pt x="1028" y="419"/>
                  <a:pt x="1032" y="420"/>
                  <a:pt x="1036" y="420"/>
                </a:cubicBezTo>
                <a:cubicBezTo>
                  <a:pt x="1040" y="420"/>
                  <a:pt x="1044" y="421"/>
                  <a:pt x="1048" y="421"/>
                </a:cubicBezTo>
                <a:cubicBezTo>
                  <a:pt x="1052" y="422"/>
                  <a:pt x="1056" y="423"/>
                  <a:pt x="1060" y="423"/>
                </a:cubicBezTo>
                <a:cubicBezTo>
                  <a:pt x="1064" y="423"/>
                  <a:pt x="1068" y="424"/>
                  <a:pt x="1072" y="425"/>
                </a:cubicBezTo>
                <a:cubicBezTo>
                  <a:pt x="1076" y="425"/>
                  <a:pt x="1080" y="425"/>
                  <a:pt x="1084" y="425"/>
                </a:cubicBezTo>
                <a:cubicBezTo>
                  <a:pt x="1088" y="426"/>
                  <a:pt x="1092" y="426"/>
                  <a:pt x="1096" y="427"/>
                </a:cubicBezTo>
                <a:cubicBezTo>
                  <a:pt x="1100" y="427"/>
                  <a:pt x="1104" y="428"/>
                  <a:pt x="1108" y="428"/>
                </a:cubicBezTo>
                <a:cubicBezTo>
                  <a:pt x="1112" y="429"/>
                  <a:pt x="1116" y="429"/>
                  <a:pt x="1120" y="429"/>
                </a:cubicBezTo>
                <a:cubicBezTo>
                  <a:pt x="1124" y="430"/>
                  <a:pt x="1128" y="430"/>
                  <a:pt x="1132" y="431"/>
                </a:cubicBezTo>
                <a:cubicBezTo>
                  <a:pt x="1136" y="431"/>
                  <a:pt x="1140" y="433"/>
                  <a:pt x="1144" y="433"/>
                </a:cubicBezTo>
                <a:cubicBezTo>
                  <a:pt x="1148" y="434"/>
                  <a:pt x="1152" y="434"/>
                  <a:pt x="1156" y="435"/>
                </a:cubicBezTo>
                <a:cubicBezTo>
                  <a:pt x="1160" y="435"/>
                  <a:pt x="1164" y="435"/>
                  <a:pt x="1168" y="436"/>
                </a:cubicBezTo>
                <a:cubicBezTo>
                  <a:pt x="1172" y="436"/>
                  <a:pt x="1176" y="437"/>
                  <a:pt x="1180" y="437"/>
                </a:cubicBezTo>
                <a:cubicBezTo>
                  <a:pt x="1184" y="438"/>
                  <a:pt x="1188" y="439"/>
                  <a:pt x="1192" y="439"/>
                </a:cubicBezTo>
                <a:cubicBezTo>
                  <a:pt x="1196" y="440"/>
                  <a:pt x="1200" y="440"/>
                  <a:pt x="1204" y="441"/>
                </a:cubicBezTo>
                <a:cubicBezTo>
                  <a:pt x="1208" y="442"/>
                  <a:pt x="1212" y="442"/>
                  <a:pt x="1215" y="443"/>
                </a:cubicBezTo>
                <a:cubicBezTo>
                  <a:pt x="1219" y="444"/>
                  <a:pt x="1223" y="444"/>
                  <a:pt x="1227" y="444"/>
                </a:cubicBezTo>
                <a:cubicBezTo>
                  <a:pt x="1231" y="445"/>
                  <a:pt x="1235" y="445"/>
                  <a:pt x="1239" y="446"/>
                </a:cubicBezTo>
                <a:cubicBezTo>
                  <a:pt x="1243" y="447"/>
                  <a:pt x="1247" y="447"/>
                  <a:pt x="1251" y="448"/>
                </a:cubicBezTo>
                <a:cubicBezTo>
                  <a:pt x="1255" y="448"/>
                  <a:pt x="1259" y="449"/>
                  <a:pt x="1263" y="450"/>
                </a:cubicBezTo>
                <a:cubicBezTo>
                  <a:pt x="1267" y="450"/>
                  <a:pt x="1271" y="451"/>
                  <a:pt x="1275" y="452"/>
                </a:cubicBezTo>
                <a:cubicBezTo>
                  <a:pt x="1279" y="452"/>
                  <a:pt x="1283" y="453"/>
                  <a:pt x="1287" y="454"/>
                </a:cubicBezTo>
                <a:cubicBezTo>
                  <a:pt x="1291" y="455"/>
                  <a:pt x="1295" y="456"/>
                  <a:pt x="1298" y="456"/>
                </a:cubicBezTo>
                <a:cubicBezTo>
                  <a:pt x="1302" y="457"/>
                  <a:pt x="1306" y="458"/>
                  <a:pt x="1310" y="458"/>
                </a:cubicBezTo>
                <a:cubicBezTo>
                  <a:pt x="1314" y="459"/>
                  <a:pt x="1318" y="459"/>
                  <a:pt x="1322" y="460"/>
                </a:cubicBezTo>
                <a:cubicBezTo>
                  <a:pt x="1326" y="460"/>
                  <a:pt x="1330" y="462"/>
                  <a:pt x="1334" y="463"/>
                </a:cubicBezTo>
                <a:cubicBezTo>
                  <a:pt x="1338" y="463"/>
                  <a:pt x="1342" y="463"/>
                  <a:pt x="1346" y="464"/>
                </a:cubicBezTo>
                <a:cubicBezTo>
                  <a:pt x="1350" y="465"/>
                  <a:pt x="1354" y="465"/>
                  <a:pt x="1358" y="466"/>
                </a:cubicBezTo>
                <a:cubicBezTo>
                  <a:pt x="1362" y="467"/>
                  <a:pt x="1366" y="468"/>
                  <a:pt x="1370" y="469"/>
                </a:cubicBezTo>
                <a:cubicBezTo>
                  <a:pt x="1373" y="470"/>
                  <a:pt x="1378" y="470"/>
                  <a:pt x="1381" y="471"/>
                </a:cubicBezTo>
                <a:cubicBezTo>
                  <a:pt x="1385" y="471"/>
                  <a:pt x="1389" y="472"/>
                  <a:pt x="1393" y="473"/>
                </a:cubicBezTo>
                <a:cubicBezTo>
                  <a:pt x="1397" y="474"/>
                  <a:pt x="1401" y="475"/>
                  <a:pt x="1405" y="476"/>
                </a:cubicBezTo>
                <a:cubicBezTo>
                  <a:pt x="1409" y="476"/>
                  <a:pt x="1413" y="477"/>
                  <a:pt x="1417" y="477"/>
                </a:cubicBezTo>
                <a:cubicBezTo>
                  <a:pt x="1421" y="478"/>
                  <a:pt x="1425" y="479"/>
                  <a:pt x="1429" y="480"/>
                </a:cubicBezTo>
                <a:cubicBezTo>
                  <a:pt x="1433" y="481"/>
                  <a:pt x="1437" y="481"/>
                  <a:pt x="1441" y="482"/>
                </a:cubicBezTo>
                <a:cubicBezTo>
                  <a:pt x="1445" y="483"/>
                  <a:pt x="1448" y="484"/>
                  <a:pt x="1452" y="485"/>
                </a:cubicBezTo>
                <a:cubicBezTo>
                  <a:pt x="1456" y="486"/>
                  <a:pt x="1460" y="487"/>
                  <a:pt x="1464" y="488"/>
                </a:cubicBezTo>
                <a:cubicBezTo>
                  <a:pt x="1468" y="489"/>
                  <a:pt x="1472" y="490"/>
                  <a:pt x="1476" y="490"/>
                </a:cubicBezTo>
                <a:cubicBezTo>
                  <a:pt x="1477" y="491"/>
                  <a:pt x="1477" y="490"/>
                  <a:pt x="1478" y="490"/>
                </a:cubicBezTo>
                <a:cubicBezTo>
                  <a:pt x="1482" y="491"/>
                  <a:pt x="1486" y="492"/>
                  <a:pt x="1490" y="493"/>
                </a:cubicBezTo>
                <a:cubicBezTo>
                  <a:pt x="1494" y="494"/>
                  <a:pt x="1498" y="494"/>
                  <a:pt x="1502" y="495"/>
                </a:cubicBezTo>
                <a:cubicBezTo>
                  <a:pt x="1506" y="496"/>
                  <a:pt x="1510" y="496"/>
                  <a:pt x="1513" y="497"/>
                </a:cubicBezTo>
                <a:cubicBezTo>
                  <a:pt x="1517" y="497"/>
                  <a:pt x="1522" y="497"/>
                  <a:pt x="1526" y="497"/>
                </a:cubicBezTo>
                <a:cubicBezTo>
                  <a:pt x="1529" y="497"/>
                  <a:pt x="1533" y="497"/>
                  <a:pt x="1536" y="497"/>
                </a:cubicBezTo>
                <a:cubicBezTo>
                  <a:pt x="1540" y="496"/>
                  <a:pt x="1543" y="495"/>
                  <a:pt x="1546" y="494"/>
                </a:cubicBezTo>
                <a:cubicBezTo>
                  <a:pt x="1550" y="493"/>
                  <a:pt x="1553" y="493"/>
                  <a:pt x="1556" y="492"/>
                </a:cubicBezTo>
                <a:cubicBezTo>
                  <a:pt x="1560" y="490"/>
                  <a:pt x="1563" y="488"/>
                  <a:pt x="1566" y="486"/>
                </a:cubicBezTo>
                <a:cubicBezTo>
                  <a:pt x="1569" y="484"/>
                  <a:pt x="1572" y="481"/>
                  <a:pt x="1575" y="479"/>
                </a:cubicBezTo>
                <a:cubicBezTo>
                  <a:pt x="1578" y="476"/>
                  <a:pt x="1582" y="473"/>
                  <a:pt x="1584" y="469"/>
                </a:cubicBezTo>
                <a:cubicBezTo>
                  <a:pt x="1586" y="466"/>
                  <a:pt x="1588" y="462"/>
                  <a:pt x="1590" y="458"/>
                </a:cubicBezTo>
                <a:cubicBezTo>
                  <a:pt x="1591" y="454"/>
                  <a:pt x="1591" y="450"/>
                  <a:pt x="1592" y="446"/>
                </a:cubicBezTo>
                <a:cubicBezTo>
                  <a:pt x="1593" y="442"/>
                  <a:pt x="1594" y="438"/>
                  <a:pt x="1594" y="433"/>
                </a:cubicBezTo>
                <a:cubicBezTo>
                  <a:pt x="1594" y="429"/>
                  <a:pt x="1595" y="425"/>
                  <a:pt x="1595" y="421"/>
                </a:cubicBezTo>
                <a:cubicBezTo>
                  <a:pt x="1594" y="417"/>
                  <a:pt x="1594" y="412"/>
                  <a:pt x="1594" y="408"/>
                </a:cubicBezTo>
                <a:cubicBezTo>
                  <a:pt x="1594" y="404"/>
                  <a:pt x="1593" y="400"/>
                  <a:pt x="1593" y="396"/>
                </a:cubicBezTo>
                <a:cubicBezTo>
                  <a:pt x="1593" y="392"/>
                  <a:pt x="1594" y="388"/>
                  <a:pt x="1595" y="384"/>
                </a:cubicBezTo>
                <a:cubicBezTo>
                  <a:pt x="1595" y="380"/>
                  <a:pt x="1595" y="376"/>
                  <a:pt x="1596" y="372"/>
                </a:cubicBezTo>
                <a:cubicBezTo>
                  <a:pt x="1597" y="368"/>
                  <a:pt x="1597" y="364"/>
                  <a:pt x="1597" y="360"/>
                </a:cubicBezTo>
                <a:cubicBezTo>
                  <a:pt x="1598" y="357"/>
                  <a:pt x="1599" y="353"/>
                  <a:pt x="1600" y="349"/>
                </a:cubicBezTo>
                <a:cubicBezTo>
                  <a:pt x="1601" y="345"/>
                  <a:pt x="1602" y="341"/>
                  <a:pt x="1603" y="337"/>
                </a:cubicBezTo>
                <a:cubicBezTo>
                  <a:pt x="1604" y="333"/>
                  <a:pt x="1605" y="329"/>
                  <a:pt x="1606" y="326"/>
                </a:cubicBezTo>
                <a:cubicBezTo>
                  <a:pt x="1607" y="322"/>
                  <a:pt x="1609" y="318"/>
                  <a:pt x="1610" y="314"/>
                </a:cubicBezTo>
                <a:cubicBezTo>
                  <a:pt x="1611" y="310"/>
                  <a:pt x="1612" y="306"/>
                  <a:pt x="1613" y="303"/>
                </a:cubicBezTo>
                <a:cubicBezTo>
                  <a:pt x="1615" y="298"/>
                  <a:pt x="1616" y="293"/>
                  <a:pt x="1617" y="289"/>
                </a:cubicBezTo>
                <a:cubicBezTo>
                  <a:pt x="1619" y="284"/>
                  <a:pt x="1620" y="280"/>
                  <a:pt x="1621" y="275"/>
                </a:cubicBezTo>
                <a:cubicBezTo>
                  <a:pt x="1622" y="271"/>
                  <a:pt x="1624" y="267"/>
                  <a:pt x="1626" y="263"/>
                </a:cubicBezTo>
                <a:cubicBezTo>
                  <a:pt x="1627" y="259"/>
                  <a:pt x="1627" y="255"/>
                  <a:pt x="1628" y="251"/>
                </a:cubicBezTo>
                <a:cubicBezTo>
                  <a:pt x="1629" y="247"/>
                  <a:pt x="1630" y="243"/>
                  <a:pt x="1630" y="239"/>
                </a:cubicBezTo>
                <a:cubicBezTo>
                  <a:pt x="1631" y="235"/>
                  <a:pt x="1632" y="231"/>
                  <a:pt x="1632" y="227"/>
                </a:cubicBezTo>
                <a:cubicBezTo>
                  <a:pt x="1633" y="222"/>
                  <a:pt x="1633" y="218"/>
                  <a:pt x="1634" y="214"/>
                </a:cubicBezTo>
                <a:cubicBezTo>
                  <a:pt x="1634" y="210"/>
                  <a:pt x="1635" y="206"/>
                  <a:pt x="1635" y="202"/>
                </a:cubicBezTo>
                <a:cubicBezTo>
                  <a:pt x="1635" y="197"/>
                  <a:pt x="1635" y="193"/>
                  <a:pt x="1635" y="189"/>
                </a:cubicBezTo>
                <a:cubicBezTo>
                  <a:pt x="1635" y="185"/>
                  <a:pt x="1635" y="181"/>
                  <a:pt x="1635" y="177"/>
                </a:cubicBezTo>
                <a:close/>
                <a:moveTo>
                  <a:pt x="1607" y="111"/>
                </a:moveTo>
                <a:cubicBezTo>
                  <a:pt x="1611" y="110"/>
                  <a:pt x="1612" y="116"/>
                  <a:pt x="1609" y="117"/>
                </a:cubicBezTo>
                <a:cubicBezTo>
                  <a:pt x="1606" y="118"/>
                  <a:pt x="1602" y="112"/>
                  <a:pt x="1607" y="111"/>
                </a:cubicBezTo>
                <a:close/>
                <a:moveTo>
                  <a:pt x="1595" y="103"/>
                </a:moveTo>
                <a:cubicBezTo>
                  <a:pt x="1600" y="102"/>
                  <a:pt x="1604" y="110"/>
                  <a:pt x="1601" y="111"/>
                </a:cubicBezTo>
                <a:cubicBezTo>
                  <a:pt x="1602" y="106"/>
                  <a:pt x="1594" y="109"/>
                  <a:pt x="1595" y="103"/>
                </a:cubicBezTo>
                <a:close/>
                <a:moveTo>
                  <a:pt x="1537" y="57"/>
                </a:moveTo>
                <a:cubicBezTo>
                  <a:pt x="1538" y="57"/>
                  <a:pt x="1539" y="59"/>
                  <a:pt x="1539" y="61"/>
                </a:cubicBezTo>
                <a:cubicBezTo>
                  <a:pt x="1536" y="65"/>
                  <a:pt x="1532" y="57"/>
                  <a:pt x="1537" y="57"/>
                </a:cubicBezTo>
                <a:close/>
                <a:moveTo>
                  <a:pt x="1268" y="23"/>
                </a:moveTo>
                <a:cubicBezTo>
                  <a:pt x="1269" y="23"/>
                  <a:pt x="1269" y="23"/>
                  <a:pt x="1270" y="23"/>
                </a:cubicBezTo>
                <a:cubicBezTo>
                  <a:pt x="1269" y="24"/>
                  <a:pt x="1269" y="25"/>
                  <a:pt x="1267" y="25"/>
                </a:cubicBezTo>
                <a:cubicBezTo>
                  <a:pt x="1267" y="23"/>
                  <a:pt x="1268" y="23"/>
                  <a:pt x="1268" y="23"/>
                </a:cubicBezTo>
                <a:close/>
                <a:moveTo>
                  <a:pt x="1259" y="133"/>
                </a:moveTo>
                <a:cubicBezTo>
                  <a:pt x="1257" y="129"/>
                  <a:pt x="1257" y="124"/>
                  <a:pt x="1257" y="124"/>
                </a:cubicBezTo>
                <a:cubicBezTo>
                  <a:pt x="1257" y="124"/>
                  <a:pt x="1256" y="124"/>
                  <a:pt x="1256" y="124"/>
                </a:cubicBezTo>
                <a:cubicBezTo>
                  <a:pt x="1256" y="122"/>
                  <a:pt x="1256" y="120"/>
                  <a:pt x="1255" y="116"/>
                </a:cubicBezTo>
                <a:cubicBezTo>
                  <a:pt x="1254" y="113"/>
                  <a:pt x="1254" y="113"/>
                  <a:pt x="1254" y="110"/>
                </a:cubicBezTo>
                <a:cubicBezTo>
                  <a:pt x="1253" y="107"/>
                  <a:pt x="1254" y="107"/>
                  <a:pt x="1253" y="104"/>
                </a:cubicBezTo>
                <a:cubicBezTo>
                  <a:pt x="1253" y="103"/>
                  <a:pt x="1252" y="99"/>
                  <a:pt x="1252" y="95"/>
                </a:cubicBezTo>
                <a:cubicBezTo>
                  <a:pt x="1251" y="91"/>
                  <a:pt x="1252" y="87"/>
                  <a:pt x="1252" y="86"/>
                </a:cubicBezTo>
                <a:cubicBezTo>
                  <a:pt x="1252" y="84"/>
                  <a:pt x="1250" y="84"/>
                  <a:pt x="1252" y="82"/>
                </a:cubicBezTo>
                <a:cubicBezTo>
                  <a:pt x="1254" y="84"/>
                  <a:pt x="1255" y="87"/>
                  <a:pt x="1258" y="88"/>
                </a:cubicBezTo>
                <a:cubicBezTo>
                  <a:pt x="1261" y="91"/>
                  <a:pt x="1265" y="92"/>
                  <a:pt x="1269" y="94"/>
                </a:cubicBezTo>
                <a:cubicBezTo>
                  <a:pt x="1272" y="96"/>
                  <a:pt x="1275" y="98"/>
                  <a:pt x="1279" y="100"/>
                </a:cubicBezTo>
                <a:cubicBezTo>
                  <a:pt x="1283" y="102"/>
                  <a:pt x="1286" y="103"/>
                  <a:pt x="1290" y="105"/>
                </a:cubicBezTo>
                <a:cubicBezTo>
                  <a:pt x="1294" y="107"/>
                  <a:pt x="1297" y="108"/>
                  <a:pt x="1301" y="109"/>
                </a:cubicBezTo>
                <a:cubicBezTo>
                  <a:pt x="1305" y="111"/>
                  <a:pt x="1309" y="112"/>
                  <a:pt x="1312" y="113"/>
                </a:cubicBezTo>
                <a:cubicBezTo>
                  <a:pt x="1316" y="115"/>
                  <a:pt x="1320" y="116"/>
                  <a:pt x="1324" y="117"/>
                </a:cubicBezTo>
                <a:cubicBezTo>
                  <a:pt x="1328" y="118"/>
                  <a:pt x="1331" y="120"/>
                  <a:pt x="1335" y="121"/>
                </a:cubicBezTo>
                <a:cubicBezTo>
                  <a:pt x="1339" y="122"/>
                  <a:pt x="1343" y="123"/>
                  <a:pt x="1347" y="125"/>
                </a:cubicBezTo>
                <a:cubicBezTo>
                  <a:pt x="1351" y="126"/>
                  <a:pt x="1355" y="126"/>
                  <a:pt x="1358" y="127"/>
                </a:cubicBezTo>
                <a:cubicBezTo>
                  <a:pt x="1362" y="128"/>
                  <a:pt x="1366" y="129"/>
                  <a:pt x="1369" y="130"/>
                </a:cubicBezTo>
                <a:cubicBezTo>
                  <a:pt x="1373" y="131"/>
                  <a:pt x="1377" y="131"/>
                  <a:pt x="1381" y="132"/>
                </a:cubicBezTo>
                <a:cubicBezTo>
                  <a:pt x="1384" y="132"/>
                  <a:pt x="1388" y="133"/>
                  <a:pt x="1392" y="133"/>
                </a:cubicBezTo>
                <a:cubicBezTo>
                  <a:pt x="1396" y="134"/>
                  <a:pt x="1400" y="133"/>
                  <a:pt x="1403" y="134"/>
                </a:cubicBezTo>
                <a:cubicBezTo>
                  <a:pt x="1407" y="134"/>
                  <a:pt x="1411" y="135"/>
                  <a:pt x="1415" y="135"/>
                </a:cubicBezTo>
                <a:cubicBezTo>
                  <a:pt x="1419" y="135"/>
                  <a:pt x="1422" y="136"/>
                  <a:pt x="1426" y="136"/>
                </a:cubicBezTo>
                <a:cubicBezTo>
                  <a:pt x="1432" y="136"/>
                  <a:pt x="1438" y="137"/>
                  <a:pt x="1443" y="137"/>
                </a:cubicBezTo>
                <a:cubicBezTo>
                  <a:pt x="1445" y="137"/>
                  <a:pt x="1447" y="137"/>
                  <a:pt x="1448" y="137"/>
                </a:cubicBezTo>
                <a:cubicBezTo>
                  <a:pt x="1446" y="135"/>
                  <a:pt x="1451" y="131"/>
                  <a:pt x="1451" y="136"/>
                </a:cubicBezTo>
                <a:cubicBezTo>
                  <a:pt x="1450" y="136"/>
                  <a:pt x="1450" y="137"/>
                  <a:pt x="1450" y="137"/>
                </a:cubicBezTo>
                <a:cubicBezTo>
                  <a:pt x="1448" y="142"/>
                  <a:pt x="1447" y="142"/>
                  <a:pt x="1443" y="148"/>
                </a:cubicBezTo>
                <a:cubicBezTo>
                  <a:pt x="1441" y="152"/>
                  <a:pt x="1439" y="156"/>
                  <a:pt x="1437" y="159"/>
                </a:cubicBezTo>
                <a:cubicBezTo>
                  <a:pt x="1434" y="163"/>
                  <a:pt x="1431" y="167"/>
                  <a:pt x="1429" y="170"/>
                </a:cubicBezTo>
                <a:cubicBezTo>
                  <a:pt x="1426" y="175"/>
                  <a:pt x="1424" y="178"/>
                  <a:pt x="1422" y="181"/>
                </a:cubicBezTo>
                <a:cubicBezTo>
                  <a:pt x="1418" y="188"/>
                  <a:pt x="1416" y="192"/>
                  <a:pt x="1416" y="193"/>
                </a:cubicBezTo>
                <a:cubicBezTo>
                  <a:pt x="1412" y="192"/>
                  <a:pt x="1408" y="192"/>
                  <a:pt x="1404" y="191"/>
                </a:cubicBezTo>
                <a:cubicBezTo>
                  <a:pt x="1401" y="190"/>
                  <a:pt x="1397" y="190"/>
                  <a:pt x="1394" y="189"/>
                </a:cubicBezTo>
                <a:cubicBezTo>
                  <a:pt x="1393" y="191"/>
                  <a:pt x="1390" y="190"/>
                  <a:pt x="1389" y="190"/>
                </a:cubicBezTo>
                <a:cubicBezTo>
                  <a:pt x="1389" y="189"/>
                  <a:pt x="1389" y="188"/>
                  <a:pt x="1389" y="188"/>
                </a:cubicBezTo>
                <a:cubicBezTo>
                  <a:pt x="1387" y="188"/>
                  <a:pt x="1385" y="187"/>
                  <a:pt x="1382" y="187"/>
                </a:cubicBezTo>
                <a:cubicBezTo>
                  <a:pt x="1379" y="186"/>
                  <a:pt x="1375" y="185"/>
                  <a:pt x="1371" y="184"/>
                </a:cubicBezTo>
                <a:cubicBezTo>
                  <a:pt x="1367" y="183"/>
                  <a:pt x="1364" y="183"/>
                  <a:pt x="1360" y="182"/>
                </a:cubicBezTo>
                <a:cubicBezTo>
                  <a:pt x="1356" y="181"/>
                  <a:pt x="1352" y="181"/>
                  <a:pt x="1348" y="180"/>
                </a:cubicBezTo>
                <a:cubicBezTo>
                  <a:pt x="1345" y="179"/>
                  <a:pt x="1341" y="178"/>
                  <a:pt x="1337" y="177"/>
                </a:cubicBezTo>
                <a:cubicBezTo>
                  <a:pt x="1333" y="176"/>
                  <a:pt x="1330" y="176"/>
                  <a:pt x="1326" y="175"/>
                </a:cubicBezTo>
                <a:cubicBezTo>
                  <a:pt x="1322" y="174"/>
                  <a:pt x="1318" y="173"/>
                  <a:pt x="1314" y="173"/>
                </a:cubicBezTo>
                <a:cubicBezTo>
                  <a:pt x="1311" y="172"/>
                  <a:pt x="1307" y="171"/>
                  <a:pt x="1303" y="171"/>
                </a:cubicBezTo>
                <a:cubicBezTo>
                  <a:pt x="1299" y="170"/>
                  <a:pt x="1296" y="168"/>
                  <a:pt x="1292" y="167"/>
                </a:cubicBezTo>
                <a:cubicBezTo>
                  <a:pt x="1288" y="167"/>
                  <a:pt x="1284" y="167"/>
                  <a:pt x="1280" y="166"/>
                </a:cubicBezTo>
                <a:cubicBezTo>
                  <a:pt x="1277" y="165"/>
                  <a:pt x="1273" y="164"/>
                  <a:pt x="1269" y="163"/>
                </a:cubicBezTo>
                <a:cubicBezTo>
                  <a:pt x="1269" y="162"/>
                  <a:pt x="1268" y="160"/>
                  <a:pt x="1268" y="159"/>
                </a:cubicBezTo>
                <a:cubicBezTo>
                  <a:pt x="1267" y="157"/>
                  <a:pt x="1267" y="157"/>
                  <a:pt x="1266" y="155"/>
                </a:cubicBezTo>
                <a:cubicBezTo>
                  <a:pt x="1266" y="154"/>
                  <a:pt x="1266" y="152"/>
                  <a:pt x="1265" y="150"/>
                </a:cubicBezTo>
                <a:cubicBezTo>
                  <a:pt x="1264" y="148"/>
                  <a:pt x="1262" y="145"/>
                  <a:pt x="1262" y="142"/>
                </a:cubicBezTo>
                <a:cubicBezTo>
                  <a:pt x="1261" y="140"/>
                  <a:pt x="1260" y="137"/>
                  <a:pt x="1259" y="133"/>
                </a:cubicBezTo>
                <a:close/>
                <a:moveTo>
                  <a:pt x="1318" y="107"/>
                </a:moveTo>
                <a:cubicBezTo>
                  <a:pt x="1318" y="109"/>
                  <a:pt x="1315" y="110"/>
                  <a:pt x="1314" y="108"/>
                </a:cubicBezTo>
                <a:cubicBezTo>
                  <a:pt x="1313" y="105"/>
                  <a:pt x="1317" y="106"/>
                  <a:pt x="1318" y="107"/>
                </a:cubicBezTo>
                <a:close/>
                <a:moveTo>
                  <a:pt x="1342" y="121"/>
                </a:moveTo>
                <a:cubicBezTo>
                  <a:pt x="1343" y="120"/>
                  <a:pt x="1346" y="120"/>
                  <a:pt x="1346" y="123"/>
                </a:cubicBezTo>
                <a:cubicBezTo>
                  <a:pt x="1344" y="124"/>
                  <a:pt x="1342" y="123"/>
                  <a:pt x="1342" y="121"/>
                </a:cubicBezTo>
                <a:close/>
                <a:moveTo>
                  <a:pt x="996" y="139"/>
                </a:moveTo>
                <a:cubicBezTo>
                  <a:pt x="995" y="139"/>
                  <a:pt x="994" y="139"/>
                  <a:pt x="994" y="138"/>
                </a:cubicBezTo>
                <a:cubicBezTo>
                  <a:pt x="995" y="138"/>
                  <a:pt x="996" y="138"/>
                  <a:pt x="996" y="139"/>
                </a:cubicBezTo>
                <a:close/>
                <a:moveTo>
                  <a:pt x="984" y="134"/>
                </a:moveTo>
                <a:cubicBezTo>
                  <a:pt x="984" y="135"/>
                  <a:pt x="982" y="136"/>
                  <a:pt x="980" y="135"/>
                </a:cubicBezTo>
                <a:cubicBezTo>
                  <a:pt x="979" y="134"/>
                  <a:pt x="980" y="133"/>
                  <a:pt x="978" y="133"/>
                </a:cubicBezTo>
                <a:cubicBezTo>
                  <a:pt x="980" y="128"/>
                  <a:pt x="984" y="131"/>
                  <a:pt x="984" y="134"/>
                </a:cubicBezTo>
                <a:close/>
                <a:moveTo>
                  <a:pt x="924" y="126"/>
                </a:moveTo>
                <a:cubicBezTo>
                  <a:pt x="925" y="124"/>
                  <a:pt x="930" y="123"/>
                  <a:pt x="933" y="124"/>
                </a:cubicBezTo>
                <a:cubicBezTo>
                  <a:pt x="937" y="130"/>
                  <a:pt x="928" y="138"/>
                  <a:pt x="924" y="131"/>
                </a:cubicBezTo>
                <a:cubicBezTo>
                  <a:pt x="924" y="129"/>
                  <a:pt x="925" y="128"/>
                  <a:pt x="924" y="126"/>
                </a:cubicBezTo>
                <a:close/>
                <a:moveTo>
                  <a:pt x="921" y="122"/>
                </a:moveTo>
                <a:cubicBezTo>
                  <a:pt x="921" y="124"/>
                  <a:pt x="921" y="124"/>
                  <a:pt x="921" y="124"/>
                </a:cubicBezTo>
                <a:cubicBezTo>
                  <a:pt x="919" y="124"/>
                  <a:pt x="919" y="124"/>
                  <a:pt x="919" y="122"/>
                </a:cubicBezTo>
                <a:lnTo>
                  <a:pt x="921" y="122"/>
                </a:lnTo>
                <a:close/>
                <a:moveTo>
                  <a:pt x="819" y="121"/>
                </a:moveTo>
                <a:cubicBezTo>
                  <a:pt x="820" y="122"/>
                  <a:pt x="817" y="122"/>
                  <a:pt x="817" y="121"/>
                </a:cubicBezTo>
                <a:cubicBezTo>
                  <a:pt x="818" y="120"/>
                  <a:pt x="818" y="121"/>
                  <a:pt x="819" y="121"/>
                </a:cubicBezTo>
                <a:close/>
                <a:moveTo>
                  <a:pt x="708" y="130"/>
                </a:moveTo>
                <a:cubicBezTo>
                  <a:pt x="708" y="130"/>
                  <a:pt x="709" y="130"/>
                  <a:pt x="708" y="131"/>
                </a:cubicBezTo>
                <a:cubicBezTo>
                  <a:pt x="707" y="131"/>
                  <a:pt x="707" y="131"/>
                  <a:pt x="707" y="131"/>
                </a:cubicBezTo>
                <a:cubicBezTo>
                  <a:pt x="707" y="131"/>
                  <a:pt x="707" y="130"/>
                  <a:pt x="708" y="130"/>
                </a:cubicBezTo>
                <a:close/>
                <a:moveTo>
                  <a:pt x="708" y="133"/>
                </a:moveTo>
                <a:cubicBezTo>
                  <a:pt x="708" y="136"/>
                  <a:pt x="708" y="136"/>
                  <a:pt x="708" y="136"/>
                </a:cubicBezTo>
                <a:cubicBezTo>
                  <a:pt x="706" y="136"/>
                  <a:pt x="705" y="136"/>
                  <a:pt x="704" y="135"/>
                </a:cubicBezTo>
                <a:cubicBezTo>
                  <a:pt x="704" y="133"/>
                  <a:pt x="705" y="132"/>
                  <a:pt x="708" y="133"/>
                </a:cubicBezTo>
                <a:close/>
                <a:moveTo>
                  <a:pt x="385" y="84"/>
                </a:moveTo>
                <a:cubicBezTo>
                  <a:pt x="385" y="90"/>
                  <a:pt x="385" y="95"/>
                  <a:pt x="385" y="98"/>
                </a:cubicBezTo>
                <a:cubicBezTo>
                  <a:pt x="385" y="102"/>
                  <a:pt x="385" y="105"/>
                  <a:pt x="385" y="109"/>
                </a:cubicBezTo>
                <a:cubicBezTo>
                  <a:pt x="384" y="112"/>
                  <a:pt x="383" y="115"/>
                  <a:pt x="383" y="119"/>
                </a:cubicBezTo>
                <a:cubicBezTo>
                  <a:pt x="382" y="122"/>
                  <a:pt x="382" y="126"/>
                  <a:pt x="381" y="129"/>
                </a:cubicBezTo>
                <a:cubicBezTo>
                  <a:pt x="380" y="134"/>
                  <a:pt x="378" y="139"/>
                  <a:pt x="377" y="143"/>
                </a:cubicBezTo>
                <a:cubicBezTo>
                  <a:pt x="376" y="148"/>
                  <a:pt x="374" y="152"/>
                  <a:pt x="373" y="157"/>
                </a:cubicBezTo>
                <a:cubicBezTo>
                  <a:pt x="372" y="159"/>
                  <a:pt x="370" y="161"/>
                  <a:pt x="370" y="163"/>
                </a:cubicBezTo>
                <a:cubicBezTo>
                  <a:pt x="365" y="164"/>
                  <a:pt x="361" y="165"/>
                  <a:pt x="357" y="165"/>
                </a:cubicBezTo>
                <a:cubicBezTo>
                  <a:pt x="353" y="166"/>
                  <a:pt x="348" y="167"/>
                  <a:pt x="344" y="168"/>
                </a:cubicBezTo>
                <a:cubicBezTo>
                  <a:pt x="340" y="169"/>
                  <a:pt x="335" y="171"/>
                  <a:pt x="331" y="172"/>
                </a:cubicBezTo>
                <a:cubicBezTo>
                  <a:pt x="327" y="173"/>
                  <a:pt x="322" y="173"/>
                  <a:pt x="318" y="174"/>
                </a:cubicBezTo>
                <a:cubicBezTo>
                  <a:pt x="314" y="175"/>
                  <a:pt x="310" y="176"/>
                  <a:pt x="306" y="177"/>
                </a:cubicBezTo>
                <a:cubicBezTo>
                  <a:pt x="302" y="178"/>
                  <a:pt x="298" y="179"/>
                  <a:pt x="294" y="180"/>
                </a:cubicBezTo>
                <a:cubicBezTo>
                  <a:pt x="290" y="180"/>
                  <a:pt x="286" y="181"/>
                  <a:pt x="281" y="182"/>
                </a:cubicBezTo>
                <a:cubicBezTo>
                  <a:pt x="277" y="183"/>
                  <a:pt x="273" y="184"/>
                  <a:pt x="269" y="185"/>
                </a:cubicBezTo>
                <a:cubicBezTo>
                  <a:pt x="265" y="185"/>
                  <a:pt x="261" y="186"/>
                  <a:pt x="257" y="186"/>
                </a:cubicBezTo>
                <a:cubicBezTo>
                  <a:pt x="253" y="187"/>
                  <a:pt x="249" y="188"/>
                  <a:pt x="245" y="189"/>
                </a:cubicBezTo>
                <a:cubicBezTo>
                  <a:pt x="241" y="190"/>
                  <a:pt x="237" y="191"/>
                  <a:pt x="233" y="192"/>
                </a:cubicBezTo>
                <a:cubicBezTo>
                  <a:pt x="228" y="192"/>
                  <a:pt x="225" y="193"/>
                  <a:pt x="220" y="193"/>
                </a:cubicBezTo>
                <a:cubicBezTo>
                  <a:pt x="219" y="191"/>
                  <a:pt x="217" y="187"/>
                  <a:pt x="214" y="182"/>
                </a:cubicBezTo>
                <a:cubicBezTo>
                  <a:pt x="212" y="179"/>
                  <a:pt x="210" y="175"/>
                  <a:pt x="207" y="171"/>
                </a:cubicBezTo>
                <a:cubicBezTo>
                  <a:pt x="205" y="168"/>
                  <a:pt x="203" y="164"/>
                  <a:pt x="200" y="160"/>
                </a:cubicBezTo>
                <a:cubicBezTo>
                  <a:pt x="198" y="157"/>
                  <a:pt x="196" y="153"/>
                  <a:pt x="194" y="149"/>
                </a:cubicBezTo>
                <a:cubicBezTo>
                  <a:pt x="190" y="143"/>
                  <a:pt x="189" y="143"/>
                  <a:pt x="187" y="137"/>
                </a:cubicBezTo>
                <a:cubicBezTo>
                  <a:pt x="190" y="137"/>
                  <a:pt x="194" y="137"/>
                  <a:pt x="198" y="137"/>
                </a:cubicBezTo>
                <a:cubicBezTo>
                  <a:pt x="201" y="137"/>
                  <a:pt x="204" y="137"/>
                  <a:pt x="207" y="137"/>
                </a:cubicBezTo>
                <a:cubicBezTo>
                  <a:pt x="210" y="137"/>
                  <a:pt x="213" y="136"/>
                  <a:pt x="216" y="136"/>
                </a:cubicBezTo>
                <a:cubicBezTo>
                  <a:pt x="221" y="136"/>
                  <a:pt x="225" y="136"/>
                  <a:pt x="229" y="135"/>
                </a:cubicBezTo>
                <a:cubicBezTo>
                  <a:pt x="233" y="135"/>
                  <a:pt x="238" y="135"/>
                  <a:pt x="242" y="134"/>
                </a:cubicBezTo>
                <a:cubicBezTo>
                  <a:pt x="246" y="134"/>
                  <a:pt x="250" y="134"/>
                  <a:pt x="255" y="133"/>
                </a:cubicBezTo>
                <a:cubicBezTo>
                  <a:pt x="259" y="132"/>
                  <a:pt x="263" y="131"/>
                  <a:pt x="267" y="130"/>
                </a:cubicBezTo>
                <a:cubicBezTo>
                  <a:pt x="271" y="129"/>
                  <a:pt x="275" y="129"/>
                  <a:pt x="280" y="128"/>
                </a:cubicBezTo>
                <a:cubicBezTo>
                  <a:pt x="284" y="127"/>
                  <a:pt x="288" y="126"/>
                  <a:pt x="292" y="124"/>
                </a:cubicBezTo>
                <a:cubicBezTo>
                  <a:pt x="296" y="123"/>
                  <a:pt x="300" y="123"/>
                  <a:pt x="304" y="121"/>
                </a:cubicBezTo>
                <a:cubicBezTo>
                  <a:pt x="308" y="120"/>
                  <a:pt x="313" y="119"/>
                  <a:pt x="317" y="117"/>
                </a:cubicBezTo>
                <a:cubicBezTo>
                  <a:pt x="321" y="116"/>
                  <a:pt x="325" y="114"/>
                  <a:pt x="329" y="113"/>
                </a:cubicBezTo>
                <a:cubicBezTo>
                  <a:pt x="333" y="112"/>
                  <a:pt x="337" y="110"/>
                  <a:pt x="341" y="108"/>
                </a:cubicBezTo>
                <a:cubicBezTo>
                  <a:pt x="345" y="107"/>
                  <a:pt x="349" y="106"/>
                  <a:pt x="353" y="104"/>
                </a:cubicBezTo>
                <a:cubicBezTo>
                  <a:pt x="355" y="103"/>
                  <a:pt x="357" y="102"/>
                  <a:pt x="359" y="101"/>
                </a:cubicBezTo>
                <a:cubicBezTo>
                  <a:pt x="363" y="99"/>
                  <a:pt x="366" y="98"/>
                  <a:pt x="369" y="96"/>
                </a:cubicBezTo>
                <a:cubicBezTo>
                  <a:pt x="372" y="95"/>
                  <a:pt x="375" y="93"/>
                  <a:pt x="378" y="90"/>
                </a:cubicBezTo>
                <a:cubicBezTo>
                  <a:pt x="380" y="89"/>
                  <a:pt x="383" y="87"/>
                  <a:pt x="385" y="84"/>
                </a:cubicBezTo>
                <a:close/>
                <a:moveTo>
                  <a:pt x="275" y="120"/>
                </a:moveTo>
                <a:cubicBezTo>
                  <a:pt x="276" y="120"/>
                  <a:pt x="276" y="120"/>
                  <a:pt x="277" y="120"/>
                </a:cubicBezTo>
                <a:cubicBezTo>
                  <a:pt x="277" y="121"/>
                  <a:pt x="277" y="122"/>
                  <a:pt x="276" y="121"/>
                </a:cubicBezTo>
                <a:cubicBezTo>
                  <a:pt x="276" y="121"/>
                  <a:pt x="275" y="121"/>
                  <a:pt x="275" y="120"/>
                </a:cubicBezTo>
                <a:close/>
                <a:moveTo>
                  <a:pt x="281" y="3"/>
                </a:moveTo>
                <a:cubicBezTo>
                  <a:pt x="283" y="2"/>
                  <a:pt x="283" y="4"/>
                  <a:pt x="284" y="4"/>
                </a:cubicBezTo>
                <a:cubicBezTo>
                  <a:pt x="284" y="5"/>
                  <a:pt x="283" y="7"/>
                  <a:pt x="283" y="8"/>
                </a:cubicBezTo>
                <a:cubicBezTo>
                  <a:pt x="280" y="8"/>
                  <a:pt x="280" y="8"/>
                  <a:pt x="280" y="8"/>
                </a:cubicBezTo>
                <a:cubicBezTo>
                  <a:pt x="279" y="6"/>
                  <a:pt x="280" y="4"/>
                  <a:pt x="281" y="3"/>
                </a:cubicBezTo>
                <a:close/>
                <a:moveTo>
                  <a:pt x="215" y="12"/>
                </a:moveTo>
                <a:cubicBezTo>
                  <a:pt x="216" y="12"/>
                  <a:pt x="216" y="11"/>
                  <a:pt x="217" y="12"/>
                </a:cubicBezTo>
                <a:cubicBezTo>
                  <a:pt x="218" y="13"/>
                  <a:pt x="218" y="12"/>
                  <a:pt x="217" y="14"/>
                </a:cubicBezTo>
                <a:cubicBezTo>
                  <a:pt x="215" y="14"/>
                  <a:pt x="215" y="14"/>
                  <a:pt x="215" y="14"/>
                </a:cubicBezTo>
                <a:lnTo>
                  <a:pt x="215" y="12"/>
                </a:lnTo>
                <a:close/>
                <a:moveTo>
                  <a:pt x="161" y="33"/>
                </a:moveTo>
                <a:cubicBezTo>
                  <a:pt x="161" y="35"/>
                  <a:pt x="161" y="35"/>
                  <a:pt x="161" y="35"/>
                </a:cubicBezTo>
                <a:cubicBezTo>
                  <a:pt x="160" y="35"/>
                  <a:pt x="160" y="34"/>
                  <a:pt x="160" y="33"/>
                </a:cubicBezTo>
                <a:lnTo>
                  <a:pt x="161" y="33"/>
                </a:lnTo>
                <a:close/>
                <a:moveTo>
                  <a:pt x="118" y="56"/>
                </a:moveTo>
                <a:cubicBezTo>
                  <a:pt x="116" y="56"/>
                  <a:pt x="116" y="56"/>
                  <a:pt x="116" y="56"/>
                </a:cubicBezTo>
                <a:cubicBezTo>
                  <a:pt x="116" y="54"/>
                  <a:pt x="118" y="54"/>
                  <a:pt x="118" y="56"/>
                </a:cubicBezTo>
                <a:close/>
                <a:moveTo>
                  <a:pt x="17" y="149"/>
                </a:moveTo>
                <a:cubicBezTo>
                  <a:pt x="18" y="145"/>
                  <a:pt x="19" y="141"/>
                  <a:pt x="20" y="137"/>
                </a:cubicBezTo>
                <a:cubicBezTo>
                  <a:pt x="21" y="134"/>
                  <a:pt x="23" y="132"/>
                  <a:pt x="24" y="129"/>
                </a:cubicBezTo>
                <a:cubicBezTo>
                  <a:pt x="24" y="128"/>
                  <a:pt x="25" y="126"/>
                  <a:pt x="26" y="124"/>
                </a:cubicBezTo>
                <a:cubicBezTo>
                  <a:pt x="27" y="124"/>
                  <a:pt x="27" y="124"/>
                  <a:pt x="28" y="124"/>
                </a:cubicBezTo>
                <a:cubicBezTo>
                  <a:pt x="30" y="121"/>
                  <a:pt x="32" y="118"/>
                  <a:pt x="35" y="115"/>
                </a:cubicBezTo>
                <a:cubicBezTo>
                  <a:pt x="36" y="113"/>
                  <a:pt x="38" y="111"/>
                  <a:pt x="40" y="109"/>
                </a:cubicBezTo>
                <a:cubicBezTo>
                  <a:pt x="40" y="107"/>
                  <a:pt x="43" y="102"/>
                  <a:pt x="47" y="103"/>
                </a:cubicBezTo>
                <a:cubicBezTo>
                  <a:pt x="48" y="102"/>
                  <a:pt x="48" y="102"/>
                  <a:pt x="49" y="101"/>
                </a:cubicBezTo>
                <a:cubicBezTo>
                  <a:pt x="49" y="99"/>
                  <a:pt x="50" y="97"/>
                  <a:pt x="53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6" y="95"/>
                  <a:pt x="60" y="93"/>
                  <a:pt x="63" y="91"/>
                </a:cubicBezTo>
                <a:cubicBezTo>
                  <a:pt x="66" y="88"/>
                  <a:pt x="70" y="86"/>
                  <a:pt x="73" y="84"/>
                </a:cubicBezTo>
                <a:cubicBezTo>
                  <a:pt x="76" y="82"/>
                  <a:pt x="79" y="80"/>
                  <a:pt x="83" y="78"/>
                </a:cubicBezTo>
                <a:cubicBezTo>
                  <a:pt x="86" y="75"/>
                  <a:pt x="89" y="73"/>
                  <a:pt x="92" y="71"/>
                </a:cubicBezTo>
                <a:cubicBezTo>
                  <a:pt x="95" y="69"/>
                  <a:pt x="97" y="68"/>
                  <a:pt x="99" y="67"/>
                </a:cubicBezTo>
                <a:cubicBezTo>
                  <a:pt x="99" y="67"/>
                  <a:pt x="99" y="67"/>
                  <a:pt x="99" y="66"/>
                </a:cubicBezTo>
                <a:cubicBezTo>
                  <a:pt x="98" y="66"/>
                  <a:pt x="100" y="65"/>
                  <a:pt x="102" y="65"/>
                </a:cubicBezTo>
                <a:cubicBezTo>
                  <a:pt x="102" y="65"/>
                  <a:pt x="103" y="65"/>
                  <a:pt x="103" y="65"/>
                </a:cubicBezTo>
                <a:cubicBezTo>
                  <a:pt x="105" y="64"/>
                  <a:pt x="107" y="63"/>
                  <a:pt x="109" y="62"/>
                </a:cubicBezTo>
                <a:cubicBezTo>
                  <a:pt x="109" y="61"/>
                  <a:pt x="110" y="60"/>
                  <a:pt x="110" y="59"/>
                </a:cubicBezTo>
                <a:cubicBezTo>
                  <a:pt x="111" y="59"/>
                  <a:pt x="113" y="59"/>
                  <a:pt x="114" y="59"/>
                </a:cubicBezTo>
                <a:cubicBezTo>
                  <a:pt x="114" y="59"/>
                  <a:pt x="114" y="59"/>
                  <a:pt x="114" y="59"/>
                </a:cubicBezTo>
                <a:cubicBezTo>
                  <a:pt x="117" y="57"/>
                  <a:pt x="120" y="56"/>
                  <a:pt x="124" y="54"/>
                </a:cubicBezTo>
                <a:cubicBezTo>
                  <a:pt x="127" y="52"/>
                  <a:pt x="131" y="51"/>
                  <a:pt x="134" y="49"/>
                </a:cubicBezTo>
                <a:cubicBezTo>
                  <a:pt x="137" y="48"/>
                  <a:pt x="140" y="47"/>
                  <a:pt x="143" y="45"/>
                </a:cubicBezTo>
                <a:cubicBezTo>
                  <a:pt x="143" y="44"/>
                  <a:pt x="144" y="44"/>
                  <a:pt x="144" y="45"/>
                </a:cubicBezTo>
                <a:cubicBezTo>
                  <a:pt x="145" y="45"/>
                  <a:pt x="145" y="44"/>
                  <a:pt x="145" y="44"/>
                </a:cubicBezTo>
                <a:cubicBezTo>
                  <a:pt x="146" y="44"/>
                  <a:pt x="146" y="44"/>
                  <a:pt x="147" y="44"/>
                </a:cubicBezTo>
                <a:cubicBezTo>
                  <a:pt x="147" y="44"/>
                  <a:pt x="147" y="44"/>
                  <a:pt x="147" y="43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50" y="43"/>
                  <a:pt x="153" y="42"/>
                  <a:pt x="156" y="40"/>
                </a:cubicBezTo>
                <a:cubicBezTo>
                  <a:pt x="156" y="40"/>
                  <a:pt x="156" y="40"/>
                  <a:pt x="157" y="40"/>
                </a:cubicBezTo>
                <a:cubicBezTo>
                  <a:pt x="156" y="40"/>
                  <a:pt x="156" y="39"/>
                  <a:pt x="156" y="38"/>
                </a:cubicBezTo>
                <a:cubicBezTo>
                  <a:pt x="159" y="37"/>
                  <a:pt x="160" y="38"/>
                  <a:pt x="162" y="38"/>
                </a:cubicBezTo>
                <a:cubicBezTo>
                  <a:pt x="163" y="38"/>
                  <a:pt x="164" y="38"/>
                  <a:pt x="165" y="37"/>
                </a:cubicBezTo>
                <a:cubicBezTo>
                  <a:pt x="165" y="37"/>
                  <a:pt x="165" y="37"/>
                  <a:pt x="165" y="37"/>
                </a:cubicBezTo>
                <a:cubicBezTo>
                  <a:pt x="166" y="35"/>
                  <a:pt x="169" y="34"/>
                  <a:pt x="172" y="35"/>
                </a:cubicBezTo>
                <a:cubicBezTo>
                  <a:pt x="174" y="34"/>
                  <a:pt x="176" y="33"/>
                  <a:pt x="178" y="32"/>
                </a:cubicBezTo>
                <a:cubicBezTo>
                  <a:pt x="179" y="32"/>
                  <a:pt x="181" y="32"/>
                  <a:pt x="182" y="31"/>
                </a:cubicBezTo>
                <a:cubicBezTo>
                  <a:pt x="182" y="31"/>
                  <a:pt x="182" y="31"/>
                  <a:pt x="182" y="31"/>
                </a:cubicBezTo>
                <a:cubicBezTo>
                  <a:pt x="182" y="29"/>
                  <a:pt x="185" y="28"/>
                  <a:pt x="186" y="30"/>
                </a:cubicBezTo>
                <a:cubicBezTo>
                  <a:pt x="187" y="30"/>
                  <a:pt x="188" y="30"/>
                  <a:pt x="190" y="29"/>
                </a:cubicBezTo>
                <a:cubicBezTo>
                  <a:pt x="193" y="28"/>
                  <a:pt x="197" y="27"/>
                  <a:pt x="201" y="26"/>
                </a:cubicBezTo>
                <a:cubicBezTo>
                  <a:pt x="205" y="25"/>
                  <a:pt x="209" y="23"/>
                  <a:pt x="212" y="23"/>
                </a:cubicBezTo>
                <a:cubicBezTo>
                  <a:pt x="216" y="22"/>
                  <a:pt x="220" y="20"/>
                  <a:pt x="224" y="20"/>
                </a:cubicBezTo>
                <a:cubicBezTo>
                  <a:pt x="227" y="19"/>
                  <a:pt x="230" y="19"/>
                  <a:pt x="233" y="18"/>
                </a:cubicBezTo>
                <a:cubicBezTo>
                  <a:pt x="233" y="18"/>
                  <a:pt x="233" y="17"/>
                  <a:pt x="233" y="17"/>
                </a:cubicBezTo>
                <a:cubicBezTo>
                  <a:pt x="234" y="17"/>
                  <a:pt x="236" y="17"/>
                  <a:pt x="237" y="17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240" y="17"/>
                  <a:pt x="244" y="16"/>
                  <a:pt x="247" y="16"/>
                </a:cubicBezTo>
                <a:cubicBezTo>
                  <a:pt x="251" y="15"/>
                  <a:pt x="255" y="16"/>
                  <a:pt x="259" y="15"/>
                </a:cubicBezTo>
                <a:cubicBezTo>
                  <a:pt x="263" y="15"/>
                  <a:pt x="267" y="14"/>
                  <a:pt x="271" y="14"/>
                </a:cubicBezTo>
                <a:cubicBezTo>
                  <a:pt x="273" y="13"/>
                  <a:pt x="275" y="13"/>
                  <a:pt x="277" y="13"/>
                </a:cubicBezTo>
                <a:cubicBezTo>
                  <a:pt x="278" y="13"/>
                  <a:pt x="278" y="12"/>
                  <a:pt x="278" y="12"/>
                </a:cubicBezTo>
                <a:cubicBezTo>
                  <a:pt x="279" y="12"/>
                  <a:pt x="280" y="12"/>
                  <a:pt x="280" y="13"/>
                </a:cubicBezTo>
                <a:cubicBezTo>
                  <a:pt x="281" y="13"/>
                  <a:pt x="282" y="13"/>
                  <a:pt x="282" y="13"/>
                </a:cubicBezTo>
                <a:cubicBezTo>
                  <a:pt x="282" y="13"/>
                  <a:pt x="282" y="13"/>
                  <a:pt x="282" y="12"/>
                </a:cubicBezTo>
                <a:cubicBezTo>
                  <a:pt x="282" y="13"/>
                  <a:pt x="282" y="13"/>
                  <a:pt x="282" y="13"/>
                </a:cubicBezTo>
                <a:cubicBezTo>
                  <a:pt x="286" y="13"/>
                  <a:pt x="290" y="12"/>
                  <a:pt x="294" y="12"/>
                </a:cubicBezTo>
                <a:cubicBezTo>
                  <a:pt x="298" y="12"/>
                  <a:pt x="302" y="13"/>
                  <a:pt x="306" y="13"/>
                </a:cubicBezTo>
                <a:cubicBezTo>
                  <a:pt x="310" y="14"/>
                  <a:pt x="314" y="14"/>
                  <a:pt x="318" y="15"/>
                </a:cubicBezTo>
                <a:cubicBezTo>
                  <a:pt x="322" y="15"/>
                  <a:pt x="326" y="15"/>
                  <a:pt x="330" y="16"/>
                </a:cubicBezTo>
                <a:cubicBezTo>
                  <a:pt x="334" y="16"/>
                  <a:pt x="338" y="17"/>
                  <a:pt x="341" y="18"/>
                </a:cubicBezTo>
                <a:cubicBezTo>
                  <a:pt x="345" y="19"/>
                  <a:pt x="349" y="21"/>
                  <a:pt x="353" y="22"/>
                </a:cubicBezTo>
                <a:cubicBezTo>
                  <a:pt x="356" y="23"/>
                  <a:pt x="358" y="24"/>
                  <a:pt x="361" y="26"/>
                </a:cubicBezTo>
                <a:cubicBezTo>
                  <a:pt x="357" y="26"/>
                  <a:pt x="353" y="26"/>
                  <a:pt x="349" y="27"/>
                </a:cubicBezTo>
                <a:cubicBezTo>
                  <a:pt x="349" y="27"/>
                  <a:pt x="349" y="27"/>
                  <a:pt x="348" y="27"/>
                </a:cubicBezTo>
                <a:cubicBezTo>
                  <a:pt x="348" y="27"/>
                  <a:pt x="348" y="28"/>
                  <a:pt x="348" y="28"/>
                </a:cubicBezTo>
                <a:cubicBezTo>
                  <a:pt x="348" y="28"/>
                  <a:pt x="347" y="27"/>
                  <a:pt x="347" y="27"/>
                </a:cubicBezTo>
                <a:cubicBezTo>
                  <a:pt x="346" y="27"/>
                  <a:pt x="345" y="27"/>
                  <a:pt x="344" y="27"/>
                </a:cubicBezTo>
                <a:cubicBezTo>
                  <a:pt x="344" y="28"/>
                  <a:pt x="342" y="28"/>
                  <a:pt x="341" y="28"/>
                </a:cubicBezTo>
                <a:cubicBezTo>
                  <a:pt x="340" y="28"/>
                  <a:pt x="341" y="28"/>
                  <a:pt x="341" y="28"/>
                </a:cubicBezTo>
                <a:cubicBezTo>
                  <a:pt x="339" y="28"/>
                  <a:pt x="338" y="28"/>
                  <a:pt x="337" y="28"/>
                </a:cubicBezTo>
                <a:cubicBezTo>
                  <a:pt x="333" y="29"/>
                  <a:pt x="329" y="29"/>
                  <a:pt x="325" y="30"/>
                </a:cubicBezTo>
                <a:cubicBezTo>
                  <a:pt x="321" y="30"/>
                  <a:pt x="317" y="30"/>
                  <a:pt x="313" y="30"/>
                </a:cubicBezTo>
                <a:cubicBezTo>
                  <a:pt x="309" y="31"/>
                  <a:pt x="305" y="32"/>
                  <a:pt x="301" y="32"/>
                </a:cubicBezTo>
                <a:cubicBezTo>
                  <a:pt x="297" y="33"/>
                  <a:pt x="293" y="33"/>
                  <a:pt x="289" y="34"/>
                </a:cubicBezTo>
                <a:cubicBezTo>
                  <a:pt x="285" y="35"/>
                  <a:pt x="281" y="36"/>
                  <a:pt x="277" y="36"/>
                </a:cubicBezTo>
                <a:cubicBezTo>
                  <a:pt x="275" y="37"/>
                  <a:pt x="272" y="37"/>
                  <a:pt x="269" y="37"/>
                </a:cubicBezTo>
                <a:cubicBezTo>
                  <a:pt x="268" y="39"/>
                  <a:pt x="266" y="41"/>
                  <a:pt x="262" y="40"/>
                </a:cubicBezTo>
                <a:cubicBezTo>
                  <a:pt x="262" y="39"/>
                  <a:pt x="262" y="39"/>
                  <a:pt x="263" y="38"/>
                </a:cubicBezTo>
                <a:cubicBezTo>
                  <a:pt x="261" y="39"/>
                  <a:pt x="259" y="39"/>
                  <a:pt x="257" y="40"/>
                </a:cubicBezTo>
                <a:cubicBezTo>
                  <a:pt x="257" y="40"/>
                  <a:pt x="257" y="40"/>
                  <a:pt x="257" y="40"/>
                </a:cubicBezTo>
                <a:cubicBezTo>
                  <a:pt x="257" y="42"/>
                  <a:pt x="256" y="45"/>
                  <a:pt x="254" y="46"/>
                </a:cubicBezTo>
                <a:cubicBezTo>
                  <a:pt x="250" y="47"/>
                  <a:pt x="247" y="45"/>
                  <a:pt x="247" y="42"/>
                </a:cubicBezTo>
                <a:cubicBezTo>
                  <a:pt x="245" y="42"/>
                  <a:pt x="243" y="43"/>
                  <a:pt x="242" y="43"/>
                </a:cubicBezTo>
                <a:cubicBezTo>
                  <a:pt x="238" y="44"/>
                  <a:pt x="234" y="45"/>
                  <a:pt x="230" y="46"/>
                </a:cubicBezTo>
                <a:cubicBezTo>
                  <a:pt x="226" y="47"/>
                  <a:pt x="222" y="48"/>
                  <a:pt x="218" y="50"/>
                </a:cubicBezTo>
                <a:cubicBezTo>
                  <a:pt x="218" y="50"/>
                  <a:pt x="218" y="50"/>
                  <a:pt x="218" y="50"/>
                </a:cubicBezTo>
                <a:cubicBezTo>
                  <a:pt x="219" y="52"/>
                  <a:pt x="218" y="53"/>
                  <a:pt x="216" y="53"/>
                </a:cubicBezTo>
                <a:cubicBezTo>
                  <a:pt x="215" y="53"/>
                  <a:pt x="215" y="52"/>
                  <a:pt x="216" y="51"/>
                </a:cubicBezTo>
                <a:cubicBezTo>
                  <a:pt x="213" y="52"/>
                  <a:pt x="210" y="53"/>
                  <a:pt x="207" y="55"/>
                </a:cubicBezTo>
                <a:cubicBezTo>
                  <a:pt x="212" y="59"/>
                  <a:pt x="212" y="54"/>
                  <a:pt x="220" y="53"/>
                </a:cubicBezTo>
                <a:cubicBezTo>
                  <a:pt x="223" y="52"/>
                  <a:pt x="227" y="52"/>
                  <a:pt x="232" y="51"/>
                </a:cubicBezTo>
                <a:cubicBezTo>
                  <a:pt x="236" y="51"/>
                  <a:pt x="240" y="51"/>
                  <a:pt x="244" y="50"/>
                </a:cubicBezTo>
                <a:cubicBezTo>
                  <a:pt x="248" y="50"/>
                  <a:pt x="252" y="49"/>
                  <a:pt x="256" y="49"/>
                </a:cubicBezTo>
                <a:cubicBezTo>
                  <a:pt x="260" y="48"/>
                  <a:pt x="265" y="49"/>
                  <a:pt x="269" y="48"/>
                </a:cubicBezTo>
                <a:cubicBezTo>
                  <a:pt x="273" y="48"/>
                  <a:pt x="277" y="48"/>
                  <a:pt x="281" y="47"/>
                </a:cubicBezTo>
                <a:cubicBezTo>
                  <a:pt x="283" y="47"/>
                  <a:pt x="284" y="47"/>
                  <a:pt x="286" y="47"/>
                </a:cubicBezTo>
                <a:cubicBezTo>
                  <a:pt x="286" y="46"/>
                  <a:pt x="286" y="46"/>
                  <a:pt x="287" y="45"/>
                </a:cubicBezTo>
                <a:cubicBezTo>
                  <a:pt x="289" y="44"/>
                  <a:pt x="290" y="45"/>
                  <a:pt x="290" y="46"/>
                </a:cubicBezTo>
                <a:cubicBezTo>
                  <a:pt x="291" y="46"/>
                  <a:pt x="292" y="46"/>
                  <a:pt x="293" y="46"/>
                </a:cubicBezTo>
                <a:cubicBezTo>
                  <a:pt x="298" y="46"/>
                  <a:pt x="302" y="45"/>
                  <a:pt x="306" y="45"/>
                </a:cubicBezTo>
                <a:cubicBezTo>
                  <a:pt x="310" y="45"/>
                  <a:pt x="314" y="44"/>
                  <a:pt x="318" y="44"/>
                </a:cubicBezTo>
                <a:cubicBezTo>
                  <a:pt x="322" y="44"/>
                  <a:pt x="327" y="44"/>
                  <a:pt x="331" y="44"/>
                </a:cubicBezTo>
                <a:cubicBezTo>
                  <a:pt x="335" y="44"/>
                  <a:pt x="339" y="43"/>
                  <a:pt x="343" y="43"/>
                </a:cubicBezTo>
                <a:cubicBezTo>
                  <a:pt x="347" y="43"/>
                  <a:pt x="351" y="42"/>
                  <a:pt x="355" y="42"/>
                </a:cubicBezTo>
                <a:cubicBezTo>
                  <a:pt x="360" y="42"/>
                  <a:pt x="364" y="43"/>
                  <a:pt x="368" y="43"/>
                </a:cubicBezTo>
                <a:cubicBezTo>
                  <a:pt x="368" y="43"/>
                  <a:pt x="369" y="43"/>
                  <a:pt x="369" y="43"/>
                </a:cubicBezTo>
                <a:cubicBezTo>
                  <a:pt x="371" y="40"/>
                  <a:pt x="378" y="42"/>
                  <a:pt x="381" y="42"/>
                </a:cubicBezTo>
                <a:cubicBezTo>
                  <a:pt x="381" y="42"/>
                  <a:pt x="381" y="43"/>
                  <a:pt x="380" y="44"/>
                </a:cubicBezTo>
                <a:cubicBezTo>
                  <a:pt x="382" y="47"/>
                  <a:pt x="384" y="50"/>
                  <a:pt x="385" y="53"/>
                </a:cubicBezTo>
                <a:cubicBezTo>
                  <a:pt x="382" y="53"/>
                  <a:pt x="377" y="54"/>
                  <a:pt x="372" y="54"/>
                </a:cubicBezTo>
                <a:cubicBezTo>
                  <a:pt x="369" y="54"/>
                  <a:pt x="365" y="54"/>
                  <a:pt x="360" y="55"/>
                </a:cubicBezTo>
                <a:cubicBezTo>
                  <a:pt x="359" y="55"/>
                  <a:pt x="357" y="55"/>
                  <a:pt x="356" y="55"/>
                </a:cubicBezTo>
                <a:cubicBezTo>
                  <a:pt x="356" y="55"/>
                  <a:pt x="356" y="55"/>
                  <a:pt x="356" y="55"/>
                </a:cubicBezTo>
                <a:cubicBezTo>
                  <a:pt x="356" y="59"/>
                  <a:pt x="349" y="56"/>
                  <a:pt x="346" y="57"/>
                </a:cubicBezTo>
                <a:cubicBezTo>
                  <a:pt x="347" y="56"/>
                  <a:pt x="347" y="56"/>
                  <a:pt x="348" y="55"/>
                </a:cubicBezTo>
                <a:cubicBezTo>
                  <a:pt x="344" y="56"/>
                  <a:pt x="340" y="56"/>
                  <a:pt x="337" y="56"/>
                </a:cubicBezTo>
                <a:cubicBezTo>
                  <a:pt x="333" y="57"/>
                  <a:pt x="329" y="57"/>
                  <a:pt x="325" y="58"/>
                </a:cubicBezTo>
                <a:cubicBezTo>
                  <a:pt x="321" y="58"/>
                  <a:pt x="317" y="59"/>
                  <a:pt x="313" y="59"/>
                </a:cubicBezTo>
                <a:cubicBezTo>
                  <a:pt x="309" y="60"/>
                  <a:pt x="305" y="61"/>
                  <a:pt x="301" y="61"/>
                </a:cubicBezTo>
                <a:cubicBezTo>
                  <a:pt x="297" y="62"/>
                  <a:pt x="293" y="62"/>
                  <a:pt x="289" y="62"/>
                </a:cubicBezTo>
                <a:cubicBezTo>
                  <a:pt x="288" y="62"/>
                  <a:pt x="288" y="62"/>
                  <a:pt x="287" y="63"/>
                </a:cubicBezTo>
                <a:cubicBezTo>
                  <a:pt x="286" y="64"/>
                  <a:pt x="285" y="65"/>
                  <a:pt x="283" y="66"/>
                </a:cubicBezTo>
                <a:cubicBezTo>
                  <a:pt x="281" y="65"/>
                  <a:pt x="279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6"/>
                  <a:pt x="277" y="66"/>
                </a:cubicBezTo>
                <a:cubicBezTo>
                  <a:pt x="275" y="66"/>
                  <a:pt x="272" y="66"/>
                  <a:pt x="270" y="66"/>
                </a:cubicBezTo>
                <a:cubicBezTo>
                  <a:pt x="270" y="66"/>
                  <a:pt x="270" y="66"/>
                  <a:pt x="270" y="66"/>
                </a:cubicBezTo>
                <a:cubicBezTo>
                  <a:pt x="268" y="66"/>
                  <a:pt x="267" y="67"/>
                  <a:pt x="266" y="67"/>
                </a:cubicBezTo>
                <a:cubicBezTo>
                  <a:pt x="266" y="68"/>
                  <a:pt x="267" y="71"/>
                  <a:pt x="265" y="72"/>
                </a:cubicBezTo>
                <a:cubicBezTo>
                  <a:pt x="264" y="72"/>
                  <a:pt x="263" y="72"/>
                  <a:pt x="262" y="72"/>
                </a:cubicBezTo>
                <a:cubicBezTo>
                  <a:pt x="262" y="70"/>
                  <a:pt x="261" y="70"/>
                  <a:pt x="261" y="68"/>
                </a:cubicBezTo>
                <a:cubicBezTo>
                  <a:pt x="259" y="68"/>
                  <a:pt x="256" y="69"/>
                  <a:pt x="253" y="69"/>
                </a:cubicBezTo>
                <a:cubicBezTo>
                  <a:pt x="251" y="70"/>
                  <a:pt x="248" y="70"/>
                  <a:pt x="245" y="71"/>
                </a:cubicBezTo>
                <a:cubicBezTo>
                  <a:pt x="247" y="72"/>
                  <a:pt x="248" y="74"/>
                  <a:pt x="248" y="76"/>
                </a:cubicBezTo>
                <a:cubicBezTo>
                  <a:pt x="248" y="77"/>
                  <a:pt x="247" y="78"/>
                  <a:pt x="246" y="79"/>
                </a:cubicBezTo>
                <a:cubicBezTo>
                  <a:pt x="249" y="79"/>
                  <a:pt x="251" y="78"/>
                  <a:pt x="254" y="78"/>
                </a:cubicBezTo>
                <a:cubicBezTo>
                  <a:pt x="257" y="78"/>
                  <a:pt x="261" y="77"/>
                  <a:pt x="265" y="77"/>
                </a:cubicBezTo>
                <a:cubicBezTo>
                  <a:pt x="269" y="77"/>
                  <a:pt x="273" y="77"/>
                  <a:pt x="277" y="77"/>
                </a:cubicBezTo>
                <a:cubicBezTo>
                  <a:pt x="281" y="76"/>
                  <a:pt x="284" y="75"/>
                  <a:pt x="288" y="75"/>
                </a:cubicBezTo>
                <a:cubicBezTo>
                  <a:pt x="292" y="74"/>
                  <a:pt x="296" y="75"/>
                  <a:pt x="300" y="75"/>
                </a:cubicBezTo>
                <a:cubicBezTo>
                  <a:pt x="304" y="74"/>
                  <a:pt x="308" y="73"/>
                  <a:pt x="312" y="73"/>
                </a:cubicBezTo>
                <a:cubicBezTo>
                  <a:pt x="313" y="73"/>
                  <a:pt x="314" y="73"/>
                  <a:pt x="316" y="73"/>
                </a:cubicBezTo>
                <a:cubicBezTo>
                  <a:pt x="317" y="72"/>
                  <a:pt x="318" y="72"/>
                  <a:pt x="319" y="72"/>
                </a:cubicBezTo>
                <a:cubicBezTo>
                  <a:pt x="319" y="72"/>
                  <a:pt x="319" y="72"/>
                  <a:pt x="319" y="73"/>
                </a:cubicBezTo>
                <a:cubicBezTo>
                  <a:pt x="320" y="73"/>
                  <a:pt x="322" y="73"/>
                  <a:pt x="323" y="72"/>
                </a:cubicBezTo>
                <a:cubicBezTo>
                  <a:pt x="327" y="72"/>
                  <a:pt x="331" y="72"/>
                  <a:pt x="335" y="72"/>
                </a:cubicBezTo>
                <a:cubicBezTo>
                  <a:pt x="337" y="72"/>
                  <a:pt x="339" y="72"/>
                  <a:pt x="341" y="72"/>
                </a:cubicBezTo>
                <a:cubicBezTo>
                  <a:pt x="341" y="69"/>
                  <a:pt x="346" y="69"/>
                  <a:pt x="347" y="72"/>
                </a:cubicBezTo>
                <a:cubicBezTo>
                  <a:pt x="351" y="72"/>
                  <a:pt x="354" y="71"/>
                  <a:pt x="358" y="71"/>
                </a:cubicBezTo>
                <a:cubicBezTo>
                  <a:pt x="362" y="71"/>
                  <a:pt x="366" y="71"/>
                  <a:pt x="370" y="71"/>
                </a:cubicBezTo>
                <a:cubicBezTo>
                  <a:pt x="374" y="71"/>
                  <a:pt x="378" y="71"/>
                  <a:pt x="381" y="72"/>
                </a:cubicBezTo>
                <a:cubicBezTo>
                  <a:pt x="378" y="76"/>
                  <a:pt x="374" y="79"/>
                  <a:pt x="370" y="82"/>
                </a:cubicBezTo>
                <a:cubicBezTo>
                  <a:pt x="366" y="82"/>
                  <a:pt x="363" y="83"/>
                  <a:pt x="358" y="84"/>
                </a:cubicBezTo>
                <a:cubicBezTo>
                  <a:pt x="355" y="84"/>
                  <a:pt x="351" y="84"/>
                  <a:pt x="347" y="84"/>
                </a:cubicBezTo>
                <a:cubicBezTo>
                  <a:pt x="343" y="85"/>
                  <a:pt x="339" y="85"/>
                  <a:pt x="335" y="86"/>
                </a:cubicBezTo>
                <a:cubicBezTo>
                  <a:pt x="331" y="86"/>
                  <a:pt x="327" y="86"/>
                  <a:pt x="323" y="87"/>
                </a:cubicBezTo>
                <a:cubicBezTo>
                  <a:pt x="319" y="87"/>
                  <a:pt x="315" y="87"/>
                  <a:pt x="311" y="88"/>
                </a:cubicBezTo>
                <a:cubicBezTo>
                  <a:pt x="307" y="88"/>
                  <a:pt x="304" y="90"/>
                  <a:pt x="300" y="90"/>
                </a:cubicBezTo>
                <a:cubicBezTo>
                  <a:pt x="298" y="90"/>
                  <a:pt x="297" y="90"/>
                  <a:pt x="296" y="91"/>
                </a:cubicBezTo>
                <a:cubicBezTo>
                  <a:pt x="296" y="91"/>
                  <a:pt x="295" y="91"/>
                  <a:pt x="294" y="91"/>
                </a:cubicBezTo>
                <a:cubicBezTo>
                  <a:pt x="293" y="91"/>
                  <a:pt x="292" y="91"/>
                  <a:pt x="291" y="91"/>
                </a:cubicBezTo>
                <a:cubicBezTo>
                  <a:pt x="291" y="91"/>
                  <a:pt x="291" y="91"/>
                  <a:pt x="291" y="91"/>
                </a:cubicBezTo>
                <a:cubicBezTo>
                  <a:pt x="290" y="91"/>
                  <a:pt x="289" y="92"/>
                  <a:pt x="288" y="92"/>
                </a:cubicBezTo>
                <a:cubicBezTo>
                  <a:pt x="285" y="92"/>
                  <a:pt x="283" y="92"/>
                  <a:pt x="280" y="93"/>
                </a:cubicBezTo>
                <a:cubicBezTo>
                  <a:pt x="280" y="93"/>
                  <a:pt x="279" y="94"/>
                  <a:pt x="279" y="93"/>
                </a:cubicBezTo>
                <a:cubicBezTo>
                  <a:pt x="279" y="93"/>
                  <a:pt x="279" y="93"/>
                  <a:pt x="279" y="93"/>
                </a:cubicBezTo>
                <a:cubicBezTo>
                  <a:pt x="278" y="93"/>
                  <a:pt x="278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6" y="93"/>
                  <a:pt x="276" y="93"/>
                  <a:pt x="276" y="93"/>
                </a:cubicBezTo>
                <a:cubicBezTo>
                  <a:pt x="272" y="94"/>
                  <a:pt x="268" y="95"/>
                  <a:pt x="264" y="95"/>
                </a:cubicBezTo>
                <a:cubicBezTo>
                  <a:pt x="260" y="96"/>
                  <a:pt x="257" y="97"/>
                  <a:pt x="253" y="98"/>
                </a:cubicBezTo>
                <a:cubicBezTo>
                  <a:pt x="249" y="99"/>
                  <a:pt x="245" y="100"/>
                  <a:pt x="241" y="101"/>
                </a:cubicBezTo>
                <a:cubicBezTo>
                  <a:pt x="240" y="101"/>
                  <a:pt x="238" y="102"/>
                  <a:pt x="237" y="102"/>
                </a:cubicBezTo>
                <a:cubicBezTo>
                  <a:pt x="237" y="103"/>
                  <a:pt x="237" y="103"/>
                  <a:pt x="238" y="103"/>
                </a:cubicBezTo>
                <a:cubicBezTo>
                  <a:pt x="238" y="106"/>
                  <a:pt x="235" y="107"/>
                  <a:pt x="232" y="106"/>
                </a:cubicBezTo>
                <a:cubicBezTo>
                  <a:pt x="232" y="106"/>
                  <a:pt x="231" y="105"/>
                  <a:pt x="231" y="103"/>
                </a:cubicBezTo>
                <a:cubicBezTo>
                  <a:pt x="231" y="104"/>
                  <a:pt x="230" y="104"/>
                  <a:pt x="230" y="104"/>
                </a:cubicBezTo>
                <a:cubicBezTo>
                  <a:pt x="226" y="105"/>
                  <a:pt x="222" y="105"/>
                  <a:pt x="218" y="107"/>
                </a:cubicBezTo>
                <a:cubicBezTo>
                  <a:pt x="214" y="108"/>
                  <a:pt x="211" y="110"/>
                  <a:pt x="207" y="112"/>
                </a:cubicBezTo>
                <a:cubicBezTo>
                  <a:pt x="207" y="112"/>
                  <a:pt x="207" y="112"/>
                  <a:pt x="207" y="112"/>
                </a:cubicBezTo>
                <a:cubicBezTo>
                  <a:pt x="212" y="115"/>
                  <a:pt x="212" y="111"/>
                  <a:pt x="220" y="110"/>
                </a:cubicBezTo>
                <a:cubicBezTo>
                  <a:pt x="223" y="110"/>
                  <a:pt x="227" y="110"/>
                  <a:pt x="232" y="110"/>
                </a:cubicBezTo>
                <a:cubicBezTo>
                  <a:pt x="236" y="109"/>
                  <a:pt x="240" y="108"/>
                  <a:pt x="244" y="107"/>
                </a:cubicBezTo>
                <a:cubicBezTo>
                  <a:pt x="248" y="107"/>
                  <a:pt x="252" y="106"/>
                  <a:pt x="257" y="106"/>
                </a:cubicBezTo>
                <a:cubicBezTo>
                  <a:pt x="261" y="106"/>
                  <a:pt x="265" y="106"/>
                  <a:pt x="269" y="106"/>
                </a:cubicBezTo>
                <a:cubicBezTo>
                  <a:pt x="271" y="105"/>
                  <a:pt x="274" y="105"/>
                  <a:pt x="276" y="105"/>
                </a:cubicBezTo>
                <a:cubicBezTo>
                  <a:pt x="275" y="104"/>
                  <a:pt x="275" y="101"/>
                  <a:pt x="278" y="100"/>
                </a:cubicBezTo>
                <a:cubicBezTo>
                  <a:pt x="281" y="100"/>
                  <a:pt x="282" y="103"/>
                  <a:pt x="281" y="105"/>
                </a:cubicBezTo>
                <a:cubicBezTo>
                  <a:pt x="281" y="105"/>
                  <a:pt x="281" y="105"/>
                  <a:pt x="282" y="105"/>
                </a:cubicBezTo>
                <a:cubicBezTo>
                  <a:pt x="286" y="105"/>
                  <a:pt x="290" y="103"/>
                  <a:pt x="294" y="103"/>
                </a:cubicBezTo>
                <a:cubicBezTo>
                  <a:pt x="298" y="103"/>
                  <a:pt x="302" y="102"/>
                  <a:pt x="306" y="102"/>
                </a:cubicBezTo>
                <a:cubicBezTo>
                  <a:pt x="310" y="102"/>
                  <a:pt x="315" y="102"/>
                  <a:pt x="319" y="101"/>
                </a:cubicBezTo>
                <a:cubicBezTo>
                  <a:pt x="323" y="101"/>
                  <a:pt x="327" y="101"/>
                  <a:pt x="331" y="101"/>
                </a:cubicBezTo>
                <a:cubicBezTo>
                  <a:pt x="326" y="103"/>
                  <a:pt x="322" y="104"/>
                  <a:pt x="317" y="106"/>
                </a:cubicBezTo>
                <a:cubicBezTo>
                  <a:pt x="313" y="107"/>
                  <a:pt x="308" y="110"/>
                  <a:pt x="304" y="111"/>
                </a:cubicBezTo>
                <a:cubicBezTo>
                  <a:pt x="304" y="111"/>
                  <a:pt x="304" y="111"/>
                  <a:pt x="303" y="111"/>
                </a:cubicBezTo>
                <a:cubicBezTo>
                  <a:pt x="303" y="112"/>
                  <a:pt x="301" y="112"/>
                  <a:pt x="300" y="112"/>
                </a:cubicBezTo>
                <a:cubicBezTo>
                  <a:pt x="297" y="113"/>
                  <a:pt x="294" y="113"/>
                  <a:pt x="292" y="114"/>
                </a:cubicBezTo>
                <a:cubicBezTo>
                  <a:pt x="288" y="115"/>
                  <a:pt x="285" y="116"/>
                  <a:pt x="281" y="117"/>
                </a:cubicBezTo>
                <a:cubicBezTo>
                  <a:pt x="281" y="118"/>
                  <a:pt x="280" y="119"/>
                  <a:pt x="277" y="118"/>
                </a:cubicBezTo>
                <a:cubicBezTo>
                  <a:pt x="277" y="118"/>
                  <a:pt x="277" y="118"/>
                  <a:pt x="277" y="117"/>
                </a:cubicBezTo>
                <a:cubicBezTo>
                  <a:pt x="274" y="118"/>
                  <a:pt x="271" y="118"/>
                  <a:pt x="267" y="119"/>
                </a:cubicBezTo>
                <a:cubicBezTo>
                  <a:pt x="264" y="120"/>
                  <a:pt x="260" y="121"/>
                  <a:pt x="256" y="121"/>
                </a:cubicBezTo>
                <a:cubicBezTo>
                  <a:pt x="256" y="121"/>
                  <a:pt x="256" y="122"/>
                  <a:pt x="256" y="122"/>
                </a:cubicBezTo>
                <a:cubicBezTo>
                  <a:pt x="254" y="122"/>
                  <a:pt x="252" y="122"/>
                  <a:pt x="250" y="122"/>
                </a:cubicBezTo>
                <a:cubicBezTo>
                  <a:pt x="250" y="122"/>
                  <a:pt x="250" y="122"/>
                  <a:pt x="250" y="122"/>
                </a:cubicBezTo>
                <a:cubicBezTo>
                  <a:pt x="249" y="122"/>
                  <a:pt x="248" y="122"/>
                  <a:pt x="246" y="123"/>
                </a:cubicBezTo>
                <a:cubicBezTo>
                  <a:pt x="246" y="126"/>
                  <a:pt x="242" y="124"/>
                  <a:pt x="240" y="123"/>
                </a:cubicBezTo>
                <a:cubicBezTo>
                  <a:pt x="239" y="123"/>
                  <a:pt x="238" y="123"/>
                  <a:pt x="237" y="124"/>
                </a:cubicBezTo>
                <a:cubicBezTo>
                  <a:pt x="237" y="124"/>
                  <a:pt x="237" y="124"/>
                  <a:pt x="237" y="124"/>
                </a:cubicBezTo>
                <a:cubicBezTo>
                  <a:pt x="237" y="124"/>
                  <a:pt x="236" y="124"/>
                  <a:pt x="236" y="124"/>
                </a:cubicBezTo>
                <a:cubicBezTo>
                  <a:pt x="234" y="124"/>
                  <a:pt x="232" y="124"/>
                  <a:pt x="230" y="124"/>
                </a:cubicBezTo>
                <a:cubicBezTo>
                  <a:pt x="226" y="125"/>
                  <a:pt x="222" y="125"/>
                  <a:pt x="218" y="126"/>
                </a:cubicBezTo>
                <a:cubicBezTo>
                  <a:pt x="214" y="126"/>
                  <a:pt x="209" y="126"/>
                  <a:pt x="205" y="126"/>
                </a:cubicBezTo>
                <a:cubicBezTo>
                  <a:pt x="200" y="126"/>
                  <a:pt x="196" y="125"/>
                  <a:pt x="192" y="125"/>
                </a:cubicBezTo>
                <a:cubicBezTo>
                  <a:pt x="189" y="125"/>
                  <a:pt x="185" y="126"/>
                  <a:pt x="182" y="126"/>
                </a:cubicBezTo>
                <a:cubicBezTo>
                  <a:pt x="182" y="126"/>
                  <a:pt x="182" y="126"/>
                  <a:pt x="182" y="126"/>
                </a:cubicBezTo>
                <a:cubicBezTo>
                  <a:pt x="181" y="126"/>
                  <a:pt x="181" y="126"/>
                  <a:pt x="181" y="126"/>
                </a:cubicBezTo>
                <a:cubicBezTo>
                  <a:pt x="181" y="126"/>
                  <a:pt x="180" y="125"/>
                  <a:pt x="180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79" y="125"/>
                  <a:pt x="179" y="125"/>
                  <a:pt x="178" y="125"/>
                </a:cubicBezTo>
                <a:cubicBezTo>
                  <a:pt x="176" y="125"/>
                  <a:pt x="173" y="127"/>
                  <a:pt x="172" y="132"/>
                </a:cubicBezTo>
                <a:cubicBezTo>
                  <a:pt x="172" y="132"/>
                  <a:pt x="172" y="133"/>
                  <a:pt x="172" y="133"/>
                </a:cubicBezTo>
                <a:cubicBezTo>
                  <a:pt x="174" y="136"/>
                  <a:pt x="175" y="137"/>
                  <a:pt x="175" y="138"/>
                </a:cubicBezTo>
                <a:cubicBezTo>
                  <a:pt x="176" y="138"/>
                  <a:pt x="176" y="138"/>
                  <a:pt x="177" y="138"/>
                </a:cubicBezTo>
                <a:cubicBezTo>
                  <a:pt x="178" y="139"/>
                  <a:pt x="178" y="140"/>
                  <a:pt x="177" y="141"/>
                </a:cubicBezTo>
                <a:cubicBezTo>
                  <a:pt x="178" y="141"/>
                  <a:pt x="178" y="142"/>
                  <a:pt x="179" y="143"/>
                </a:cubicBezTo>
                <a:cubicBezTo>
                  <a:pt x="182" y="148"/>
                  <a:pt x="182" y="147"/>
                  <a:pt x="185" y="152"/>
                </a:cubicBezTo>
                <a:cubicBezTo>
                  <a:pt x="187" y="155"/>
                  <a:pt x="188" y="158"/>
                  <a:pt x="190" y="161"/>
                </a:cubicBezTo>
                <a:cubicBezTo>
                  <a:pt x="191" y="161"/>
                  <a:pt x="192" y="161"/>
                  <a:pt x="193" y="161"/>
                </a:cubicBezTo>
                <a:cubicBezTo>
                  <a:pt x="193" y="162"/>
                  <a:pt x="193" y="163"/>
                  <a:pt x="192" y="164"/>
                </a:cubicBezTo>
                <a:cubicBezTo>
                  <a:pt x="193" y="166"/>
                  <a:pt x="195" y="168"/>
                  <a:pt x="196" y="170"/>
                </a:cubicBezTo>
                <a:cubicBezTo>
                  <a:pt x="198" y="173"/>
                  <a:pt x="200" y="176"/>
                  <a:pt x="202" y="179"/>
                </a:cubicBezTo>
                <a:cubicBezTo>
                  <a:pt x="204" y="183"/>
                  <a:pt x="206" y="186"/>
                  <a:pt x="207" y="188"/>
                </a:cubicBezTo>
                <a:cubicBezTo>
                  <a:pt x="209" y="191"/>
                  <a:pt x="210" y="194"/>
                  <a:pt x="211" y="196"/>
                </a:cubicBezTo>
                <a:cubicBezTo>
                  <a:pt x="207" y="196"/>
                  <a:pt x="204" y="197"/>
                  <a:pt x="200" y="197"/>
                </a:cubicBezTo>
                <a:cubicBezTo>
                  <a:pt x="197" y="198"/>
                  <a:pt x="194" y="199"/>
                  <a:pt x="190" y="199"/>
                </a:cubicBezTo>
                <a:cubicBezTo>
                  <a:pt x="187" y="200"/>
                  <a:pt x="184" y="200"/>
                  <a:pt x="180" y="200"/>
                </a:cubicBezTo>
                <a:cubicBezTo>
                  <a:pt x="179" y="200"/>
                  <a:pt x="178" y="200"/>
                  <a:pt x="177" y="200"/>
                </a:cubicBezTo>
                <a:cubicBezTo>
                  <a:pt x="176" y="201"/>
                  <a:pt x="176" y="201"/>
                  <a:pt x="175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1" y="201"/>
                  <a:pt x="169" y="201"/>
                  <a:pt x="166" y="202"/>
                </a:cubicBezTo>
                <a:cubicBezTo>
                  <a:pt x="162" y="202"/>
                  <a:pt x="158" y="204"/>
                  <a:pt x="154" y="204"/>
                </a:cubicBezTo>
                <a:cubicBezTo>
                  <a:pt x="151" y="205"/>
                  <a:pt x="147" y="204"/>
                  <a:pt x="143" y="205"/>
                </a:cubicBezTo>
                <a:cubicBezTo>
                  <a:pt x="139" y="205"/>
                  <a:pt x="135" y="206"/>
                  <a:pt x="131" y="206"/>
                </a:cubicBezTo>
                <a:cubicBezTo>
                  <a:pt x="127" y="207"/>
                  <a:pt x="123" y="206"/>
                  <a:pt x="119" y="206"/>
                </a:cubicBezTo>
                <a:cubicBezTo>
                  <a:pt x="115" y="207"/>
                  <a:pt x="111" y="207"/>
                  <a:pt x="107" y="207"/>
                </a:cubicBezTo>
                <a:cubicBezTo>
                  <a:pt x="103" y="207"/>
                  <a:pt x="99" y="207"/>
                  <a:pt x="95" y="207"/>
                </a:cubicBezTo>
                <a:cubicBezTo>
                  <a:pt x="94" y="207"/>
                  <a:pt x="92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88" y="206"/>
                  <a:pt x="86" y="206"/>
                  <a:pt x="84" y="206"/>
                </a:cubicBezTo>
                <a:cubicBezTo>
                  <a:pt x="79" y="206"/>
                  <a:pt x="76" y="204"/>
                  <a:pt x="72" y="203"/>
                </a:cubicBezTo>
                <a:cubicBezTo>
                  <a:pt x="68" y="202"/>
                  <a:pt x="64" y="202"/>
                  <a:pt x="60" y="201"/>
                </a:cubicBezTo>
                <a:cubicBezTo>
                  <a:pt x="56" y="200"/>
                  <a:pt x="53" y="198"/>
                  <a:pt x="49" y="196"/>
                </a:cubicBezTo>
                <a:cubicBezTo>
                  <a:pt x="47" y="195"/>
                  <a:pt x="43" y="193"/>
                  <a:pt x="39" y="190"/>
                </a:cubicBezTo>
                <a:cubicBezTo>
                  <a:pt x="36" y="188"/>
                  <a:pt x="32" y="185"/>
                  <a:pt x="29" y="182"/>
                </a:cubicBezTo>
                <a:cubicBezTo>
                  <a:pt x="26" y="180"/>
                  <a:pt x="23" y="177"/>
                  <a:pt x="21" y="173"/>
                </a:cubicBezTo>
                <a:cubicBezTo>
                  <a:pt x="19" y="170"/>
                  <a:pt x="17" y="166"/>
                  <a:pt x="17" y="162"/>
                </a:cubicBezTo>
                <a:cubicBezTo>
                  <a:pt x="16" y="158"/>
                  <a:pt x="16" y="154"/>
                  <a:pt x="17" y="149"/>
                </a:cubicBezTo>
                <a:close/>
                <a:moveTo>
                  <a:pt x="261" y="45"/>
                </a:moveTo>
                <a:cubicBezTo>
                  <a:pt x="261" y="40"/>
                  <a:pt x="265" y="38"/>
                  <a:pt x="268" y="41"/>
                </a:cubicBezTo>
                <a:cubicBezTo>
                  <a:pt x="269" y="46"/>
                  <a:pt x="263" y="48"/>
                  <a:pt x="261" y="45"/>
                </a:cubicBezTo>
                <a:close/>
                <a:moveTo>
                  <a:pt x="236" y="50"/>
                </a:moveTo>
                <a:cubicBezTo>
                  <a:pt x="235" y="50"/>
                  <a:pt x="235" y="50"/>
                  <a:pt x="235" y="49"/>
                </a:cubicBezTo>
                <a:cubicBezTo>
                  <a:pt x="236" y="49"/>
                  <a:pt x="237" y="49"/>
                  <a:pt x="236" y="50"/>
                </a:cubicBezTo>
                <a:close/>
                <a:moveTo>
                  <a:pt x="228" y="106"/>
                </a:moveTo>
                <a:cubicBezTo>
                  <a:pt x="228" y="107"/>
                  <a:pt x="228" y="107"/>
                  <a:pt x="228" y="108"/>
                </a:cubicBezTo>
                <a:cubicBezTo>
                  <a:pt x="227" y="108"/>
                  <a:pt x="226" y="108"/>
                  <a:pt x="226" y="108"/>
                </a:cubicBezTo>
                <a:cubicBezTo>
                  <a:pt x="226" y="106"/>
                  <a:pt x="226" y="106"/>
                  <a:pt x="226" y="106"/>
                </a:cubicBezTo>
                <a:cubicBezTo>
                  <a:pt x="226" y="106"/>
                  <a:pt x="228" y="106"/>
                  <a:pt x="228" y="106"/>
                </a:cubicBezTo>
                <a:close/>
                <a:moveTo>
                  <a:pt x="183" y="138"/>
                </a:moveTo>
                <a:cubicBezTo>
                  <a:pt x="182" y="139"/>
                  <a:pt x="181" y="139"/>
                  <a:pt x="180" y="139"/>
                </a:cubicBezTo>
                <a:cubicBezTo>
                  <a:pt x="181" y="137"/>
                  <a:pt x="182" y="138"/>
                  <a:pt x="183" y="138"/>
                </a:cubicBezTo>
                <a:close/>
                <a:moveTo>
                  <a:pt x="48" y="397"/>
                </a:moveTo>
                <a:cubicBezTo>
                  <a:pt x="48" y="398"/>
                  <a:pt x="48" y="399"/>
                  <a:pt x="50" y="399"/>
                </a:cubicBezTo>
                <a:cubicBezTo>
                  <a:pt x="50" y="397"/>
                  <a:pt x="51" y="396"/>
                  <a:pt x="52" y="399"/>
                </a:cubicBezTo>
                <a:cubicBezTo>
                  <a:pt x="50" y="402"/>
                  <a:pt x="42" y="399"/>
                  <a:pt x="48" y="397"/>
                </a:cubicBezTo>
                <a:close/>
                <a:moveTo>
                  <a:pt x="61" y="471"/>
                </a:moveTo>
                <a:cubicBezTo>
                  <a:pt x="61" y="468"/>
                  <a:pt x="55" y="470"/>
                  <a:pt x="56" y="466"/>
                </a:cubicBezTo>
                <a:cubicBezTo>
                  <a:pt x="59" y="465"/>
                  <a:pt x="67" y="469"/>
                  <a:pt x="61" y="471"/>
                </a:cubicBezTo>
                <a:close/>
                <a:moveTo>
                  <a:pt x="1625" y="189"/>
                </a:moveTo>
                <a:cubicBezTo>
                  <a:pt x="1625" y="193"/>
                  <a:pt x="1625" y="196"/>
                  <a:pt x="1625" y="201"/>
                </a:cubicBezTo>
                <a:cubicBezTo>
                  <a:pt x="1625" y="204"/>
                  <a:pt x="1625" y="208"/>
                  <a:pt x="1624" y="212"/>
                </a:cubicBezTo>
                <a:cubicBezTo>
                  <a:pt x="1624" y="216"/>
                  <a:pt x="1623" y="220"/>
                  <a:pt x="1622" y="224"/>
                </a:cubicBezTo>
                <a:cubicBezTo>
                  <a:pt x="1622" y="227"/>
                  <a:pt x="1621" y="231"/>
                  <a:pt x="1620" y="235"/>
                </a:cubicBezTo>
                <a:cubicBezTo>
                  <a:pt x="1616" y="236"/>
                  <a:pt x="1612" y="237"/>
                  <a:pt x="1609" y="238"/>
                </a:cubicBezTo>
                <a:cubicBezTo>
                  <a:pt x="1604" y="238"/>
                  <a:pt x="1600" y="238"/>
                  <a:pt x="1596" y="239"/>
                </a:cubicBezTo>
                <a:cubicBezTo>
                  <a:pt x="1592" y="239"/>
                  <a:pt x="1588" y="240"/>
                  <a:pt x="1584" y="240"/>
                </a:cubicBezTo>
                <a:cubicBezTo>
                  <a:pt x="1580" y="241"/>
                  <a:pt x="1576" y="241"/>
                  <a:pt x="1572" y="241"/>
                </a:cubicBezTo>
                <a:cubicBezTo>
                  <a:pt x="1569" y="242"/>
                  <a:pt x="1567" y="242"/>
                  <a:pt x="1564" y="242"/>
                </a:cubicBezTo>
                <a:cubicBezTo>
                  <a:pt x="1564" y="242"/>
                  <a:pt x="1563" y="242"/>
                  <a:pt x="1563" y="242"/>
                </a:cubicBezTo>
                <a:cubicBezTo>
                  <a:pt x="1562" y="242"/>
                  <a:pt x="1561" y="243"/>
                  <a:pt x="1560" y="243"/>
                </a:cubicBezTo>
                <a:cubicBezTo>
                  <a:pt x="1557" y="243"/>
                  <a:pt x="1554" y="243"/>
                  <a:pt x="1551" y="243"/>
                </a:cubicBezTo>
                <a:cubicBezTo>
                  <a:pt x="1549" y="243"/>
                  <a:pt x="1546" y="244"/>
                  <a:pt x="1545" y="243"/>
                </a:cubicBezTo>
                <a:cubicBezTo>
                  <a:pt x="1545" y="243"/>
                  <a:pt x="1545" y="243"/>
                  <a:pt x="1545" y="243"/>
                </a:cubicBezTo>
                <a:cubicBezTo>
                  <a:pt x="1541" y="243"/>
                  <a:pt x="1538" y="243"/>
                  <a:pt x="1535" y="243"/>
                </a:cubicBezTo>
                <a:cubicBezTo>
                  <a:pt x="1531" y="243"/>
                  <a:pt x="1527" y="243"/>
                  <a:pt x="1523" y="243"/>
                </a:cubicBezTo>
                <a:cubicBezTo>
                  <a:pt x="1522" y="243"/>
                  <a:pt x="1521" y="243"/>
                  <a:pt x="1519" y="243"/>
                </a:cubicBezTo>
                <a:cubicBezTo>
                  <a:pt x="1517" y="246"/>
                  <a:pt x="1515" y="245"/>
                  <a:pt x="1514" y="244"/>
                </a:cubicBezTo>
                <a:cubicBezTo>
                  <a:pt x="1513" y="244"/>
                  <a:pt x="1512" y="244"/>
                  <a:pt x="1511" y="244"/>
                </a:cubicBezTo>
                <a:cubicBezTo>
                  <a:pt x="1507" y="244"/>
                  <a:pt x="1503" y="243"/>
                  <a:pt x="1499" y="243"/>
                </a:cubicBezTo>
                <a:cubicBezTo>
                  <a:pt x="1495" y="243"/>
                  <a:pt x="1491" y="243"/>
                  <a:pt x="1487" y="242"/>
                </a:cubicBezTo>
                <a:cubicBezTo>
                  <a:pt x="1483" y="242"/>
                  <a:pt x="1479" y="242"/>
                  <a:pt x="1474" y="242"/>
                </a:cubicBezTo>
                <a:cubicBezTo>
                  <a:pt x="1470" y="242"/>
                  <a:pt x="1466" y="241"/>
                  <a:pt x="1462" y="241"/>
                </a:cubicBezTo>
                <a:cubicBezTo>
                  <a:pt x="1466" y="242"/>
                  <a:pt x="1470" y="242"/>
                  <a:pt x="1474" y="243"/>
                </a:cubicBezTo>
                <a:cubicBezTo>
                  <a:pt x="1474" y="243"/>
                  <a:pt x="1474" y="243"/>
                  <a:pt x="1475" y="244"/>
                </a:cubicBezTo>
                <a:cubicBezTo>
                  <a:pt x="1476" y="243"/>
                  <a:pt x="1479" y="243"/>
                  <a:pt x="1481" y="243"/>
                </a:cubicBezTo>
                <a:cubicBezTo>
                  <a:pt x="1481" y="244"/>
                  <a:pt x="1481" y="245"/>
                  <a:pt x="1481" y="245"/>
                </a:cubicBezTo>
                <a:cubicBezTo>
                  <a:pt x="1483" y="246"/>
                  <a:pt x="1484" y="246"/>
                  <a:pt x="1485" y="246"/>
                </a:cubicBezTo>
                <a:cubicBezTo>
                  <a:pt x="1488" y="247"/>
                  <a:pt x="1490" y="247"/>
                  <a:pt x="1492" y="248"/>
                </a:cubicBezTo>
                <a:cubicBezTo>
                  <a:pt x="1493" y="247"/>
                  <a:pt x="1495" y="247"/>
                  <a:pt x="1497" y="247"/>
                </a:cubicBezTo>
                <a:cubicBezTo>
                  <a:pt x="1500" y="247"/>
                  <a:pt x="1501" y="249"/>
                  <a:pt x="1504" y="249"/>
                </a:cubicBezTo>
                <a:cubicBezTo>
                  <a:pt x="1504" y="249"/>
                  <a:pt x="1504" y="250"/>
                  <a:pt x="1504" y="250"/>
                </a:cubicBezTo>
                <a:cubicBezTo>
                  <a:pt x="1506" y="250"/>
                  <a:pt x="1507" y="250"/>
                  <a:pt x="1509" y="251"/>
                </a:cubicBezTo>
                <a:cubicBezTo>
                  <a:pt x="1513" y="251"/>
                  <a:pt x="1517" y="252"/>
                  <a:pt x="1521" y="253"/>
                </a:cubicBezTo>
                <a:cubicBezTo>
                  <a:pt x="1525" y="254"/>
                  <a:pt x="1528" y="254"/>
                  <a:pt x="1532" y="254"/>
                </a:cubicBezTo>
                <a:cubicBezTo>
                  <a:pt x="1536" y="255"/>
                  <a:pt x="1540" y="255"/>
                  <a:pt x="1544" y="256"/>
                </a:cubicBezTo>
                <a:cubicBezTo>
                  <a:pt x="1548" y="256"/>
                  <a:pt x="1552" y="256"/>
                  <a:pt x="1556" y="256"/>
                </a:cubicBezTo>
                <a:cubicBezTo>
                  <a:pt x="1560" y="257"/>
                  <a:pt x="1564" y="257"/>
                  <a:pt x="1568" y="257"/>
                </a:cubicBezTo>
                <a:cubicBezTo>
                  <a:pt x="1572" y="257"/>
                  <a:pt x="1576" y="258"/>
                  <a:pt x="1580" y="258"/>
                </a:cubicBezTo>
                <a:cubicBezTo>
                  <a:pt x="1584" y="258"/>
                  <a:pt x="1588" y="259"/>
                  <a:pt x="1592" y="259"/>
                </a:cubicBezTo>
                <a:cubicBezTo>
                  <a:pt x="1596" y="259"/>
                  <a:pt x="1600" y="259"/>
                  <a:pt x="1604" y="259"/>
                </a:cubicBezTo>
                <a:cubicBezTo>
                  <a:pt x="1608" y="259"/>
                  <a:pt x="1612" y="258"/>
                  <a:pt x="1616" y="258"/>
                </a:cubicBezTo>
                <a:cubicBezTo>
                  <a:pt x="1615" y="261"/>
                  <a:pt x="1614" y="265"/>
                  <a:pt x="1614" y="267"/>
                </a:cubicBezTo>
                <a:cubicBezTo>
                  <a:pt x="1613" y="270"/>
                  <a:pt x="1612" y="273"/>
                  <a:pt x="1611" y="276"/>
                </a:cubicBezTo>
                <a:cubicBezTo>
                  <a:pt x="1607" y="277"/>
                  <a:pt x="1603" y="277"/>
                  <a:pt x="1599" y="277"/>
                </a:cubicBezTo>
                <a:cubicBezTo>
                  <a:pt x="1596" y="278"/>
                  <a:pt x="1593" y="278"/>
                  <a:pt x="1590" y="279"/>
                </a:cubicBezTo>
                <a:cubicBezTo>
                  <a:pt x="1589" y="279"/>
                  <a:pt x="1589" y="280"/>
                  <a:pt x="1588" y="280"/>
                </a:cubicBezTo>
                <a:cubicBezTo>
                  <a:pt x="1587" y="280"/>
                  <a:pt x="1587" y="280"/>
                  <a:pt x="1587" y="280"/>
                </a:cubicBezTo>
                <a:cubicBezTo>
                  <a:pt x="1583" y="280"/>
                  <a:pt x="1579" y="280"/>
                  <a:pt x="1575" y="281"/>
                </a:cubicBezTo>
                <a:cubicBezTo>
                  <a:pt x="1572" y="281"/>
                  <a:pt x="1568" y="282"/>
                  <a:pt x="1565" y="282"/>
                </a:cubicBezTo>
                <a:cubicBezTo>
                  <a:pt x="1564" y="283"/>
                  <a:pt x="1562" y="284"/>
                  <a:pt x="1561" y="282"/>
                </a:cubicBezTo>
                <a:cubicBezTo>
                  <a:pt x="1557" y="282"/>
                  <a:pt x="1554" y="283"/>
                  <a:pt x="1551" y="283"/>
                </a:cubicBezTo>
                <a:cubicBezTo>
                  <a:pt x="1547" y="283"/>
                  <a:pt x="1543" y="283"/>
                  <a:pt x="1539" y="283"/>
                </a:cubicBezTo>
                <a:cubicBezTo>
                  <a:pt x="1539" y="283"/>
                  <a:pt x="1539" y="283"/>
                  <a:pt x="1539" y="283"/>
                </a:cubicBezTo>
                <a:cubicBezTo>
                  <a:pt x="1539" y="284"/>
                  <a:pt x="1539" y="285"/>
                  <a:pt x="1539" y="285"/>
                </a:cubicBezTo>
                <a:cubicBezTo>
                  <a:pt x="1538" y="285"/>
                  <a:pt x="1537" y="284"/>
                  <a:pt x="1536" y="284"/>
                </a:cubicBezTo>
                <a:cubicBezTo>
                  <a:pt x="1533" y="284"/>
                  <a:pt x="1530" y="284"/>
                  <a:pt x="1527" y="284"/>
                </a:cubicBezTo>
                <a:cubicBezTo>
                  <a:pt x="1523" y="284"/>
                  <a:pt x="1519" y="284"/>
                  <a:pt x="1515" y="284"/>
                </a:cubicBezTo>
                <a:cubicBezTo>
                  <a:pt x="1511" y="284"/>
                  <a:pt x="1507" y="284"/>
                  <a:pt x="1503" y="284"/>
                </a:cubicBezTo>
                <a:cubicBezTo>
                  <a:pt x="1499" y="283"/>
                  <a:pt x="1495" y="284"/>
                  <a:pt x="1491" y="283"/>
                </a:cubicBezTo>
                <a:cubicBezTo>
                  <a:pt x="1487" y="283"/>
                  <a:pt x="1483" y="283"/>
                  <a:pt x="1479" y="283"/>
                </a:cubicBezTo>
                <a:cubicBezTo>
                  <a:pt x="1475" y="283"/>
                  <a:pt x="1471" y="283"/>
                  <a:pt x="1467" y="282"/>
                </a:cubicBezTo>
                <a:cubicBezTo>
                  <a:pt x="1463" y="282"/>
                  <a:pt x="1459" y="282"/>
                  <a:pt x="1454" y="281"/>
                </a:cubicBezTo>
                <a:cubicBezTo>
                  <a:pt x="1459" y="282"/>
                  <a:pt x="1463" y="283"/>
                  <a:pt x="1467" y="284"/>
                </a:cubicBezTo>
                <a:cubicBezTo>
                  <a:pt x="1471" y="285"/>
                  <a:pt x="1475" y="286"/>
                  <a:pt x="1479" y="287"/>
                </a:cubicBezTo>
                <a:cubicBezTo>
                  <a:pt x="1484" y="288"/>
                  <a:pt x="1488" y="289"/>
                  <a:pt x="1492" y="289"/>
                </a:cubicBezTo>
                <a:cubicBezTo>
                  <a:pt x="1496" y="290"/>
                  <a:pt x="1500" y="291"/>
                  <a:pt x="1504" y="292"/>
                </a:cubicBezTo>
                <a:cubicBezTo>
                  <a:pt x="1508" y="292"/>
                  <a:pt x="1512" y="293"/>
                  <a:pt x="1516" y="294"/>
                </a:cubicBezTo>
                <a:cubicBezTo>
                  <a:pt x="1520" y="295"/>
                  <a:pt x="1525" y="295"/>
                  <a:pt x="1529" y="295"/>
                </a:cubicBezTo>
                <a:cubicBezTo>
                  <a:pt x="1533" y="296"/>
                  <a:pt x="1537" y="296"/>
                  <a:pt x="1541" y="296"/>
                </a:cubicBezTo>
                <a:cubicBezTo>
                  <a:pt x="1541" y="296"/>
                  <a:pt x="1541" y="296"/>
                  <a:pt x="1542" y="296"/>
                </a:cubicBezTo>
                <a:cubicBezTo>
                  <a:pt x="1542" y="296"/>
                  <a:pt x="1542" y="296"/>
                  <a:pt x="1543" y="295"/>
                </a:cubicBezTo>
                <a:cubicBezTo>
                  <a:pt x="1544" y="295"/>
                  <a:pt x="1544" y="296"/>
                  <a:pt x="1544" y="297"/>
                </a:cubicBezTo>
                <a:cubicBezTo>
                  <a:pt x="1547" y="297"/>
                  <a:pt x="1550" y="297"/>
                  <a:pt x="1554" y="297"/>
                </a:cubicBezTo>
                <a:cubicBezTo>
                  <a:pt x="1558" y="298"/>
                  <a:pt x="1562" y="298"/>
                  <a:pt x="1566" y="298"/>
                </a:cubicBezTo>
                <a:cubicBezTo>
                  <a:pt x="1570" y="298"/>
                  <a:pt x="1574" y="299"/>
                  <a:pt x="1578" y="299"/>
                </a:cubicBezTo>
                <a:cubicBezTo>
                  <a:pt x="1582" y="299"/>
                  <a:pt x="1587" y="299"/>
                  <a:pt x="1591" y="299"/>
                </a:cubicBezTo>
                <a:cubicBezTo>
                  <a:pt x="1595" y="299"/>
                  <a:pt x="1599" y="299"/>
                  <a:pt x="1603" y="299"/>
                </a:cubicBezTo>
                <a:cubicBezTo>
                  <a:pt x="1603" y="301"/>
                  <a:pt x="1603" y="302"/>
                  <a:pt x="1602" y="303"/>
                </a:cubicBezTo>
                <a:cubicBezTo>
                  <a:pt x="1601" y="307"/>
                  <a:pt x="1601" y="307"/>
                  <a:pt x="1600" y="311"/>
                </a:cubicBezTo>
                <a:cubicBezTo>
                  <a:pt x="1600" y="313"/>
                  <a:pt x="1598" y="315"/>
                  <a:pt x="1598" y="317"/>
                </a:cubicBezTo>
                <a:cubicBezTo>
                  <a:pt x="1594" y="318"/>
                  <a:pt x="1590" y="318"/>
                  <a:pt x="1586" y="319"/>
                </a:cubicBezTo>
                <a:cubicBezTo>
                  <a:pt x="1582" y="319"/>
                  <a:pt x="1579" y="321"/>
                  <a:pt x="1575" y="321"/>
                </a:cubicBezTo>
                <a:cubicBezTo>
                  <a:pt x="1571" y="321"/>
                  <a:pt x="1567" y="321"/>
                  <a:pt x="1563" y="322"/>
                </a:cubicBezTo>
                <a:cubicBezTo>
                  <a:pt x="1559" y="322"/>
                  <a:pt x="1556" y="322"/>
                  <a:pt x="1552" y="323"/>
                </a:cubicBezTo>
                <a:cubicBezTo>
                  <a:pt x="1548" y="323"/>
                  <a:pt x="1544" y="324"/>
                  <a:pt x="1540" y="324"/>
                </a:cubicBezTo>
                <a:cubicBezTo>
                  <a:pt x="1536" y="324"/>
                  <a:pt x="1533" y="324"/>
                  <a:pt x="1529" y="325"/>
                </a:cubicBezTo>
                <a:cubicBezTo>
                  <a:pt x="1526" y="325"/>
                  <a:pt x="1524" y="325"/>
                  <a:pt x="1522" y="325"/>
                </a:cubicBezTo>
                <a:cubicBezTo>
                  <a:pt x="1521" y="325"/>
                  <a:pt x="1521" y="325"/>
                  <a:pt x="1521" y="326"/>
                </a:cubicBezTo>
                <a:cubicBezTo>
                  <a:pt x="1520" y="325"/>
                  <a:pt x="1520" y="325"/>
                  <a:pt x="1519" y="325"/>
                </a:cubicBezTo>
                <a:cubicBezTo>
                  <a:pt x="1519" y="325"/>
                  <a:pt x="1518" y="325"/>
                  <a:pt x="1517" y="325"/>
                </a:cubicBezTo>
                <a:cubicBezTo>
                  <a:pt x="1513" y="325"/>
                  <a:pt x="1510" y="324"/>
                  <a:pt x="1506" y="324"/>
                </a:cubicBezTo>
                <a:cubicBezTo>
                  <a:pt x="1502" y="324"/>
                  <a:pt x="1498" y="324"/>
                  <a:pt x="1494" y="324"/>
                </a:cubicBezTo>
                <a:cubicBezTo>
                  <a:pt x="1490" y="324"/>
                  <a:pt x="1487" y="324"/>
                  <a:pt x="1483" y="324"/>
                </a:cubicBezTo>
                <a:cubicBezTo>
                  <a:pt x="1479" y="324"/>
                  <a:pt x="1475" y="323"/>
                  <a:pt x="1471" y="323"/>
                </a:cubicBezTo>
                <a:cubicBezTo>
                  <a:pt x="1467" y="323"/>
                  <a:pt x="1463" y="323"/>
                  <a:pt x="1459" y="323"/>
                </a:cubicBezTo>
                <a:cubicBezTo>
                  <a:pt x="1456" y="323"/>
                  <a:pt x="1451" y="322"/>
                  <a:pt x="1447" y="322"/>
                </a:cubicBezTo>
                <a:cubicBezTo>
                  <a:pt x="1451" y="323"/>
                  <a:pt x="1456" y="323"/>
                  <a:pt x="1460" y="324"/>
                </a:cubicBezTo>
                <a:cubicBezTo>
                  <a:pt x="1464" y="325"/>
                  <a:pt x="1468" y="326"/>
                  <a:pt x="1472" y="327"/>
                </a:cubicBezTo>
                <a:cubicBezTo>
                  <a:pt x="1476" y="328"/>
                  <a:pt x="1480" y="328"/>
                  <a:pt x="1484" y="329"/>
                </a:cubicBezTo>
                <a:cubicBezTo>
                  <a:pt x="1488" y="330"/>
                  <a:pt x="1491" y="331"/>
                  <a:pt x="1495" y="332"/>
                </a:cubicBezTo>
                <a:cubicBezTo>
                  <a:pt x="1499" y="333"/>
                  <a:pt x="1503" y="333"/>
                  <a:pt x="1507" y="334"/>
                </a:cubicBezTo>
                <a:cubicBezTo>
                  <a:pt x="1511" y="335"/>
                  <a:pt x="1515" y="334"/>
                  <a:pt x="1519" y="335"/>
                </a:cubicBezTo>
                <a:cubicBezTo>
                  <a:pt x="1523" y="335"/>
                  <a:pt x="1527" y="336"/>
                  <a:pt x="1531" y="336"/>
                </a:cubicBezTo>
                <a:cubicBezTo>
                  <a:pt x="1535" y="337"/>
                  <a:pt x="1539" y="337"/>
                  <a:pt x="1543" y="338"/>
                </a:cubicBezTo>
                <a:cubicBezTo>
                  <a:pt x="1547" y="338"/>
                  <a:pt x="1551" y="339"/>
                  <a:pt x="1555" y="339"/>
                </a:cubicBezTo>
                <a:cubicBezTo>
                  <a:pt x="1559" y="339"/>
                  <a:pt x="1563" y="339"/>
                  <a:pt x="1568" y="340"/>
                </a:cubicBezTo>
                <a:cubicBezTo>
                  <a:pt x="1569" y="340"/>
                  <a:pt x="1570" y="340"/>
                  <a:pt x="1571" y="340"/>
                </a:cubicBezTo>
                <a:cubicBezTo>
                  <a:pt x="1571" y="339"/>
                  <a:pt x="1571" y="339"/>
                  <a:pt x="1571" y="339"/>
                </a:cubicBezTo>
                <a:cubicBezTo>
                  <a:pt x="1572" y="339"/>
                  <a:pt x="1572" y="339"/>
                  <a:pt x="1572" y="339"/>
                </a:cubicBezTo>
                <a:cubicBezTo>
                  <a:pt x="1575" y="339"/>
                  <a:pt x="1577" y="339"/>
                  <a:pt x="1580" y="339"/>
                </a:cubicBezTo>
                <a:cubicBezTo>
                  <a:pt x="1584" y="339"/>
                  <a:pt x="1588" y="339"/>
                  <a:pt x="1592" y="340"/>
                </a:cubicBezTo>
                <a:cubicBezTo>
                  <a:pt x="1591" y="343"/>
                  <a:pt x="1590" y="346"/>
                  <a:pt x="1589" y="349"/>
                </a:cubicBezTo>
                <a:cubicBezTo>
                  <a:pt x="1588" y="352"/>
                  <a:pt x="1588" y="356"/>
                  <a:pt x="1588" y="359"/>
                </a:cubicBezTo>
                <a:cubicBezTo>
                  <a:pt x="1584" y="359"/>
                  <a:pt x="1579" y="359"/>
                  <a:pt x="1575" y="360"/>
                </a:cubicBezTo>
                <a:cubicBezTo>
                  <a:pt x="1573" y="360"/>
                  <a:pt x="1570" y="361"/>
                  <a:pt x="1568" y="361"/>
                </a:cubicBezTo>
                <a:cubicBezTo>
                  <a:pt x="1568" y="362"/>
                  <a:pt x="1568" y="362"/>
                  <a:pt x="1568" y="362"/>
                </a:cubicBezTo>
                <a:cubicBezTo>
                  <a:pt x="1566" y="362"/>
                  <a:pt x="1566" y="362"/>
                  <a:pt x="1566" y="361"/>
                </a:cubicBezTo>
                <a:cubicBezTo>
                  <a:pt x="1565" y="362"/>
                  <a:pt x="1564" y="362"/>
                  <a:pt x="1563" y="362"/>
                </a:cubicBezTo>
                <a:cubicBezTo>
                  <a:pt x="1559" y="362"/>
                  <a:pt x="1555" y="363"/>
                  <a:pt x="1551" y="363"/>
                </a:cubicBezTo>
                <a:cubicBezTo>
                  <a:pt x="1547" y="363"/>
                  <a:pt x="1543" y="364"/>
                  <a:pt x="1539" y="364"/>
                </a:cubicBezTo>
                <a:cubicBezTo>
                  <a:pt x="1538" y="364"/>
                  <a:pt x="1537" y="364"/>
                  <a:pt x="1536" y="364"/>
                </a:cubicBezTo>
                <a:cubicBezTo>
                  <a:pt x="1535" y="365"/>
                  <a:pt x="1535" y="364"/>
                  <a:pt x="1535" y="364"/>
                </a:cubicBezTo>
                <a:cubicBezTo>
                  <a:pt x="1532" y="364"/>
                  <a:pt x="1529" y="364"/>
                  <a:pt x="1526" y="364"/>
                </a:cubicBezTo>
                <a:cubicBezTo>
                  <a:pt x="1522" y="365"/>
                  <a:pt x="1518" y="365"/>
                  <a:pt x="1514" y="365"/>
                </a:cubicBezTo>
                <a:cubicBezTo>
                  <a:pt x="1510" y="365"/>
                  <a:pt x="1506" y="365"/>
                  <a:pt x="1502" y="365"/>
                </a:cubicBezTo>
                <a:cubicBezTo>
                  <a:pt x="1498" y="365"/>
                  <a:pt x="1494" y="365"/>
                  <a:pt x="1490" y="365"/>
                </a:cubicBezTo>
                <a:cubicBezTo>
                  <a:pt x="1486" y="365"/>
                  <a:pt x="1482" y="364"/>
                  <a:pt x="1478" y="364"/>
                </a:cubicBezTo>
                <a:cubicBezTo>
                  <a:pt x="1474" y="364"/>
                  <a:pt x="1470" y="364"/>
                  <a:pt x="1465" y="364"/>
                </a:cubicBezTo>
                <a:cubicBezTo>
                  <a:pt x="1461" y="364"/>
                  <a:pt x="1457" y="363"/>
                  <a:pt x="1453" y="363"/>
                </a:cubicBezTo>
                <a:cubicBezTo>
                  <a:pt x="1449" y="363"/>
                  <a:pt x="1445" y="363"/>
                  <a:pt x="1441" y="362"/>
                </a:cubicBezTo>
                <a:cubicBezTo>
                  <a:pt x="1445" y="363"/>
                  <a:pt x="1449" y="364"/>
                  <a:pt x="1453" y="365"/>
                </a:cubicBezTo>
                <a:cubicBezTo>
                  <a:pt x="1457" y="366"/>
                  <a:pt x="1461" y="367"/>
                  <a:pt x="1464" y="368"/>
                </a:cubicBezTo>
                <a:cubicBezTo>
                  <a:pt x="1468" y="369"/>
                  <a:pt x="1472" y="369"/>
                  <a:pt x="1476" y="370"/>
                </a:cubicBezTo>
                <a:cubicBezTo>
                  <a:pt x="1480" y="370"/>
                  <a:pt x="1484" y="371"/>
                  <a:pt x="1488" y="372"/>
                </a:cubicBezTo>
                <a:cubicBezTo>
                  <a:pt x="1492" y="373"/>
                  <a:pt x="1496" y="374"/>
                  <a:pt x="1500" y="374"/>
                </a:cubicBezTo>
                <a:cubicBezTo>
                  <a:pt x="1504" y="375"/>
                  <a:pt x="1508" y="376"/>
                  <a:pt x="1512" y="376"/>
                </a:cubicBezTo>
                <a:cubicBezTo>
                  <a:pt x="1516" y="377"/>
                  <a:pt x="1520" y="377"/>
                  <a:pt x="1524" y="377"/>
                </a:cubicBezTo>
                <a:cubicBezTo>
                  <a:pt x="1528" y="378"/>
                  <a:pt x="1532" y="378"/>
                  <a:pt x="1536" y="378"/>
                </a:cubicBezTo>
                <a:cubicBezTo>
                  <a:pt x="1540" y="378"/>
                  <a:pt x="1544" y="379"/>
                  <a:pt x="1548" y="379"/>
                </a:cubicBezTo>
                <a:cubicBezTo>
                  <a:pt x="1552" y="379"/>
                  <a:pt x="1556" y="380"/>
                  <a:pt x="1560" y="380"/>
                </a:cubicBezTo>
                <a:cubicBezTo>
                  <a:pt x="1564" y="380"/>
                  <a:pt x="1568" y="380"/>
                  <a:pt x="1572" y="380"/>
                </a:cubicBezTo>
                <a:cubicBezTo>
                  <a:pt x="1576" y="380"/>
                  <a:pt x="1580" y="380"/>
                  <a:pt x="1584" y="380"/>
                </a:cubicBezTo>
                <a:cubicBezTo>
                  <a:pt x="1583" y="383"/>
                  <a:pt x="1583" y="386"/>
                  <a:pt x="1582" y="389"/>
                </a:cubicBezTo>
                <a:cubicBezTo>
                  <a:pt x="1582" y="392"/>
                  <a:pt x="1583" y="396"/>
                  <a:pt x="1583" y="399"/>
                </a:cubicBezTo>
                <a:cubicBezTo>
                  <a:pt x="1582" y="399"/>
                  <a:pt x="1582" y="399"/>
                  <a:pt x="1581" y="399"/>
                </a:cubicBezTo>
                <a:cubicBezTo>
                  <a:pt x="1580" y="400"/>
                  <a:pt x="1578" y="401"/>
                  <a:pt x="1577" y="400"/>
                </a:cubicBezTo>
                <a:cubicBezTo>
                  <a:pt x="1575" y="400"/>
                  <a:pt x="1573" y="401"/>
                  <a:pt x="1571" y="401"/>
                </a:cubicBezTo>
                <a:cubicBezTo>
                  <a:pt x="1566" y="401"/>
                  <a:pt x="1562" y="401"/>
                  <a:pt x="1558" y="402"/>
                </a:cubicBezTo>
                <a:cubicBezTo>
                  <a:pt x="1554" y="402"/>
                  <a:pt x="1550" y="402"/>
                  <a:pt x="1546" y="403"/>
                </a:cubicBezTo>
                <a:cubicBezTo>
                  <a:pt x="1545" y="403"/>
                  <a:pt x="1545" y="403"/>
                  <a:pt x="1544" y="403"/>
                </a:cubicBezTo>
                <a:cubicBezTo>
                  <a:pt x="1544" y="403"/>
                  <a:pt x="1544" y="404"/>
                  <a:pt x="1545" y="404"/>
                </a:cubicBezTo>
                <a:cubicBezTo>
                  <a:pt x="1544" y="404"/>
                  <a:pt x="1543" y="403"/>
                  <a:pt x="1542" y="403"/>
                </a:cubicBezTo>
                <a:cubicBezTo>
                  <a:pt x="1539" y="404"/>
                  <a:pt x="1536" y="404"/>
                  <a:pt x="1533" y="405"/>
                </a:cubicBezTo>
                <a:cubicBezTo>
                  <a:pt x="1529" y="405"/>
                  <a:pt x="1525" y="405"/>
                  <a:pt x="1521" y="405"/>
                </a:cubicBezTo>
                <a:cubicBezTo>
                  <a:pt x="1517" y="405"/>
                  <a:pt x="1513" y="406"/>
                  <a:pt x="1508" y="406"/>
                </a:cubicBezTo>
                <a:cubicBezTo>
                  <a:pt x="1504" y="406"/>
                  <a:pt x="1500" y="405"/>
                  <a:pt x="1496" y="405"/>
                </a:cubicBezTo>
                <a:cubicBezTo>
                  <a:pt x="1492" y="405"/>
                  <a:pt x="1488" y="405"/>
                  <a:pt x="1484" y="405"/>
                </a:cubicBezTo>
                <a:cubicBezTo>
                  <a:pt x="1479" y="405"/>
                  <a:pt x="1475" y="406"/>
                  <a:pt x="1471" y="405"/>
                </a:cubicBezTo>
                <a:cubicBezTo>
                  <a:pt x="1467" y="405"/>
                  <a:pt x="1463" y="405"/>
                  <a:pt x="1459" y="405"/>
                </a:cubicBezTo>
                <a:cubicBezTo>
                  <a:pt x="1455" y="404"/>
                  <a:pt x="1451" y="404"/>
                  <a:pt x="1446" y="404"/>
                </a:cubicBezTo>
                <a:cubicBezTo>
                  <a:pt x="1442" y="404"/>
                  <a:pt x="1438" y="403"/>
                  <a:pt x="1434" y="403"/>
                </a:cubicBezTo>
                <a:cubicBezTo>
                  <a:pt x="1437" y="404"/>
                  <a:pt x="1441" y="404"/>
                  <a:pt x="1445" y="405"/>
                </a:cubicBezTo>
                <a:cubicBezTo>
                  <a:pt x="1445" y="404"/>
                  <a:pt x="1446" y="405"/>
                  <a:pt x="1448" y="406"/>
                </a:cubicBezTo>
                <a:cubicBezTo>
                  <a:pt x="1451" y="406"/>
                  <a:pt x="1454" y="407"/>
                  <a:pt x="1457" y="408"/>
                </a:cubicBezTo>
                <a:cubicBezTo>
                  <a:pt x="1461" y="408"/>
                  <a:pt x="1464" y="409"/>
                  <a:pt x="1468" y="410"/>
                </a:cubicBezTo>
                <a:cubicBezTo>
                  <a:pt x="1472" y="411"/>
                  <a:pt x="1476" y="411"/>
                  <a:pt x="1480" y="412"/>
                </a:cubicBezTo>
                <a:cubicBezTo>
                  <a:pt x="1483" y="413"/>
                  <a:pt x="1487" y="413"/>
                  <a:pt x="1491" y="414"/>
                </a:cubicBezTo>
                <a:cubicBezTo>
                  <a:pt x="1495" y="415"/>
                  <a:pt x="1499" y="416"/>
                  <a:pt x="1502" y="417"/>
                </a:cubicBezTo>
                <a:cubicBezTo>
                  <a:pt x="1506" y="417"/>
                  <a:pt x="1510" y="417"/>
                  <a:pt x="1514" y="418"/>
                </a:cubicBezTo>
                <a:cubicBezTo>
                  <a:pt x="1518" y="418"/>
                  <a:pt x="1522" y="418"/>
                  <a:pt x="1526" y="418"/>
                </a:cubicBezTo>
                <a:cubicBezTo>
                  <a:pt x="1528" y="418"/>
                  <a:pt x="1531" y="419"/>
                  <a:pt x="1534" y="419"/>
                </a:cubicBezTo>
                <a:cubicBezTo>
                  <a:pt x="1534" y="419"/>
                  <a:pt x="1534" y="418"/>
                  <a:pt x="1535" y="418"/>
                </a:cubicBezTo>
                <a:cubicBezTo>
                  <a:pt x="1536" y="418"/>
                  <a:pt x="1536" y="419"/>
                  <a:pt x="1536" y="419"/>
                </a:cubicBezTo>
                <a:cubicBezTo>
                  <a:pt x="1537" y="419"/>
                  <a:pt x="1537" y="419"/>
                  <a:pt x="1537" y="419"/>
                </a:cubicBezTo>
                <a:cubicBezTo>
                  <a:pt x="1541" y="420"/>
                  <a:pt x="1545" y="420"/>
                  <a:pt x="1549" y="421"/>
                </a:cubicBezTo>
                <a:cubicBezTo>
                  <a:pt x="1552" y="421"/>
                  <a:pt x="1556" y="421"/>
                  <a:pt x="1560" y="421"/>
                </a:cubicBezTo>
                <a:cubicBezTo>
                  <a:pt x="1564" y="421"/>
                  <a:pt x="1568" y="421"/>
                  <a:pt x="1572" y="421"/>
                </a:cubicBezTo>
                <a:cubicBezTo>
                  <a:pt x="1576" y="421"/>
                  <a:pt x="1580" y="420"/>
                  <a:pt x="1584" y="420"/>
                </a:cubicBezTo>
                <a:cubicBezTo>
                  <a:pt x="1584" y="426"/>
                  <a:pt x="1583" y="432"/>
                  <a:pt x="1583" y="438"/>
                </a:cubicBezTo>
                <a:cubicBezTo>
                  <a:pt x="1579" y="438"/>
                  <a:pt x="1575" y="439"/>
                  <a:pt x="1571" y="440"/>
                </a:cubicBezTo>
                <a:cubicBezTo>
                  <a:pt x="1567" y="440"/>
                  <a:pt x="1563" y="441"/>
                  <a:pt x="1559" y="442"/>
                </a:cubicBezTo>
                <a:cubicBezTo>
                  <a:pt x="1555" y="442"/>
                  <a:pt x="1551" y="442"/>
                  <a:pt x="1547" y="442"/>
                </a:cubicBezTo>
                <a:cubicBezTo>
                  <a:pt x="1547" y="442"/>
                  <a:pt x="1548" y="442"/>
                  <a:pt x="1548" y="443"/>
                </a:cubicBezTo>
                <a:cubicBezTo>
                  <a:pt x="1545" y="446"/>
                  <a:pt x="1542" y="445"/>
                  <a:pt x="1542" y="443"/>
                </a:cubicBezTo>
                <a:cubicBezTo>
                  <a:pt x="1539" y="444"/>
                  <a:pt x="1537" y="444"/>
                  <a:pt x="1535" y="444"/>
                </a:cubicBezTo>
                <a:cubicBezTo>
                  <a:pt x="1531" y="445"/>
                  <a:pt x="1527" y="445"/>
                  <a:pt x="1523" y="445"/>
                </a:cubicBezTo>
                <a:cubicBezTo>
                  <a:pt x="1519" y="446"/>
                  <a:pt x="1515" y="446"/>
                  <a:pt x="1511" y="446"/>
                </a:cubicBezTo>
                <a:cubicBezTo>
                  <a:pt x="1507" y="446"/>
                  <a:pt x="1503" y="446"/>
                  <a:pt x="1499" y="446"/>
                </a:cubicBezTo>
                <a:cubicBezTo>
                  <a:pt x="1495" y="446"/>
                  <a:pt x="1491" y="446"/>
                  <a:pt x="1487" y="446"/>
                </a:cubicBezTo>
                <a:cubicBezTo>
                  <a:pt x="1483" y="446"/>
                  <a:pt x="1479" y="446"/>
                  <a:pt x="1475" y="446"/>
                </a:cubicBezTo>
                <a:cubicBezTo>
                  <a:pt x="1475" y="446"/>
                  <a:pt x="1475" y="446"/>
                  <a:pt x="1475" y="446"/>
                </a:cubicBezTo>
                <a:cubicBezTo>
                  <a:pt x="1474" y="446"/>
                  <a:pt x="1474" y="446"/>
                  <a:pt x="1474" y="446"/>
                </a:cubicBezTo>
                <a:cubicBezTo>
                  <a:pt x="1470" y="446"/>
                  <a:pt x="1467" y="445"/>
                  <a:pt x="1463" y="445"/>
                </a:cubicBezTo>
                <a:cubicBezTo>
                  <a:pt x="1459" y="445"/>
                  <a:pt x="1455" y="445"/>
                  <a:pt x="1451" y="444"/>
                </a:cubicBezTo>
                <a:cubicBezTo>
                  <a:pt x="1447" y="444"/>
                  <a:pt x="1443" y="445"/>
                  <a:pt x="1439" y="445"/>
                </a:cubicBezTo>
                <a:cubicBezTo>
                  <a:pt x="1435" y="444"/>
                  <a:pt x="1431" y="444"/>
                  <a:pt x="1426" y="443"/>
                </a:cubicBezTo>
                <a:cubicBezTo>
                  <a:pt x="1430" y="444"/>
                  <a:pt x="1434" y="445"/>
                  <a:pt x="1438" y="445"/>
                </a:cubicBezTo>
                <a:cubicBezTo>
                  <a:pt x="1442" y="446"/>
                  <a:pt x="1446" y="448"/>
                  <a:pt x="1449" y="449"/>
                </a:cubicBezTo>
                <a:cubicBezTo>
                  <a:pt x="1453" y="449"/>
                  <a:pt x="1457" y="450"/>
                  <a:pt x="1461" y="451"/>
                </a:cubicBezTo>
                <a:cubicBezTo>
                  <a:pt x="1465" y="451"/>
                  <a:pt x="1468" y="452"/>
                  <a:pt x="1472" y="453"/>
                </a:cubicBezTo>
                <a:cubicBezTo>
                  <a:pt x="1476" y="453"/>
                  <a:pt x="1480" y="454"/>
                  <a:pt x="1484" y="454"/>
                </a:cubicBezTo>
                <a:cubicBezTo>
                  <a:pt x="1487" y="455"/>
                  <a:pt x="1491" y="456"/>
                  <a:pt x="1495" y="457"/>
                </a:cubicBezTo>
                <a:cubicBezTo>
                  <a:pt x="1499" y="457"/>
                  <a:pt x="1503" y="457"/>
                  <a:pt x="1506" y="458"/>
                </a:cubicBezTo>
                <a:cubicBezTo>
                  <a:pt x="1510" y="458"/>
                  <a:pt x="1514" y="459"/>
                  <a:pt x="1518" y="459"/>
                </a:cubicBezTo>
                <a:cubicBezTo>
                  <a:pt x="1522" y="459"/>
                  <a:pt x="1526" y="460"/>
                  <a:pt x="1529" y="460"/>
                </a:cubicBezTo>
                <a:cubicBezTo>
                  <a:pt x="1533" y="460"/>
                  <a:pt x="1537" y="460"/>
                  <a:pt x="1541" y="461"/>
                </a:cubicBezTo>
                <a:cubicBezTo>
                  <a:pt x="1545" y="461"/>
                  <a:pt x="1549" y="461"/>
                  <a:pt x="1553" y="461"/>
                </a:cubicBezTo>
                <a:cubicBezTo>
                  <a:pt x="1556" y="461"/>
                  <a:pt x="1560" y="461"/>
                  <a:pt x="1564" y="461"/>
                </a:cubicBezTo>
                <a:cubicBezTo>
                  <a:pt x="1568" y="461"/>
                  <a:pt x="1572" y="461"/>
                  <a:pt x="1576" y="461"/>
                </a:cubicBezTo>
                <a:cubicBezTo>
                  <a:pt x="1576" y="461"/>
                  <a:pt x="1576" y="461"/>
                  <a:pt x="1576" y="461"/>
                </a:cubicBezTo>
                <a:cubicBezTo>
                  <a:pt x="1575" y="464"/>
                  <a:pt x="1573" y="466"/>
                  <a:pt x="1571" y="467"/>
                </a:cubicBezTo>
                <a:cubicBezTo>
                  <a:pt x="1571" y="468"/>
                  <a:pt x="1571" y="468"/>
                  <a:pt x="1570" y="468"/>
                </a:cubicBezTo>
                <a:cubicBezTo>
                  <a:pt x="1570" y="469"/>
                  <a:pt x="1569" y="470"/>
                  <a:pt x="1568" y="470"/>
                </a:cubicBezTo>
                <a:cubicBezTo>
                  <a:pt x="1565" y="473"/>
                  <a:pt x="1563" y="476"/>
                  <a:pt x="1559" y="478"/>
                </a:cubicBezTo>
                <a:cubicBezTo>
                  <a:pt x="1556" y="480"/>
                  <a:pt x="1551" y="481"/>
                  <a:pt x="1548" y="482"/>
                </a:cubicBezTo>
                <a:cubicBezTo>
                  <a:pt x="1544" y="484"/>
                  <a:pt x="1540" y="485"/>
                  <a:pt x="1536" y="486"/>
                </a:cubicBezTo>
                <a:cubicBezTo>
                  <a:pt x="1532" y="486"/>
                  <a:pt x="1528" y="486"/>
                  <a:pt x="1524" y="486"/>
                </a:cubicBezTo>
                <a:cubicBezTo>
                  <a:pt x="1520" y="486"/>
                  <a:pt x="1515" y="486"/>
                  <a:pt x="1511" y="486"/>
                </a:cubicBezTo>
                <a:cubicBezTo>
                  <a:pt x="1506" y="485"/>
                  <a:pt x="1502" y="484"/>
                  <a:pt x="1498" y="483"/>
                </a:cubicBezTo>
                <a:cubicBezTo>
                  <a:pt x="1491" y="481"/>
                  <a:pt x="1491" y="481"/>
                  <a:pt x="1485" y="480"/>
                </a:cubicBezTo>
                <a:cubicBezTo>
                  <a:pt x="1479" y="478"/>
                  <a:pt x="1479" y="480"/>
                  <a:pt x="1472" y="478"/>
                </a:cubicBezTo>
                <a:cubicBezTo>
                  <a:pt x="1468" y="477"/>
                  <a:pt x="1465" y="476"/>
                  <a:pt x="1461" y="475"/>
                </a:cubicBezTo>
                <a:cubicBezTo>
                  <a:pt x="1457" y="475"/>
                  <a:pt x="1453" y="473"/>
                  <a:pt x="1449" y="473"/>
                </a:cubicBezTo>
                <a:cubicBezTo>
                  <a:pt x="1445" y="472"/>
                  <a:pt x="1441" y="471"/>
                  <a:pt x="1437" y="470"/>
                </a:cubicBezTo>
                <a:cubicBezTo>
                  <a:pt x="1434" y="469"/>
                  <a:pt x="1429" y="469"/>
                  <a:pt x="1426" y="468"/>
                </a:cubicBezTo>
                <a:cubicBezTo>
                  <a:pt x="1424" y="468"/>
                  <a:pt x="1422" y="467"/>
                  <a:pt x="1420" y="467"/>
                </a:cubicBezTo>
                <a:cubicBezTo>
                  <a:pt x="1420" y="467"/>
                  <a:pt x="1420" y="467"/>
                  <a:pt x="1420" y="468"/>
                </a:cubicBezTo>
                <a:cubicBezTo>
                  <a:pt x="1418" y="467"/>
                  <a:pt x="1418" y="467"/>
                  <a:pt x="1418" y="466"/>
                </a:cubicBezTo>
                <a:cubicBezTo>
                  <a:pt x="1416" y="466"/>
                  <a:pt x="1415" y="466"/>
                  <a:pt x="1414" y="465"/>
                </a:cubicBezTo>
                <a:cubicBezTo>
                  <a:pt x="1410" y="465"/>
                  <a:pt x="1406" y="464"/>
                  <a:pt x="1402" y="464"/>
                </a:cubicBezTo>
                <a:cubicBezTo>
                  <a:pt x="1402" y="464"/>
                  <a:pt x="1402" y="464"/>
                  <a:pt x="1402" y="464"/>
                </a:cubicBezTo>
                <a:cubicBezTo>
                  <a:pt x="1401" y="464"/>
                  <a:pt x="1399" y="464"/>
                  <a:pt x="1397" y="464"/>
                </a:cubicBezTo>
                <a:cubicBezTo>
                  <a:pt x="1397" y="463"/>
                  <a:pt x="1397" y="463"/>
                  <a:pt x="1397" y="462"/>
                </a:cubicBezTo>
                <a:cubicBezTo>
                  <a:pt x="1395" y="462"/>
                  <a:pt x="1393" y="461"/>
                  <a:pt x="1390" y="461"/>
                </a:cubicBezTo>
                <a:cubicBezTo>
                  <a:pt x="1387" y="460"/>
                  <a:pt x="1383" y="459"/>
                  <a:pt x="1379" y="458"/>
                </a:cubicBezTo>
                <a:cubicBezTo>
                  <a:pt x="1375" y="457"/>
                  <a:pt x="1371" y="456"/>
                  <a:pt x="1367" y="456"/>
                </a:cubicBezTo>
                <a:cubicBezTo>
                  <a:pt x="1363" y="455"/>
                  <a:pt x="1359" y="454"/>
                  <a:pt x="1355" y="453"/>
                </a:cubicBezTo>
                <a:cubicBezTo>
                  <a:pt x="1352" y="453"/>
                  <a:pt x="1348" y="452"/>
                  <a:pt x="1344" y="451"/>
                </a:cubicBezTo>
                <a:cubicBezTo>
                  <a:pt x="1340" y="450"/>
                  <a:pt x="1336" y="450"/>
                  <a:pt x="1332" y="449"/>
                </a:cubicBezTo>
                <a:cubicBezTo>
                  <a:pt x="1328" y="449"/>
                  <a:pt x="1324" y="448"/>
                  <a:pt x="1320" y="448"/>
                </a:cubicBezTo>
                <a:cubicBezTo>
                  <a:pt x="1316" y="447"/>
                  <a:pt x="1312" y="446"/>
                  <a:pt x="1308" y="446"/>
                </a:cubicBezTo>
                <a:cubicBezTo>
                  <a:pt x="1304" y="445"/>
                  <a:pt x="1301" y="444"/>
                  <a:pt x="1297" y="444"/>
                </a:cubicBezTo>
                <a:cubicBezTo>
                  <a:pt x="1293" y="443"/>
                  <a:pt x="1289" y="441"/>
                  <a:pt x="1285" y="441"/>
                </a:cubicBezTo>
                <a:cubicBezTo>
                  <a:pt x="1281" y="440"/>
                  <a:pt x="1277" y="439"/>
                  <a:pt x="1273" y="439"/>
                </a:cubicBezTo>
                <a:cubicBezTo>
                  <a:pt x="1269" y="438"/>
                  <a:pt x="1265" y="438"/>
                  <a:pt x="1261" y="437"/>
                </a:cubicBezTo>
                <a:cubicBezTo>
                  <a:pt x="1257" y="436"/>
                  <a:pt x="1254" y="435"/>
                  <a:pt x="1250" y="435"/>
                </a:cubicBezTo>
                <a:cubicBezTo>
                  <a:pt x="1246" y="434"/>
                  <a:pt x="1242" y="434"/>
                  <a:pt x="1238" y="433"/>
                </a:cubicBezTo>
                <a:cubicBezTo>
                  <a:pt x="1234" y="433"/>
                  <a:pt x="1230" y="432"/>
                  <a:pt x="1226" y="431"/>
                </a:cubicBezTo>
                <a:cubicBezTo>
                  <a:pt x="1222" y="431"/>
                  <a:pt x="1218" y="431"/>
                  <a:pt x="1214" y="430"/>
                </a:cubicBezTo>
                <a:cubicBezTo>
                  <a:pt x="1210" y="429"/>
                  <a:pt x="1206" y="429"/>
                  <a:pt x="1202" y="428"/>
                </a:cubicBezTo>
                <a:cubicBezTo>
                  <a:pt x="1198" y="428"/>
                  <a:pt x="1194" y="427"/>
                  <a:pt x="1191" y="426"/>
                </a:cubicBezTo>
                <a:cubicBezTo>
                  <a:pt x="1187" y="425"/>
                  <a:pt x="1183" y="425"/>
                  <a:pt x="1179" y="425"/>
                </a:cubicBezTo>
                <a:cubicBezTo>
                  <a:pt x="1175" y="424"/>
                  <a:pt x="1171" y="424"/>
                  <a:pt x="1167" y="423"/>
                </a:cubicBezTo>
                <a:cubicBezTo>
                  <a:pt x="1163" y="423"/>
                  <a:pt x="1159" y="422"/>
                  <a:pt x="1155" y="422"/>
                </a:cubicBezTo>
                <a:cubicBezTo>
                  <a:pt x="1151" y="421"/>
                  <a:pt x="1147" y="420"/>
                  <a:pt x="1143" y="419"/>
                </a:cubicBezTo>
                <a:cubicBezTo>
                  <a:pt x="1139" y="419"/>
                  <a:pt x="1135" y="419"/>
                  <a:pt x="1131" y="419"/>
                </a:cubicBezTo>
                <a:cubicBezTo>
                  <a:pt x="1127" y="418"/>
                  <a:pt x="1123" y="418"/>
                  <a:pt x="1119" y="417"/>
                </a:cubicBezTo>
                <a:cubicBezTo>
                  <a:pt x="1115" y="417"/>
                  <a:pt x="1111" y="416"/>
                  <a:pt x="1107" y="416"/>
                </a:cubicBezTo>
                <a:cubicBezTo>
                  <a:pt x="1103" y="415"/>
                  <a:pt x="1099" y="415"/>
                  <a:pt x="1096" y="414"/>
                </a:cubicBezTo>
                <a:cubicBezTo>
                  <a:pt x="1092" y="414"/>
                  <a:pt x="1088" y="414"/>
                  <a:pt x="1084" y="413"/>
                </a:cubicBezTo>
                <a:cubicBezTo>
                  <a:pt x="1080" y="413"/>
                  <a:pt x="1076" y="412"/>
                  <a:pt x="1072" y="411"/>
                </a:cubicBezTo>
                <a:cubicBezTo>
                  <a:pt x="1068" y="411"/>
                  <a:pt x="1064" y="410"/>
                  <a:pt x="1060" y="410"/>
                </a:cubicBezTo>
                <a:cubicBezTo>
                  <a:pt x="1056" y="410"/>
                  <a:pt x="1052" y="409"/>
                  <a:pt x="1048" y="409"/>
                </a:cubicBezTo>
                <a:cubicBezTo>
                  <a:pt x="1044" y="408"/>
                  <a:pt x="1040" y="408"/>
                  <a:pt x="1036" y="408"/>
                </a:cubicBezTo>
                <a:cubicBezTo>
                  <a:pt x="1032" y="407"/>
                  <a:pt x="1028" y="407"/>
                  <a:pt x="1024" y="406"/>
                </a:cubicBezTo>
                <a:cubicBezTo>
                  <a:pt x="1020" y="406"/>
                  <a:pt x="1016" y="406"/>
                  <a:pt x="1012" y="406"/>
                </a:cubicBezTo>
                <a:cubicBezTo>
                  <a:pt x="1008" y="405"/>
                  <a:pt x="1004" y="405"/>
                  <a:pt x="1000" y="405"/>
                </a:cubicBezTo>
                <a:cubicBezTo>
                  <a:pt x="997" y="404"/>
                  <a:pt x="993" y="403"/>
                  <a:pt x="989" y="403"/>
                </a:cubicBezTo>
                <a:cubicBezTo>
                  <a:pt x="985" y="403"/>
                  <a:pt x="981" y="403"/>
                  <a:pt x="977" y="402"/>
                </a:cubicBezTo>
                <a:cubicBezTo>
                  <a:pt x="973" y="402"/>
                  <a:pt x="969" y="402"/>
                  <a:pt x="965" y="401"/>
                </a:cubicBezTo>
                <a:cubicBezTo>
                  <a:pt x="961" y="401"/>
                  <a:pt x="957" y="400"/>
                  <a:pt x="953" y="400"/>
                </a:cubicBezTo>
                <a:cubicBezTo>
                  <a:pt x="949" y="400"/>
                  <a:pt x="945" y="400"/>
                  <a:pt x="941" y="400"/>
                </a:cubicBezTo>
                <a:cubicBezTo>
                  <a:pt x="938" y="400"/>
                  <a:pt x="934" y="400"/>
                  <a:pt x="930" y="399"/>
                </a:cubicBezTo>
                <a:cubicBezTo>
                  <a:pt x="926" y="399"/>
                  <a:pt x="922" y="399"/>
                  <a:pt x="918" y="399"/>
                </a:cubicBezTo>
                <a:cubicBezTo>
                  <a:pt x="914" y="399"/>
                  <a:pt x="910" y="398"/>
                  <a:pt x="906" y="398"/>
                </a:cubicBezTo>
                <a:cubicBezTo>
                  <a:pt x="902" y="398"/>
                  <a:pt x="898" y="397"/>
                  <a:pt x="894" y="397"/>
                </a:cubicBezTo>
                <a:cubicBezTo>
                  <a:pt x="890" y="396"/>
                  <a:pt x="886" y="397"/>
                  <a:pt x="882" y="397"/>
                </a:cubicBezTo>
                <a:cubicBezTo>
                  <a:pt x="878" y="397"/>
                  <a:pt x="875" y="396"/>
                  <a:pt x="871" y="395"/>
                </a:cubicBezTo>
                <a:cubicBezTo>
                  <a:pt x="867" y="395"/>
                  <a:pt x="863" y="395"/>
                  <a:pt x="859" y="395"/>
                </a:cubicBezTo>
                <a:cubicBezTo>
                  <a:pt x="855" y="395"/>
                  <a:pt x="851" y="395"/>
                  <a:pt x="847" y="395"/>
                </a:cubicBezTo>
                <a:cubicBezTo>
                  <a:pt x="843" y="395"/>
                  <a:pt x="839" y="395"/>
                  <a:pt x="835" y="395"/>
                </a:cubicBezTo>
                <a:cubicBezTo>
                  <a:pt x="831" y="395"/>
                  <a:pt x="827" y="395"/>
                  <a:pt x="823" y="395"/>
                </a:cubicBezTo>
                <a:cubicBezTo>
                  <a:pt x="819" y="395"/>
                  <a:pt x="816" y="394"/>
                  <a:pt x="812" y="394"/>
                </a:cubicBezTo>
                <a:cubicBezTo>
                  <a:pt x="807" y="394"/>
                  <a:pt x="802" y="395"/>
                  <a:pt x="797" y="395"/>
                </a:cubicBezTo>
                <a:cubicBezTo>
                  <a:pt x="792" y="395"/>
                  <a:pt x="787" y="395"/>
                  <a:pt x="783" y="395"/>
                </a:cubicBezTo>
                <a:cubicBezTo>
                  <a:pt x="779" y="395"/>
                  <a:pt x="775" y="396"/>
                  <a:pt x="770" y="396"/>
                </a:cubicBezTo>
                <a:cubicBezTo>
                  <a:pt x="766" y="396"/>
                  <a:pt x="762" y="395"/>
                  <a:pt x="758" y="395"/>
                </a:cubicBezTo>
                <a:cubicBezTo>
                  <a:pt x="754" y="395"/>
                  <a:pt x="750" y="395"/>
                  <a:pt x="745" y="395"/>
                </a:cubicBezTo>
                <a:cubicBezTo>
                  <a:pt x="742" y="396"/>
                  <a:pt x="738" y="396"/>
                  <a:pt x="733" y="396"/>
                </a:cubicBezTo>
                <a:cubicBezTo>
                  <a:pt x="729" y="397"/>
                  <a:pt x="725" y="397"/>
                  <a:pt x="721" y="397"/>
                </a:cubicBezTo>
                <a:cubicBezTo>
                  <a:pt x="717" y="398"/>
                  <a:pt x="713" y="397"/>
                  <a:pt x="709" y="397"/>
                </a:cubicBezTo>
                <a:cubicBezTo>
                  <a:pt x="705" y="398"/>
                  <a:pt x="701" y="399"/>
                  <a:pt x="697" y="399"/>
                </a:cubicBezTo>
                <a:cubicBezTo>
                  <a:pt x="693" y="399"/>
                  <a:pt x="689" y="399"/>
                  <a:pt x="685" y="399"/>
                </a:cubicBezTo>
                <a:cubicBezTo>
                  <a:pt x="681" y="400"/>
                  <a:pt x="677" y="400"/>
                  <a:pt x="673" y="400"/>
                </a:cubicBezTo>
                <a:cubicBezTo>
                  <a:pt x="669" y="400"/>
                  <a:pt x="665" y="401"/>
                  <a:pt x="661" y="402"/>
                </a:cubicBezTo>
                <a:cubicBezTo>
                  <a:pt x="657" y="402"/>
                  <a:pt x="653" y="402"/>
                  <a:pt x="649" y="402"/>
                </a:cubicBezTo>
                <a:cubicBezTo>
                  <a:pt x="645" y="403"/>
                  <a:pt x="641" y="404"/>
                  <a:pt x="636" y="404"/>
                </a:cubicBezTo>
                <a:cubicBezTo>
                  <a:pt x="632" y="405"/>
                  <a:pt x="628" y="405"/>
                  <a:pt x="624" y="406"/>
                </a:cubicBezTo>
                <a:cubicBezTo>
                  <a:pt x="620" y="406"/>
                  <a:pt x="616" y="406"/>
                  <a:pt x="612" y="407"/>
                </a:cubicBezTo>
                <a:cubicBezTo>
                  <a:pt x="608" y="407"/>
                  <a:pt x="604" y="407"/>
                  <a:pt x="600" y="407"/>
                </a:cubicBezTo>
                <a:cubicBezTo>
                  <a:pt x="596" y="408"/>
                  <a:pt x="592" y="409"/>
                  <a:pt x="588" y="409"/>
                </a:cubicBezTo>
                <a:cubicBezTo>
                  <a:pt x="584" y="410"/>
                  <a:pt x="580" y="410"/>
                  <a:pt x="576" y="410"/>
                </a:cubicBezTo>
                <a:cubicBezTo>
                  <a:pt x="572" y="411"/>
                  <a:pt x="568" y="411"/>
                  <a:pt x="564" y="412"/>
                </a:cubicBezTo>
                <a:cubicBezTo>
                  <a:pt x="560" y="412"/>
                  <a:pt x="556" y="412"/>
                  <a:pt x="552" y="413"/>
                </a:cubicBezTo>
                <a:cubicBezTo>
                  <a:pt x="548" y="413"/>
                  <a:pt x="544" y="414"/>
                  <a:pt x="540" y="415"/>
                </a:cubicBezTo>
                <a:cubicBezTo>
                  <a:pt x="536" y="415"/>
                  <a:pt x="532" y="416"/>
                  <a:pt x="528" y="416"/>
                </a:cubicBezTo>
                <a:cubicBezTo>
                  <a:pt x="524" y="417"/>
                  <a:pt x="520" y="417"/>
                  <a:pt x="516" y="417"/>
                </a:cubicBezTo>
                <a:cubicBezTo>
                  <a:pt x="512" y="418"/>
                  <a:pt x="508" y="419"/>
                  <a:pt x="504" y="419"/>
                </a:cubicBezTo>
                <a:cubicBezTo>
                  <a:pt x="500" y="420"/>
                  <a:pt x="496" y="420"/>
                  <a:pt x="492" y="420"/>
                </a:cubicBezTo>
                <a:cubicBezTo>
                  <a:pt x="488" y="421"/>
                  <a:pt x="484" y="422"/>
                  <a:pt x="480" y="422"/>
                </a:cubicBezTo>
                <a:cubicBezTo>
                  <a:pt x="476" y="423"/>
                  <a:pt x="472" y="424"/>
                  <a:pt x="468" y="424"/>
                </a:cubicBezTo>
                <a:cubicBezTo>
                  <a:pt x="464" y="425"/>
                  <a:pt x="460" y="425"/>
                  <a:pt x="456" y="425"/>
                </a:cubicBezTo>
                <a:cubicBezTo>
                  <a:pt x="452" y="426"/>
                  <a:pt x="448" y="427"/>
                  <a:pt x="444" y="428"/>
                </a:cubicBezTo>
                <a:cubicBezTo>
                  <a:pt x="440" y="428"/>
                  <a:pt x="436" y="428"/>
                  <a:pt x="432" y="429"/>
                </a:cubicBezTo>
                <a:cubicBezTo>
                  <a:pt x="428" y="430"/>
                  <a:pt x="425" y="431"/>
                  <a:pt x="421" y="431"/>
                </a:cubicBezTo>
                <a:cubicBezTo>
                  <a:pt x="417" y="432"/>
                  <a:pt x="413" y="432"/>
                  <a:pt x="409" y="432"/>
                </a:cubicBezTo>
                <a:cubicBezTo>
                  <a:pt x="405" y="433"/>
                  <a:pt x="401" y="435"/>
                  <a:pt x="397" y="435"/>
                </a:cubicBezTo>
                <a:cubicBezTo>
                  <a:pt x="393" y="436"/>
                  <a:pt x="389" y="436"/>
                  <a:pt x="385" y="436"/>
                </a:cubicBezTo>
                <a:cubicBezTo>
                  <a:pt x="381" y="437"/>
                  <a:pt x="377" y="437"/>
                  <a:pt x="373" y="438"/>
                </a:cubicBezTo>
                <a:cubicBezTo>
                  <a:pt x="369" y="439"/>
                  <a:pt x="365" y="440"/>
                  <a:pt x="361" y="440"/>
                </a:cubicBezTo>
                <a:cubicBezTo>
                  <a:pt x="357" y="441"/>
                  <a:pt x="353" y="442"/>
                  <a:pt x="349" y="443"/>
                </a:cubicBezTo>
                <a:cubicBezTo>
                  <a:pt x="345" y="444"/>
                  <a:pt x="341" y="444"/>
                  <a:pt x="337" y="444"/>
                </a:cubicBezTo>
                <a:cubicBezTo>
                  <a:pt x="333" y="445"/>
                  <a:pt x="329" y="447"/>
                  <a:pt x="326" y="447"/>
                </a:cubicBezTo>
                <a:cubicBezTo>
                  <a:pt x="322" y="448"/>
                  <a:pt x="318" y="448"/>
                  <a:pt x="314" y="449"/>
                </a:cubicBezTo>
                <a:cubicBezTo>
                  <a:pt x="310" y="450"/>
                  <a:pt x="306" y="450"/>
                  <a:pt x="302" y="451"/>
                </a:cubicBezTo>
                <a:cubicBezTo>
                  <a:pt x="298" y="452"/>
                  <a:pt x="294" y="452"/>
                  <a:pt x="290" y="453"/>
                </a:cubicBezTo>
                <a:cubicBezTo>
                  <a:pt x="286" y="454"/>
                  <a:pt x="282" y="454"/>
                  <a:pt x="278" y="455"/>
                </a:cubicBezTo>
                <a:cubicBezTo>
                  <a:pt x="274" y="456"/>
                  <a:pt x="270" y="457"/>
                  <a:pt x="266" y="458"/>
                </a:cubicBezTo>
                <a:cubicBezTo>
                  <a:pt x="262" y="458"/>
                  <a:pt x="258" y="459"/>
                  <a:pt x="254" y="460"/>
                </a:cubicBezTo>
                <a:cubicBezTo>
                  <a:pt x="250" y="461"/>
                  <a:pt x="246" y="461"/>
                  <a:pt x="242" y="462"/>
                </a:cubicBezTo>
                <a:cubicBezTo>
                  <a:pt x="238" y="463"/>
                  <a:pt x="234" y="464"/>
                  <a:pt x="230" y="465"/>
                </a:cubicBezTo>
                <a:cubicBezTo>
                  <a:pt x="226" y="465"/>
                  <a:pt x="222" y="466"/>
                  <a:pt x="218" y="467"/>
                </a:cubicBezTo>
                <a:cubicBezTo>
                  <a:pt x="215" y="468"/>
                  <a:pt x="211" y="469"/>
                  <a:pt x="207" y="470"/>
                </a:cubicBezTo>
                <a:cubicBezTo>
                  <a:pt x="203" y="470"/>
                  <a:pt x="199" y="471"/>
                  <a:pt x="195" y="472"/>
                </a:cubicBezTo>
                <a:cubicBezTo>
                  <a:pt x="192" y="473"/>
                  <a:pt x="188" y="473"/>
                  <a:pt x="185" y="473"/>
                </a:cubicBezTo>
                <a:cubicBezTo>
                  <a:pt x="182" y="474"/>
                  <a:pt x="178" y="475"/>
                  <a:pt x="175" y="476"/>
                </a:cubicBezTo>
                <a:cubicBezTo>
                  <a:pt x="172" y="477"/>
                  <a:pt x="168" y="478"/>
                  <a:pt x="165" y="478"/>
                </a:cubicBezTo>
                <a:cubicBezTo>
                  <a:pt x="162" y="479"/>
                  <a:pt x="158" y="479"/>
                  <a:pt x="154" y="480"/>
                </a:cubicBezTo>
                <a:cubicBezTo>
                  <a:pt x="151" y="481"/>
                  <a:pt x="147" y="482"/>
                  <a:pt x="143" y="483"/>
                </a:cubicBezTo>
                <a:cubicBezTo>
                  <a:pt x="140" y="483"/>
                  <a:pt x="136" y="484"/>
                  <a:pt x="132" y="484"/>
                </a:cubicBezTo>
                <a:cubicBezTo>
                  <a:pt x="129" y="485"/>
                  <a:pt x="125" y="486"/>
                  <a:pt x="121" y="486"/>
                </a:cubicBezTo>
                <a:cubicBezTo>
                  <a:pt x="118" y="486"/>
                  <a:pt x="114" y="486"/>
                  <a:pt x="110" y="486"/>
                </a:cubicBezTo>
                <a:cubicBezTo>
                  <a:pt x="109" y="486"/>
                  <a:pt x="107" y="486"/>
                  <a:pt x="105" y="486"/>
                </a:cubicBezTo>
                <a:cubicBezTo>
                  <a:pt x="105" y="486"/>
                  <a:pt x="105" y="486"/>
                  <a:pt x="105" y="486"/>
                </a:cubicBezTo>
                <a:cubicBezTo>
                  <a:pt x="105" y="486"/>
                  <a:pt x="104" y="487"/>
                  <a:pt x="104" y="487"/>
                </a:cubicBezTo>
                <a:cubicBezTo>
                  <a:pt x="100" y="487"/>
                  <a:pt x="95" y="486"/>
                  <a:pt x="91" y="485"/>
                </a:cubicBezTo>
                <a:cubicBezTo>
                  <a:pt x="87" y="484"/>
                  <a:pt x="83" y="482"/>
                  <a:pt x="79" y="480"/>
                </a:cubicBezTo>
                <a:cubicBezTo>
                  <a:pt x="75" y="477"/>
                  <a:pt x="72" y="474"/>
                  <a:pt x="69" y="471"/>
                </a:cubicBezTo>
                <a:cubicBezTo>
                  <a:pt x="66" y="468"/>
                  <a:pt x="63" y="465"/>
                  <a:pt x="60" y="461"/>
                </a:cubicBezTo>
                <a:cubicBezTo>
                  <a:pt x="65" y="461"/>
                  <a:pt x="68" y="461"/>
                  <a:pt x="72" y="461"/>
                </a:cubicBezTo>
                <a:cubicBezTo>
                  <a:pt x="77" y="461"/>
                  <a:pt x="81" y="461"/>
                  <a:pt x="85" y="461"/>
                </a:cubicBezTo>
                <a:cubicBezTo>
                  <a:pt x="89" y="460"/>
                  <a:pt x="93" y="460"/>
                  <a:pt x="97" y="460"/>
                </a:cubicBezTo>
                <a:cubicBezTo>
                  <a:pt x="101" y="460"/>
                  <a:pt x="105" y="460"/>
                  <a:pt x="109" y="460"/>
                </a:cubicBezTo>
                <a:cubicBezTo>
                  <a:pt x="112" y="459"/>
                  <a:pt x="115" y="459"/>
                  <a:pt x="118" y="459"/>
                </a:cubicBezTo>
                <a:cubicBezTo>
                  <a:pt x="119" y="458"/>
                  <a:pt x="121" y="457"/>
                  <a:pt x="123" y="459"/>
                </a:cubicBezTo>
                <a:cubicBezTo>
                  <a:pt x="127" y="458"/>
                  <a:pt x="130" y="458"/>
                  <a:pt x="133" y="457"/>
                </a:cubicBezTo>
                <a:cubicBezTo>
                  <a:pt x="137" y="457"/>
                  <a:pt x="142" y="456"/>
                  <a:pt x="146" y="455"/>
                </a:cubicBezTo>
                <a:cubicBezTo>
                  <a:pt x="150" y="455"/>
                  <a:pt x="154" y="454"/>
                  <a:pt x="158" y="453"/>
                </a:cubicBezTo>
                <a:cubicBezTo>
                  <a:pt x="162" y="453"/>
                  <a:pt x="166" y="452"/>
                  <a:pt x="170" y="451"/>
                </a:cubicBezTo>
                <a:cubicBezTo>
                  <a:pt x="173" y="450"/>
                  <a:pt x="177" y="449"/>
                  <a:pt x="182" y="449"/>
                </a:cubicBezTo>
                <a:cubicBezTo>
                  <a:pt x="185" y="448"/>
                  <a:pt x="190" y="447"/>
                  <a:pt x="194" y="447"/>
                </a:cubicBezTo>
                <a:cubicBezTo>
                  <a:pt x="198" y="446"/>
                  <a:pt x="202" y="444"/>
                  <a:pt x="206" y="443"/>
                </a:cubicBezTo>
                <a:cubicBezTo>
                  <a:pt x="202" y="444"/>
                  <a:pt x="198" y="444"/>
                  <a:pt x="194" y="444"/>
                </a:cubicBezTo>
                <a:cubicBezTo>
                  <a:pt x="190" y="444"/>
                  <a:pt x="186" y="445"/>
                  <a:pt x="182" y="445"/>
                </a:cubicBezTo>
                <a:cubicBezTo>
                  <a:pt x="178" y="445"/>
                  <a:pt x="174" y="445"/>
                  <a:pt x="170" y="445"/>
                </a:cubicBezTo>
                <a:cubicBezTo>
                  <a:pt x="166" y="445"/>
                  <a:pt x="162" y="445"/>
                  <a:pt x="158" y="446"/>
                </a:cubicBezTo>
                <a:cubicBezTo>
                  <a:pt x="157" y="446"/>
                  <a:pt x="156" y="446"/>
                  <a:pt x="154" y="446"/>
                </a:cubicBezTo>
                <a:cubicBezTo>
                  <a:pt x="153" y="447"/>
                  <a:pt x="152" y="446"/>
                  <a:pt x="151" y="446"/>
                </a:cubicBezTo>
                <a:cubicBezTo>
                  <a:pt x="150" y="446"/>
                  <a:pt x="148" y="446"/>
                  <a:pt x="147" y="446"/>
                </a:cubicBezTo>
                <a:cubicBezTo>
                  <a:pt x="143" y="446"/>
                  <a:pt x="139" y="446"/>
                  <a:pt x="135" y="446"/>
                </a:cubicBezTo>
                <a:cubicBezTo>
                  <a:pt x="131" y="446"/>
                  <a:pt x="127" y="446"/>
                  <a:pt x="123" y="446"/>
                </a:cubicBezTo>
                <a:cubicBezTo>
                  <a:pt x="119" y="446"/>
                  <a:pt x="115" y="446"/>
                  <a:pt x="111" y="445"/>
                </a:cubicBezTo>
                <a:cubicBezTo>
                  <a:pt x="107" y="445"/>
                  <a:pt x="103" y="445"/>
                  <a:pt x="99" y="444"/>
                </a:cubicBezTo>
                <a:cubicBezTo>
                  <a:pt x="96" y="444"/>
                  <a:pt x="92" y="443"/>
                  <a:pt x="88" y="443"/>
                </a:cubicBezTo>
                <a:cubicBezTo>
                  <a:pt x="87" y="443"/>
                  <a:pt x="86" y="443"/>
                  <a:pt x="85" y="443"/>
                </a:cubicBezTo>
                <a:cubicBezTo>
                  <a:pt x="86" y="444"/>
                  <a:pt x="82" y="447"/>
                  <a:pt x="79" y="443"/>
                </a:cubicBezTo>
                <a:cubicBezTo>
                  <a:pt x="79" y="442"/>
                  <a:pt x="80" y="442"/>
                  <a:pt x="81" y="442"/>
                </a:cubicBezTo>
                <a:cubicBezTo>
                  <a:pt x="79" y="442"/>
                  <a:pt x="78" y="442"/>
                  <a:pt x="76" y="441"/>
                </a:cubicBezTo>
                <a:cubicBezTo>
                  <a:pt x="74" y="441"/>
                  <a:pt x="71" y="441"/>
                  <a:pt x="69" y="440"/>
                </a:cubicBezTo>
                <a:cubicBezTo>
                  <a:pt x="68" y="441"/>
                  <a:pt x="68" y="441"/>
                  <a:pt x="67" y="441"/>
                </a:cubicBezTo>
                <a:cubicBezTo>
                  <a:pt x="67" y="441"/>
                  <a:pt x="67" y="440"/>
                  <a:pt x="67" y="440"/>
                </a:cubicBezTo>
                <a:cubicBezTo>
                  <a:pt x="66" y="440"/>
                  <a:pt x="65" y="440"/>
                  <a:pt x="64" y="440"/>
                </a:cubicBezTo>
                <a:cubicBezTo>
                  <a:pt x="61" y="439"/>
                  <a:pt x="57" y="439"/>
                  <a:pt x="53" y="438"/>
                </a:cubicBezTo>
                <a:cubicBezTo>
                  <a:pt x="53" y="437"/>
                  <a:pt x="52" y="436"/>
                  <a:pt x="52" y="435"/>
                </a:cubicBezTo>
                <a:cubicBezTo>
                  <a:pt x="52" y="433"/>
                  <a:pt x="52" y="431"/>
                  <a:pt x="53" y="429"/>
                </a:cubicBezTo>
                <a:cubicBezTo>
                  <a:pt x="51" y="432"/>
                  <a:pt x="49" y="434"/>
                  <a:pt x="48" y="431"/>
                </a:cubicBezTo>
                <a:cubicBezTo>
                  <a:pt x="52" y="431"/>
                  <a:pt x="49" y="423"/>
                  <a:pt x="53" y="424"/>
                </a:cubicBezTo>
                <a:cubicBezTo>
                  <a:pt x="53" y="423"/>
                  <a:pt x="54" y="422"/>
                  <a:pt x="54" y="421"/>
                </a:cubicBezTo>
                <a:cubicBezTo>
                  <a:pt x="58" y="421"/>
                  <a:pt x="62" y="420"/>
                  <a:pt x="66" y="420"/>
                </a:cubicBezTo>
                <a:cubicBezTo>
                  <a:pt x="70" y="420"/>
                  <a:pt x="74" y="420"/>
                  <a:pt x="78" y="420"/>
                </a:cubicBezTo>
                <a:cubicBezTo>
                  <a:pt x="82" y="420"/>
                  <a:pt x="86" y="420"/>
                  <a:pt x="90" y="420"/>
                </a:cubicBezTo>
                <a:cubicBezTo>
                  <a:pt x="90" y="420"/>
                  <a:pt x="90" y="420"/>
                  <a:pt x="90" y="420"/>
                </a:cubicBezTo>
                <a:cubicBezTo>
                  <a:pt x="91" y="419"/>
                  <a:pt x="91" y="418"/>
                  <a:pt x="92" y="418"/>
                </a:cubicBezTo>
                <a:cubicBezTo>
                  <a:pt x="93" y="419"/>
                  <a:pt x="93" y="419"/>
                  <a:pt x="94" y="420"/>
                </a:cubicBezTo>
                <a:cubicBezTo>
                  <a:pt x="97" y="419"/>
                  <a:pt x="99" y="419"/>
                  <a:pt x="102" y="419"/>
                </a:cubicBezTo>
                <a:cubicBezTo>
                  <a:pt x="106" y="418"/>
                  <a:pt x="110" y="418"/>
                  <a:pt x="114" y="418"/>
                </a:cubicBezTo>
                <a:cubicBezTo>
                  <a:pt x="118" y="418"/>
                  <a:pt x="123" y="417"/>
                  <a:pt x="127" y="417"/>
                </a:cubicBezTo>
                <a:cubicBezTo>
                  <a:pt x="131" y="416"/>
                  <a:pt x="134" y="415"/>
                  <a:pt x="139" y="414"/>
                </a:cubicBezTo>
                <a:cubicBezTo>
                  <a:pt x="143" y="414"/>
                  <a:pt x="147" y="413"/>
                  <a:pt x="151" y="412"/>
                </a:cubicBezTo>
                <a:cubicBezTo>
                  <a:pt x="154" y="412"/>
                  <a:pt x="158" y="411"/>
                  <a:pt x="163" y="410"/>
                </a:cubicBezTo>
                <a:cubicBezTo>
                  <a:pt x="166" y="409"/>
                  <a:pt x="171" y="409"/>
                  <a:pt x="175" y="408"/>
                </a:cubicBezTo>
                <a:cubicBezTo>
                  <a:pt x="176" y="408"/>
                  <a:pt x="178" y="408"/>
                  <a:pt x="180" y="407"/>
                </a:cubicBezTo>
                <a:cubicBezTo>
                  <a:pt x="179" y="407"/>
                  <a:pt x="179" y="407"/>
                  <a:pt x="178" y="406"/>
                </a:cubicBezTo>
                <a:cubicBezTo>
                  <a:pt x="182" y="403"/>
                  <a:pt x="183" y="405"/>
                  <a:pt x="183" y="407"/>
                </a:cubicBezTo>
                <a:cubicBezTo>
                  <a:pt x="184" y="406"/>
                  <a:pt x="185" y="406"/>
                  <a:pt x="187" y="406"/>
                </a:cubicBezTo>
                <a:cubicBezTo>
                  <a:pt x="191" y="405"/>
                  <a:pt x="195" y="404"/>
                  <a:pt x="199" y="403"/>
                </a:cubicBezTo>
                <a:cubicBezTo>
                  <a:pt x="195" y="403"/>
                  <a:pt x="190" y="404"/>
                  <a:pt x="186" y="404"/>
                </a:cubicBezTo>
                <a:cubicBezTo>
                  <a:pt x="182" y="404"/>
                  <a:pt x="178" y="404"/>
                  <a:pt x="174" y="404"/>
                </a:cubicBezTo>
                <a:cubicBezTo>
                  <a:pt x="170" y="404"/>
                  <a:pt x="166" y="405"/>
                  <a:pt x="162" y="405"/>
                </a:cubicBezTo>
                <a:cubicBezTo>
                  <a:pt x="158" y="405"/>
                  <a:pt x="154" y="405"/>
                  <a:pt x="150" y="405"/>
                </a:cubicBezTo>
                <a:cubicBezTo>
                  <a:pt x="146" y="405"/>
                  <a:pt x="142" y="406"/>
                  <a:pt x="138" y="406"/>
                </a:cubicBezTo>
                <a:cubicBezTo>
                  <a:pt x="134" y="406"/>
                  <a:pt x="130" y="405"/>
                  <a:pt x="126" y="405"/>
                </a:cubicBezTo>
                <a:cubicBezTo>
                  <a:pt x="122" y="405"/>
                  <a:pt x="118" y="406"/>
                  <a:pt x="114" y="405"/>
                </a:cubicBezTo>
                <a:cubicBezTo>
                  <a:pt x="110" y="405"/>
                  <a:pt x="106" y="404"/>
                  <a:pt x="101" y="404"/>
                </a:cubicBezTo>
                <a:cubicBezTo>
                  <a:pt x="98" y="404"/>
                  <a:pt x="93" y="404"/>
                  <a:pt x="89" y="404"/>
                </a:cubicBezTo>
                <a:cubicBezTo>
                  <a:pt x="88" y="404"/>
                  <a:pt x="86" y="403"/>
                  <a:pt x="84" y="403"/>
                </a:cubicBezTo>
                <a:cubicBezTo>
                  <a:pt x="84" y="404"/>
                  <a:pt x="83" y="404"/>
                  <a:pt x="82" y="404"/>
                </a:cubicBezTo>
                <a:cubicBezTo>
                  <a:pt x="83" y="404"/>
                  <a:pt x="83" y="403"/>
                  <a:pt x="83" y="403"/>
                </a:cubicBezTo>
                <a:cubicBezTo>
                  <a:pt x="81" y="403"/>
                  <a:pt x="79" y="403"/>
                  <a:pt x="77" y="403"/>
                </a:cubicBezTo>
                <a:cubicBezTo>
                  <a:pt x="73" y="402"/>
                  <a:pt x="69" y="401"/>
                  <a:pt x="65" y="400"/>
                </a:cubicBezTo>
                <a:cubicBezTo>
                  <a:pt x="61" y="400"/>
                  <a:pt x="58" y="399"/>
                  <a:pt x="53" y="399"/>
                </a:cubicBezTo>
                <a:cubicBezTo>
                  <a:pt x="53" y="396"/>
                  <a:pt x="52" y="393"/>
                  <a:pt x="52" y="390"/>
                </a:cubicBezTo>
                <a:cubicBezTo>
                  <a:pt x="52" y="386"/>
                  <a:pt x="52" y="383"/>
                  <a:pt x="51" y="380"/>
                </a:cubicBezTo>
                <a:cubicBezTo>
                  <a:pt x="55" y="380"/>
                  <a:pt x="60" y="380"/>
                  <a:pt x="63" y="380"/>
                </a:cubicBezTo>
                <a:cubicBezTo>
                  <a:pt x="67" y="380"/>
                  <a:pt x="71" y="380"/>
                  <a:pt x="75" y="380"/>
                </a:cubicBezTo>
                <a:cubicBezTo>
                  <a:pt x="79" y="380"/>
                  <a:pt x="83" y="379"/>
                  <a:pt x="87" y="379"/>
                </a:cubicBezTo>
                <a:cubicBezTo>
                  <a:pt x="91" y="378"/>
                  <a:pt x="95" y="379"/>
                  <a:pt x="99" y="378"/>
                </a:cubicBezTo>
                <a:cubicBezTo>
                  <a:pt x="103" y="378"/>
                  <a:pt x="107" y="378"/>
                  <a:pt x="110" y="377"/>
                </a:cubicBezTo>
                <a:cubicBezTo>
                  <a:pt x="114" y="377"/>
                  <a:pt x="118" y="376"/>
                  <a:pt x="122" y="375"/>
                </a:cubicBezTo>
                <a:cubicBezTo>
                  <a:pt x="126" y="375"/>
                  <a:pt x="130" y="374"/>
                  <a:pt x="134" y="374"/>
                </a:cubicBezTo>
                <a:cubicBezTo>
                  <a:pt x="137" y="373"/>
                  <a:pt x="141" y="372"/>
                  <a:pt x="145" y="371"/>
                </a:cubicBezTo>
                <a:cubicBezTo>
                  <a:pt x="149" y="371"/>
                  <a:pt x="153" y="371"/>
                  <a:pt x="157" y="370"/>
                </a:cubicBezTo>
                <a:cubicBezTo>
                  <a:pt x="161" y="369"/>
                  <a:pt x="165" y="369"/>
                  <a:pt x="168" y="368"/>
                </a:cubicBezTo>
                <a:cubicBezTo>
                  <a:pt x="172" y="367"/>
                  <a:pt x="176" y="366"/>
                  <a:pt x="180" y="365"/>
                </a:cubicBezTo>
                <a:cubicBezTo>
                  <a:pt x="184" y="364"/>
                  <a:pt x="187" y="363"/>
                  <a:pt x="191" y="362"/>
                </a:cubicBezTo>
                <a:cubicBezTo>
                  <a:pt x="187" y="363"/>
                  <a:pt x="183" y="363"/>
                  <a:pt x="180" y="364"/>
                </a:cubicBezTo>
                <a:cubicBezTo>
                  <a:pt x="175" y="364"/>
                  <a:pt x="171" y="363"/>
                  <a:pt x="167" y="363"/>
                </a:cubicBezTo>
                <a:cubicBezTo>
                  <a:pt x="163" y="364"/>
                  <a:pt x="159" y="365"/>
                  <a:pt x="156" y="365"/>
                </a:cubicBezTo>
                <a:cubicBezTo>
                  <a:pt x="151" y="365"/>
                  <a:pt x="147" y="365"/>
                  <a:pt x="144" y="365"/>
                </a:cubicBezTo>
                <a:cubicBezTo>
                  <a:pt x="140" y="365"/>
                  <a:pt x="136" y="365"/>
                  <a:pt x="132" y="365"/>
                </a:cubicBezTo>
                <a:cubicBezTo>
                  <a:pt x="128" y="365"/>
                  <a:pt x="124" y="365"/>
                  <a:pt x="120" y="365"/>
                </a:cubicBezTo>
                <a:cubicBezTo>
                  <a:pt x="116" y="365"/>
                  <a:pt x="112" y="365"/>
                  <a:pt x="108" y="365"/>
                </a:cubicBezTo>
                <a:cubicBezTo>
                  <a:pt x="104" y="364"/>
                  <a:pt x="100" y="364"/>
                  <a:pt x="96" y="364"/>
                </a:cubicBezTo>
                <a:cubicBezTo>
                  <a:pt x="95" y="364"/>
                  <a:pt x="94" y="364"/>
                  <a:pt x="93" y="364"/>
                </a:cubicBezTo>
                <a:cubicBezTo>
                  <a:pt x="92" y="364"/>
                  <a:pt x="91" y="365"/>
                  <a:pt x="91" y="363"/>
                </a:cubicBezTo>
                <a:cubicBezTo>
                  <a:pt x="88" y="363"/>
                  <a:pt x="86" y="363"/>
                  <a:pt x="84" y="363"/>
                </a:cubicBezTo>
                <a:cubicBezTo>
                  <a:pt x="80" y="362"/>
                  <a:pt x="76" y="362"/>
                  <a:pt x="72" y="362"/>
                </a:cubicBezTo>
                <a:cubicBezTo>
                  <a:pt x="68" y="361"/>
                  <a:pt x="65" y="361"/>
                  <a:pt x="61" y="361"/>
                </a:cubicBezTo>
                <a:cubicBezTo>
                  <a:pt x="61" y="362"/>
                  <a:pt x="61" y="362"/>
                  <a:pt x="59" y="362"/>
                </a:cubicBezTo>
                <a:cubicBezTo>
                  <a:pt x="59" y="362"/>
                  <a:pt x="59" y="361"/>
                  <a:pt x="59" y="361"/>
                </a:cubicBezTo>
                <a:cubicBezTo>
                  <a:pt x="56" y="360"/>
                  <a:pt x="52" y="359"/>
                  <a:pt x="48" y="359"/>
                </a:cubicBezTo>
                <a:cubicBezTo>
                  <a:pt x="48" y="355"/>
                  <a:pt x="47" y="352"/>
                  <a:pt x="46" y="349"/>
                </a:cubicBezTo>
                <a:cubicBezTo>
                  <a:pt x="46" y="346"/>
                  <a:pt x="45" y="343"/>
                  <a:pt x="44" y="340"/>
                </a:cubicBezTo>
                <a:cubicBezTo>
                  <a:pt x="48" y="340"/>
                  <a:pt x="52" y="339"/>
                  <a:pt x="55" y="339"/>
                </a:cubicBezTo>
                <a:cubicBezTo>
                  <a:pt x="55" y="339"/>
                  <a:pt x="55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60" y="339"/>
                  <a:pt x="64" y="339"/>
                  <a:pt x="68" y="339"/>
                </a:cubicBezTo>
                <a:cubicBezTo>
                  <a:pt x="72" y="339"/>
                  <a:pt x="76" y="338"/>
                  <a:pt x="79" y="338"/>
                </a:cubicBezTo>
                <a:cubicBezTo>
                  <a:pt x="83" y="338"/>
                  <a:pt x="87" y="338"/>
                  <a:pt x="91" y="338"/>
                </a:cubicBezTo>
                <a:cubicBezTo>
                  <a:pt x="95" y="337"/>
                  <a:pt x="99" y="337"/>
                  <a:pt x="103" y="336"/>
                </a:cubicBezTo>
                <a:cubicBezTo>
                  <a:pt x="107" y="336"/>
                  <a:pt x="111" y="335"/>
                  <a:pt x="115" y="335"/>
                </a:cubicBezTo>
                <a:cubicBezTo>
                  <a:pt x="119" y="334"/>
                  <a:pt x="122" y="334"/>
                  <a:pt x="126" y="333"/>
                </a:cubicBezTo>
                <a:cubicBezTo>
                  <a:pt x="130" y="333"/>
                  <a:pt x="134" y="332"/>
                  <a:pt x="138" y="331"/>
                </a:cubicBezTo>
                <a:cubicBezTo>
                  <a:pt x="142" y="331"/>
                  <a:pt x="146" y="331"/>
                  <a:pt x="150" y="330"/>
                </a:cubicBezTo>
                <a:cubicBezTo>
                  <a:pt x="154" y="329"/>
                  <a:pt x="157" y="328"/>
                  <a:pt x="161" y="327"/>
                </a:cubicBezTo>
                <a:cubicBezTo>
                  <a:pt x="165" y="326"/>
                  <a:pt x="169" y="325"/>
                  <a:pt x="173" y="324"/>
                </a:cubicBezTo>
                <a:cubicBezTo>
                  <a:pt x="176" y="323"/>
                  <a:pt x="180" y="323"/>
                  <a:pt x="184" y="322"/>
                </a:cubicBezTo>
                <a:cubicBezTo>
                  <a:pt x="180" y="322"/>
                  <a:pt x="176" y="322"/>
                  <a:pt x="172" y="322"/>
                </a:cubicBezTo>
                <a:cubicBezTo>
                  <a:pt x="168" y="322"/>
                  <a:pt x="164" y="324"/>
                  <a:pt x="160" y="324"/>
                </a:cubicBezTo>
                <a:cubicBezTo>
                  <a:pt x="156" y="324"/>
                  <a:pt x="152" y="324"/>
                  <a:pt x="148" y="324"/>
                </a:cubicBezTo>
                <a:cubicBezTo>
                  <a:pt x="143" y="324"/>
                  <a:pt x="139" y="324"/>
                  <a:pt x="135" y="324"/>
                </a:cubicBezTo>
                <a:cubicBezTo>
                  <a:pt x="131" y="324"/>
                  <a:pt x="127" y="324"/>
                  <a:pt x="123" y="324"/>
                </a:cubicBezTo>
                <a:cubicBezTo>
                  <a:pt x="119" y="324"/>
                  <a:pt x="115" y="324"/>
                  <a:pt x="111" y="324"/>
                </a:cubicBezTo>
                <a:cubicBezTo>
                  <a:pt x="110" y="324"/>
                  <a:pt x="109" y="324"/>
                  <a:pt x="108" y="324"/>
                </a:cubicBezTo>
                <a:cubicBezTo>
                  <a:pt x="108" y="325"/>
                  <a:pt x="107" y="325"/>
                  <a:pt x="105" y="326"/>
                </a:cubicBezTo>
                <a:cubicBezTo>
                  <a:pt x="106" y="325"/>
                  <a:pt x="106" y="325"/>
                  <a:pt x="105" y="324"/>
                </a:cubicBezTo>
                <a:cubicBezTo>
                  <a:pt x="103" y="324"/>
                  <a:pt x="101" y="324"/>
                  <a:pt x="99" y="324"/>
                </a:cubicBezTo>
                <a:cubicBezTo>
                  <a:pt x="95" y="324"/>
                  <a:pt x="91" y="323"/>
                  <a:pt x="87" y="323"/>
                </a:cubicBezTo>
                <a:cubicBezTo>
                  <a:pt x="83" y="323"/>
                  <a:pt x="79" y="323"/>
                  <a:pt x="74" y="323"/>
                </a:cubicBezTo>
                <a:cubicBezTo>
                  <a:pt x="70" y="322"/>
                  <a:pt x="66" y="321"/>
                  <a:pt x="62" y="321"/>
                </a:cubicBezTo>
                <a:cubicBezTo>
                  <a:pt x="58" y="320"/>
                  <a:pt x="54" y="320"/>
                  <a:pt x="50" y="320"/>
                </a:cubicBezTo>
                <a:cubicBezTo>
                  <a:pt x="46" y="319"/>
                  <a:pt x="42" y="319"/>
                  <a:pt x="38" y="318"/>
                </a:cubicBezTo>
                <a:cubicBezTo>
                  <a:pt x="37" y="315"/>
                  <a:pt x="36" y="312"/>
                  <a:pt x="35" y="309"/>
                </a:cubicBezTo>
                <a:cubicBezTo>
                  <a:pt x="34" y="305"/>
                  <a:pt x="33" y="302"/>
                  <a:pt x="32" y="299"/>
                </a:cubicBezTo>
                <a:cubicBezTo>
                  <a:pt x="36" y="299"/>
                  <a:pt x="41" y="299"/>
                  <a:pt x="45" y="299"/>
                </a:cubicBezTo>
                <a:cubicBezTo>
                  <a:pt x="49" y="299"/>
                  <a:pt x="53" y="299"/>
                  <a:pt x="57" y="299"/>
                </a:cubicBezTo>
                <a:cubicBezTo>
                  <a:pt x="60" y="299"/>
                  <a:pt x="63" y="299"/>
                  <a:pt x="66" y="299"/>
                </a:cubicBezTo>
                <a:cubicBezTo>
                  <a:pt x="67" y="298"/>
                  <a:pt x="68" y="298"/>
                  <a:pt x="68" y="298"/>
                </a:cubicBezTo>
                <a:cubicBezTo>
                  <a:pt x="69" y="298"/>
                  <a:pt x="69" y="298"/>
                  <a:pt x="69" y="298"/>
                </a:cubicBezTo>
                <a:cubicBezTo>
                  <a:pt x="72" y="298"/>
                  <a:pt x="75" y="298"/>
                  <a:pt x="78" y="298"/>
                </a:cubicBezTo>
                <a:cubicBezTo>
                  <a:pt x="79" y="297"/>
                  <a:pt x="79" y="297"/>
                  <a:pt x="81" y="297"/>
                </a:cubicBezTo>
                <a:cubicBezTo>
                  <a:pt x="81" y="297"/>
                  <a:pt x="81" y="297"/>
                  <a:pt x="81" y="298"/>
                </a:cubicBezTo>
                <a:cubicBezTo>
                  <a:pt x="81" y="298"/>
                  <a:pt x="81" y="298"/>
                  <a:pt x="81" y="298"/>
                </a:cubicBezTo>
                <a:cubicBezTo>
                  <a:pt x="82" y="297"/>
                  <a:pt x="82" y="297"/>
                  <a:pt x="83" y="297"/>
                </a:cubicBezTo>
                <a:cubicBezTo>
                  <a:pt x="83" y="296"/>
                  <a:pt x="83" y="295"/>
                  <a:pt x="84" y="295"/>
                </a:cubicBezTo>
                <a:cubicBezTo>
                  <a:pt x="85" y="296"/>
                  <a:pt x="85" y="297"/>
                  <a:pt x="86" y="297"/>
                </a:cubicBezTo>
                <a:cubicBezTo>
                  <a:pt x="89" y="297"/>
                  <a:pt x="91" y="296"/>
                  <a:pt x="93" y="296"/>
                </a:cubicBezTo>
                <a:cubicBezTo>
                  <a:pt x="97" y="296"/>
                  <a:pt x="101" y="296"/>
                  <a:pt x="105" y="295"/>
                </a:cubicBezTo>
                <a:cubicBezTo>
                  <a:pt x="109" y="295"/>
                  <a:pt x="113" y="293"/>
                  <a:pt x="117" y="293"/>
                </a:cubicBezTo>
                <a:cubicBezTo>
                  <a:pt x="121" y="292"/>
                  <a:pt x="125" y="292"/>
                  <a:pt x="129" y="291"/>
                </a:cubicBezTo>
                <a:cubicBezTo>
                  <a:pt x="133" y="290"/>
                  <a:pt x="137" y="290"/>
                  <a:pt x="142" y="289"/>
                </a:cubicBezTo>
                <a:cubicBezTo>
                  <a:pt x="145" y="288"/>
                  <a:pt x="149" y="288"/>
                  <a:pt x="153" y="287"/>
                </a:cubicBezTo>
                <a:cubicBezTo>
                  <a:pt x="157" y="286"/>
                  <a:pt x="161" y="284"/>
                  <a:pt x="165" y="284"/>
                </a:cubicBezTo>
                <a:cubicBezTo>
                  <a:pt x="169" y="283"/>
                  <a:pt x="173" y="282"/>
                  <a:pt x="177" y="281"/>
                </a:cubicBezTo>
                <a:cubicBezTo>
                  <a:pt x="173" y="282"/>
                  <a:pt x="169" y="282"/>
                  <a:pt x="166" y="282"/>
                </a:cubicBezTo>
                <a:cubicBezTo>
                  <a:pt x="162" y="282"/>
                  <a:pt x="158" y="282"/>
                  <a:pt x="154" y="282"/>
                </a:cubicBezTo>
                <a:cubicBezTo>
                  <a:pt x="150" y="283"/>
                  <a:pt x="146" y="283"/>
                  <a:pt x="142" y="283"/>
                </a:cubicBezTo>
                <a:cubicBezTo>
                  <a:pt x="138" y="283"/>
                  <a:pt x="134" y="283"/>
                  <a:pt x="130" y="283"/>
                </a:cubicBezTo>
                <a:cubicBezTo>
                  <a:pt x="126" y="283"/>
                  <a:pt x="123" y="284"/>
                  <a:pt x="119" y="284"/>
                </a:cubicBezTo>
                <a:cubicBezTo>
                  <a:pt x="115" y="284"/>
                  <a:pt x="111" y="284"/>
                  <a:pt x="107" y="284"/>
                </a:cubicBezTo>
                <a:cubicBezTo>
                  <a:pt x="103" y="284"/>
                  <a:pt x="99" y="284"/>
                  <a:pt x="95" y="284"/>
                </a:cubicBezTo>
                <a:cubicBezTo>
                  <a:pt x="94" y="284"/>
                  <a:pt x="92" y="284"/>
                  <a:pt x="91" y="283"/>
                </a:cubicBezTo>
                <a:cubicBezTo>
                  <a:pt x="90" y="284"/>
                  <a:pt x="89" y="285"/>
                  <a:pt x="88" y="285"/>
                </a:cubicBezTo>
                <a:cubicBezTo>
                  <a:pt x="88" y="284"/>
                  <a:pt x="88" y="284"/>
                  <a:pt x="88" y="283"/>
                </a:cubicBezTo>
                <a:cubicBezTo>
                  <a:pt x="87" y="283"/>
                  <a:pt x="85" y="283"/>
                  <a:pt x="84" y="283"/>
                </a:cubicBezTo>
                <a:cubicBezTo>
                  <a:pt x="80" y="282"/>
                  <a:pt x="76" y="283"/>
                  <a:pt x="72" y="282"/>
                </a:cubicBezTo>
                <a:cubicBezTo>
                  <a:pt x="70" y="282"/>
                  <a:pt x="69" y="282"/>
                  <a:pt x="67" y="282"/>
                </a:cubicBezTo>
                <a:cubicBezTo>
                  <a:pt x="65" y="285"/>
                  <a:pt x="62" y="283"/>
                  <a:pt x="62" y="281"/>
                </a:cubicBezTo>
                <a:cubicBezTo>
                  <a:pt x="61" y="281"/>
                  <a:pt x="61" y="281"/>
                  <a:pt x="60" y="281"/>
                </a:cubicBezTo>
                <a:cubicBezTo>
                  <a:pt x="57" y="280"/>
                  <a:pt x="53" y="280"/>
                  <a:pt x="49" y="280"/>
                </a:cubicBezTo>
                <a:cubicBezTo>
                  <a:pt x="46" y="280"/>
                  <a:pt x="43" y="279"/>
                  <a:pt x="40" y="279"/>
                </a:cubicBezTo>
                <a:cubicBezTo>
                  <a:pt x="40" y="279"/>
                  <a:pt x="40" y="279"/>
                  <a:pt x="40" y="280"/>
                </a:cubicBezTo>
                <a:cubicBezTo>
                  <a:pt x="38" y="280"/>
                  <a:pt x="37" y="279"/>
                  <a:pt x="36" y="278"/>
                </a:cubicBezTo>
                <a:cubicBezTo>
                  <a:pt x="32" y="278"/>
                  <a:pt x="29" y="278"/>
                  <a:pt x="25" y="277"/>
                </a:cubicBezTo>
                <a:cubicBezTo>
                  <a:pt x="25" y="275"/>
                  <a:pt x="24" y="273"/>
                  <a:pt x="24" y="271"/>
                </a:cubicBezTo>
                <a:cubicBezTo>
                  <a:pt x="22" y="269"/>
                  <a:pt x="20" y="267"/>
                  <a:pt x="23" y="266"/>
                </a:cubicBezTo>
                <a:cubicBezTo>
                  <a:pt x="22" y="264"/>
                  <a:pt x="21" y="261"/>
                  <a:pt x="20" y="258"/>
                </a:cubicBezTo>
                <a:cubicBezTo>
                  <a:pt x="24" y="258"/>
                  <a:pt x="28" y="259"/>
                  <a:pt x="32" y="259"/>
                </a:cubicBezTo>
                <a:cubicBezTo>
                  <a:pt x="36" y="259"/>
                  <a:pt x="40" y="258"/>
                  <a:pt x="44" y="258"/>
                </a:cubicBezTo>
                <a:cubicBezTo>
                  <a:pt x="48" y="258"/>
                  <a:pt x="52" y="258"/>
                  <a:pt x="55" y="258"/>
                </a:cubicBezTo>
                <a:cubicBezTo>
                  <a:pt x="59" y="258"/>
                  <a:pt x="63" y="258"/>
                  <a:pt x="67" y="258"/>
                </a:cubicBezTo>
                <a:cubicBezTo>
                  <a:pt x="71" y="258"/>
                  <a:pt x="75" y="257"/>
                  <a:pt x="79" y="257"/>
                </a:cubicBezTo>
                <a:cubicBezTo>
                  <a:pt x="83" y="257"/>
                  <a:pt x="86" y="256"/>
                  <a:pt x="90" y="256"/>
                </a:cubicBezTo>
                <a:cubicBezTo>
                  <a:pt x="91" y="256"/>
                  <a:pt x="91" y="256"/>
                  <a:pt x="92" y="256"/>
                </a:cubicBezTo>
                <a:cubicBezTo>
                  <a:pt x="91" y="255"/>
                  <a:pt x="90" y="255"/>
                  <a:pt x="90" y="255"/>
                </a:cubicBezTo>
                <a:cubicBezTo>
                  <a:pt x="90" y="253"/>
                  <a:pt x="92" y="253"/>
                  <a:pt x="95" y="253"/>
                </a:cubicBezTo>
                <a:cubicBezTo>
                  <a:pt x="94" y="253"/>
                  <a:pt x="95" y="253"/>
                  <a:pt x="95" y="254"/>
                </a:cubicBezTo>
                <a:cubicBezTo>
                  <a:pt x="94" y="255"/>
                  <a:pt x="93" y="254"/>
                  <a:pt x="92" y="256"/>
                </a:cubicBezTo>
                <a:cubicBezTo>
                  <a:pt x="95" y="255"/>
                  <a:pt x="99" y="255"/>
                  <a:pt x="102" y="254"/>
                </a:cubicBezTo>
                <a:cubicBezTo>
                  <a:pt x="106" y="254"/>
                  <a:pt x="109" y="253"/>
                  <a:pt x="113" y="252"/>
                </a:cubicBezTo>
                <a:cubicBezTo>
                  <a:pt x="116" y="252"/>
                  <a:pt x="120" y="251"/>
                  <a:pt x="123" y="250"/>
                </a:cubicBezTo>
                <a:cubicBezTo>
                  <a:pt x="123" y="250"/>
                  <a:pt x="123" y="249"/>
                  <a:pt x="123" y="249"/>
                </a:cubicBezTo>
                <a:cubicBezTo>
                  <a:pt x="126" y="249"/>
                  <a:pt x="127" y="247"/>
                  <a:pt x="130" y="247"/>
                </a:cubicBezTo>
                <a:cubicBezTo>
                  <a:pt x="133" y="247"/>
                  <a:pt x="134" y="247"/>
                  <a:pt x="135" y="248"/>
                </a:cubicBezTo>
                <a:cubicBezTo>
                  <a:pt x="136" y="248"/>
                  <a:pt x="136" y="248"/>
                  <a:pt x="136" y="248"/>
                </a:cubicBezTo>
                <a:cubicBezTo>
                  <a:pt x="137" y="248"/>
                  <a:pt x="139" y="247"/>
                  <a:pt x="140" y="247"/>
                </a:cubicBezTo>
                <a:cubicBezTo>
                  <a:pt x="141" y="247"/>
                  <a:pt x="141" y="247"/>
                  <a:pt x="142" y="247"/>
                </a:cubicBezTo>
                <a:cubicBezTo>
                  <a:pt x="142" y="247"/>
                  <a:pt x="142" y="247"/>
                  <a:pt x="142" y="247"/>
                </a:cubicBezTo>
                <a:cubicBezTo>
                  <a:pt x="143" y="247"/>
                  <a:pt x="145" y="246"/>
                  <a:pt x="146" y="246"/>
                </a:cubicBezTo>
                <a:cubicBezTo>
                  <a:pt x="146" y="245"/>
                  <a:pt x="146" y="244"/>
                  <a:pt x="146" y="243"/>
                </a:cubicBezTo>
                <a:cubicBezTo>
                  <a:pt x="148" y="243"/>
                  <a:pt x="152" y="243"/>
                  <a:pt x="153" y="245"/>
                </a:cubicBezTo>
                <a:cubicBezTo>
                  <a:pt x="155" y="244"/>
                  <a:pt x="157" y="244"/>
                  <a:pt x="159" y="243"/>
                </a:cubicBezTo>
                <a:cubicBezTo>
                  <a:pt x="162" y="242"/>
                  <a:pt x="166" y="242"/>
                  <a:pt x="170" y="241"/>
                </a:cubicBezTo>
                <a:cubicBezTo>
                  <a:pt x="166" y="241"/>
                  <a:pt x="162" y="242"/>
                  <a:pt x="158" y="242"/>
                </a:cubicBezTo>
                <a:cubicBezTo>
                  <a:pt x="154" y="242"/>
                  <a:pt x="150" y="242"/>
                  <a:pt x="146" y="242"/>
                </a:cubicBezTo>
                <a:cubicBezTo>
                  <a:pt x="142" y="243"/>
                  <a:pt x="138" y="243"/>
                  <a:pt x="134" y="243"/>
                </a:cubicBezTo>
                <a:cubicBezTo>
                  <a:pt x="130" y="244"/>
                  <a:pt x="126" y="243"/>
                  <a:pt x="122" y="243"/>
                </a:cubicBezTo>
                <a:cubicBezTo>
                  <a:pt x="119" y="244"/>
                  <a:pt x="116" y="243"/>
                  <a:pt x="113" y="243"/>
                </a:cubicBezTo>
                <a:cubicBezTo>
                  <a:pt x="112" y="245"/>
                  <a:pt x="110" y="246"/>
                  <a:pt x="107" y="243"/>
                </a:cubicBezTo>
                <a:cubicBezTo>
                  <a:pt x="107" y="243"/>
                  <a:pt x="107" y="243"/>
                  <a:pt x="108" y="243"/>
                </a:cubicBezTo>
                <a:cubicBezTo>
                  <a:pt x="105" y="243"/>
                  <a:pt x="102" y="243"/>
                  <a:pt x="99" y="243"/>
                </a:cubicBezTo>
                <a:cubicBezTo>
                  <a:pt x="95" y="243"/>
                  <a:pt x="91" y="243"/>
                  <a:pt x="87" y="243"/>
                </a:cubicBezTo>
                <a:cubicBezTo>
                  <a:pt x="85" y="243"/>
                  <a:pt x="84" y="243"/>
                  <a:pt x="82" y="243"/>
                </a:cubicBezTo>
                <a:cubicBezTo>
                  <a:pt x="82" y="243"/>
                  <a:pt x="82" y="243"/>
                  <a:pt x="82" y="243"/>
                </a:cubicBezTo>
                <a:cubicBezTo>
                  <a:pt x="80" y="244"/>
                  <a:pt x="77" y="243"/>
                  <a:pt x="76" y="242"/>
                </a:cubicBezTo>
                <a:cubicBezTo>
                  <a:pt x="75" y="242"/>
                  <a:pt x="75" y="242"/>
                  <a:pt x="75" y="242"/>
                </a:cubicBezTo>
                <a:cubicBezTo>
                  <a:pt x="72" y="242"/>
                  <a:pt x="69" y="242"/>
                  <a:pt x="65" y="242"/>
                </a:cubicBezTo>
                <a:cubicBezTo>
                  <a:pt x="64" y="242"/>
                  <a:pt x="63" y="243"/>
                  <a:pt x="62" y="242"/>
                </a:cubicBezTo>
                <a:cubicBezTo>
                  <a:pt x="59" y="241"/>
                  <a:pt x="55" y="241"/>
                  <a:pt x="51" y="241"/>
                </a:cubicBezTo>
                <a:cubicBezTo>
                  <a:pt x="47" y="240"/>
                  <a:pt x="43" y="239"/>
                  <a:pt x="39" y="239"/>
                </a:cubicBezTo>
                <a:cubicBezTo>
                  <a:pt x="36" y="238"/>
                  <a:pt x="32" y="238"/>
                  <a:pt x="28" y="237"/>
                </a:cubicBezTo>
                <a:cubicBezTo>
                  <a:pt x="24" y="237"/>
                  <a:pt x="20" y="236"/>
                  <a:pt x="16" y="235"/>
                </a:cubicBezTo>
                <a:cubicBezTo>
                  <a:pt x="15" y="232"/>
                  <a:pt x="15" y="228"/>
                  <a:pt x="14" y="225"/>
                </a:cubicBezTo>
                <a:cubicBezTo>
                  <a:pt x="14" y="221"/>
                  <a:pt x="13" y="217"/>
                  <a:pt x="13" y="214"/>
                </a:cubicBezTo>
                <a:cubicBezTo>
                  <a:pt x="13" y="210"/>
                  <a:pt x="12" y="206"/>
                  <a:pt x="12" y="202"/>
                </a:cubicBezTo>
                <a:cubicBezTo>
                  <a:pt x="12" y="201"/>
                  <a:pt x="12" y="199"/>
                  <a:pt x="12" y="198"/>
                </a:cubicBezTo>
                <a:cubicBezTo>
                  <a:pt x="11" y="198"/>
                  <a:pt x="10" y="198"/>
                  <a:pt x="10" y="199"/>
                </a:cubicBezTo>
                <a:cubicBezTo>
                  <a:pt x="9" y="194"/>
                  <a:pt x="4" y="195"/>
                  <a:pt x="2" y="191"/>
                </a:cubicBezTo>
                <a:cubicBezTo>
                  <a:pt x="4" y="189"/>
                  <a:pt x="8" y="191"/>
                  <a:pt x="11" y="193"/>
                </a:cubicBezTo>
                <a:cubicBezTo>
                  <a:pt x="11" y="192"/>
                  <a:pt x="11" y="192"/>
                  <a:pt x="11" y="191"/>
                </a:cubicBezTo>
                <a:cubicBezTo>
                  <a:pt x="11" y="187"/>
                  <a:pt x="11" y="184"/>
                  <a:pt x="11" y="181"/>
                </a:cubicBezTo>
                <a:cubicBezTo>
                  <a:pt x="12" y="183"/>
                  <a:pt x="13" y="185"/>
                  <a:pt x="15" y="187"/>
                </a:cubicBezTo>
                <a:cubicBezTo>
                  <a:pt x="16" y="186"/>
                  <a:pt x="17" y="187"/>
                  <a:pt x="18" y="188"/>
                </a:cubicBezTo>
                <a:cubicBezTo>
                  <a:pt x="18" y="188"/>
                  <a:pt x="17" y="189"/>
                  <a:pt x="17" y="189"/>
                </a:cubicBezTo>
                <a:cubicBezTo>
                  <a:pt x="17" y="189"/>
                  <a:pt x="18" y="190"/>
                  <a:pt x="18" y="190"/>
                </a:cubicBezTo>
                <a:cubicBezTo>
                  <a:pt x="21" y="194"/>
                  <a:pt x="24" y="197"/>
                  <a:pt x="28" y="199"/>
                </a:cubicBezTo>
                <a:cubicBezTo>
                  <a:pt x="31" y="202"/>
                  <a:pt x="35" y="204"/>
                  <a:pt x="38" y="206"/>
                </a:cubicBezTo>
                <a:cubicBezTo>
                  <a:pt x="42" y="208"/>
                  <a:pt x="46" y="209"/>
                  <a:pt x="50" y="210"/>
                </a:cubicBezTo>
                <a:cubicBezTo>
                  <a:pt x="54" y="212"/>
                  <a:pt x="58" y="214"/>
                  <a:pt x="62" y="215"/>
                </a:cubicBezTo>
                <a:cubicBezTo>
                  <a:pt x="67" y="216"/>
                  <a:pt x="71" y="217"/>
                  <a:pt x="75" y="218"/>
                </a:cubicBezTo>
                <a:cubicBezTo>
                  <a:pt x="80" y="219"/>
                  <a:pt x="84" y="219"/>
                  <a:pt x="87" y="219"/>
                </a:cubicBezTo>
                <a:cubicBezTo>
                  <a:pt x="91" y="219"/>
                  <a:pt x="94" y="219"/>
                  <a:pt x="98" y="219"/>
                </a:cubicBezTo>
                <a:cubicBezTo>
                  <a:pt x="101" y="220"/>
                  <a:pt x="104" y="220"/>
                  <a:pt x="108" y="220"/>
                </a:cubicBezTo>
                <a:cubicBezTo>
                  <a:pt x="112" y="220"/>
                  <a:pt x="116" y="220"/>
                  <a:pt x="120" y="220"/>
                </a:cubicBezTo>
                <a:cubicBezTo>
                  <a:pt x="120" y="220"/>
                  <a:pt x="121" y="220"/>
                  <a:pt x="121" y="220"/>
                </a:cubicBezTo>
                <a:cubicBezTo>
                  <a:pt x="121" y="220"/>
                  <a:pt x="121" y="219"/>
                  <a:pt x="121" y="218"/>
                </a:cubicBezTo>
                <a:cubicBezTo>
                  <a:pt x="123" y="218"/>
                  <a:pt x="125" y="218"/>
                  <a:pt x="126" y="220"/>
                </a:cubicBezTo>
                <a:cubicBezTo>
                  <a:pt x="127" y="220"/>
                  <a:pt x="129" y="219"/>
                  <a:pt x="130" y="219"/>
                </a:cubicBezTo>
                <a:cubicBezTo>
                  <a:pt x="131" y="218"/>
                  <a:pt x="133" y="218"/>
                  <a:pt x="136" y="218"/>
                </a:cubicBezTo>
                <a:cubicBezTo>
                  <a:pt x="136" y="218"/>
                  <a:pt x="136" y="218"/>
                  <a:pt x="136" y="219"/>
                </a:cubicBezTo>
                <a:cubicBezTo>
                  <a:pt x="138" y="218"/>
                  <a:pt x="141" y="218"/>
                  <a:pt x="143" y="218"/>
                </a:cubicBezTo>
                <a:cubicBezTo>
                  <a:pt x="147" y="217"/>
                  <a:pt x="151" y="218"/>
                  <a:pt x="155" y="217"/>
                </a:cubicBezTo>
                <a:cubicBezTo>
                  <a:pt x="159" y="217"/>
                  <a:pt x="163" y="216"/>
                  <a:pt x="167" y="215"/>
                </a:cubicBezTo>
                <a:cubicBezTo>
                  <a:pt x="170" y="215"/>
                  <a:pt x="174" y="215"/>
                  <a:pt x="178" y="214"/>
                </a:cubicBezTo>
                <a:cubicBezTo>
                  <a:pt x="182" y="213"/>
                  <a:pt x="186" y="213"/>
                  <a:pt x="190" y="212"/>
                </a:cubicBezTo>
                <a:cubicBezTo>
                  <a:pt x="194" y="212"/>
                  <a:pt x="198" y="211"/>
                  <a:pt x="202" y="210"/>
                </a:cubicBezTo>
                <a:cubicBezTo>
                  <a:pt x="207" y="210"/>
                  <a:pt x="211" y="209"/>
                  <a:pt x="215" y="208"/>
                </a:cubicBezTo>
                <a:cubicBezTo>
                  <a:pt x="219" y="208"/>
                  <a:pt x="223" y="208"/>
                  <a:pt x="227" y="207"/>
                </a:cubicBezTo>
                <a:cubicBezTo>
                  <a:pt x="232" y="206"/>
                  <a:pt x="236" y="204"/>
                  <a:pt x="240" y="203"/>
                </a:cubicBezTo>
                <a:cubicBezTo>
                  <a:pt x="244" y="203"/>
                  <a:pt x="248" y="203"/>
                  <a:pt x="252" y="202"/>
                </a:cubicBezTo>
                <a:cubicBezTo>
                  <a:pt x="256" y="201"/>
                  <a:pt x="260" y="200"/>
                  <a:pt x="265" y="199"/>
                </a:cubicBezTo>
                <a:cubicBezTo>
                  <a:pt x="269" y="198"/>
                  <a:pt x="273" y="198"/>
                  <a:pt x="277" y="197"/>
                </a:cubicBezTo>
                <a:cubicBezTo>
                  <a:pt x="281" y="196"/>
                  <a:pt x="285" y="195"/>
                  <a:pt x="290" y="194"/>
                </a:cubicBezTo>
                <a:cubicBezTo>
                  <a:pt x="293" y="193"/>
                  <a:pt x="297" y="193"/>
                  <a:pt x="301" y="192"/>
                </a:cubicBezTo>
                <a:cubicBezTo>
                  <a:pt x="304" y="192"/>
                  <a:pt x="308" y="190"/>
                  <a:pt x="312" y="189"/>
                </a:cubicBezTo>
                <a:cubicBezTo>
                  <a:pt x="315" y="188"/>
                  <a:pt x="319" y="188"/>
                  <a:pt x="323" y="188"/>
                </a:cubicBezTo>
                <a:cubicBezTo>
                  <a:pt x="327" y="187"/>
                  <a:pt x="330" y="186"/>
                  <a:pt x="334" y="185"/>
                </a:cubicBezTo>
                <a:cubicBezTo>
                  <a:pt x="339" y="185"/>
                  <a:pt x="343" y="183"/>
                  <a:pt x="347" y="182"/>
                </a:cubicBezTo>
                <a:cubicBezTo>
                  <a:pt x="352" y="181"/>
                  <a:pt x="356" y="181"/>
                  <a:pt x="361" y="180"/>
                </a:cubicBezTo>
                <a:cubicBezTo>
                  <a:pt x="365" y="180"/>
                  <a:pt x="370" y="178"/>
                  <a:pt x="374" y="178"/>
                </a:cubicBezTo>
                <a:cubicBezTo>
                  <a:pt x="380" y="176"/>
                  <a:pt x="385" y="174"/>
                  <a:pt x="386" y="173"/>
                </a:cubicBezTo>
                <a:cubicBezTo>
                  <a:pt x="391" y="173"/>
                  <a:pt x="395" y="172"/>
                  <a:pt x="398" y="172"/>
                </a:cubicBezTo>
                <a:cubicBezTo>
                  <a:pt x="402" y="171"/>
                  <a:pt x="407" y="170"/>
                  <a:pt x="410" y="170"/>
                </a:cubicBezTo>
                <a:cubicBezTo>
                  <a:pt x="414" y="169"/>
                  <a:pt x="418" y="168"/>
                  <a:pt x="422" y="168"/>
                </a:cubicBezTo>
                <a:cubicBezTo>
                  <a:pt x="426" y="167"/>
                  <a:pt x="430" y="166"/>
                  <a:pt x="434" y="165"/>
                </a:cubicBezTo>
                <a:cubicBezTo>
                  <a:pt x="439" y="165"/>
                  <a:pt x="442" y="164"/>
                  <a:pt x="446" y="163"/>
                </a:cubicBezTo>
                <a:cubicBezTo>
                  <a:pt x="452" y="163"/>
                  <a:pt x="456" y="162"/>
                  <a:pt x="458" y="162"/>
                </a:cubicBezTo>
                <a:cubicBezTo>
                  <a:pt x="461" y="162"/>
                  <a:pt x="465" y="162"/>
                  <a:pt x="470" y="161"/>
                </a:cubicBezTo>
                <a:cubicBezTo>
                  <a:pt x="473" y="160"/>
                  <a:pt x="477" y="159"/>
                  <a:pt x="481" y="159"/>
                </a:cubicBezTo>
                <a:cubicBezTo>
                  <a:pt x="485" y="158"/>
                  <a:pt x="489" y="158"/>
                  <a:pt x="493" y="157"/>
                </a:cubicBezTo>
                <a:cubicBezTo>
                  <a:pt x="497" y="156"/>
                  <a:pt x="500" y="156"/>
                  <a:pt x="504" y="155"/>
                </a:cubicBezTo>
                <a:cubicBezTo>
                  <a:pt x="508" y="155"/>
                  <a:pt x="512" y="155"/>
                  <a:pt x="516" y="154"/>
                </a:cubicBezTo>
                <a:cubicBezTo>
                  <a:pt x="520" y="154"/>
                  <a:pt x="524" y="152"/>
                  <a:pt x="528" y="152"/>
                </a:cubicBezTo>
                <a:cubicBezTo>
                  <a:pt x="532" y="151"/>
                  <a:pt x="535" y="151"/>
                  <a:pt x="539" y="151"/>
                </a:cubicBezTo>
                <a:cubicBezTo>
                  <a:pt x="543" y="150"/>
                  <a:pt x="547" y="149"/>
                  <a:pt x="551" y="149"/>
                </a:cubicBezTo>
                <a:cubicBezTo>
                  <a:pt x="555" y="148"/>
                  <a:pt x="559" y="149"/>
                  <a:pt x="563" y="148"/>
                </a:cubicBezTo>
                <a:cubicBezTo>
                  <a:pt x="567" y="148"/>
                  <a:pt x="571" y="147"/>
                  <a:pt x="574" y="146"/>
                </a:cubicBezTo>
                <a:cubicBezTo>
                  <a:pt x="579" y="146"/>
                  <a:pt x="583" y="146"/>
                  <a:pt x="586" y="146"/>
                </a:cubicBezTo>
                <a:cubicBezTo>
                  <a:pt x="590" y="145"/>
                  <a:pt x="594" y="145"/>
                  <a:pt x="598" y="144"/>
                </a:cubicBezTo>
                <a:cubicBezTo>
                  <a:pt x="602" y="144"/>
                  <a:pt x="605" y="144"/>
                  <a:pt x="609" y="144"/>
                </a:cubicBezTo>
                <a:cubicBezTo>
                  <a:pt x="613" y="143"/>
                  <a:pt x="617" y="142"/>
                  <a:pt x="621" y="142"/>
                </a:cubicBezTo>
                <a:cubicBezTo>
                  <a:pt x="625" y="142"/>
                  <a:pt x="629" y="142"/>
                  <a:pt x="632" y="142"/>
                </a:cubicBezTo>
                <a:cubicBezTo>
                  <a:pt x="636" y="142"/>
                  <a:pt x="640" y="140"/>
                  <a:pt x="644" y="140"/>
                </a:cubicBezTo>
                <a:cubicBezTo>
                  <a:pt x="648" y="140"/>
                  <a:pt x="652" y="140"/>
                  <a:pt x="656" y="140"/>
                </a:cubicBezTo>
                <a:cubicBezTo>
                  <a:pt x="660" y="140"/>
                  <a:pt x="663" y="139"/>
                  <a:pt x="667" y="139"/>
                </a:cubicBezTo>
                <a:cubicBezTo>
                  <a:pt x="671" y="138"/>
                  <a:pt x="675" y="139"/>
                  <a:pt x="679" y="139"/>
                </a:cubicBezTo>
                <a:cubicBezTo>
                  <a:pt x="683" y="139"/>
                  <a:pt x="687" y="137"/>
                  <a:pt x="691" y="137"/>
                </a:cubicBezTo>
                <a:cubicBezTo>
                  <a:pt x="695" y="137"/>
                  <a:pt x="699" y="137"/>
                  <a:pt x="703" y="136"/>
                </a:cubicBezTo>
                <a:cubicBezTo>
                  <a:pt x="707" y="136"/>
                  <a:pt x="711" y="136"/>
                  <a:pt x="715" y="136"/>
                </a:cubicBezTo>
                <a:cubicBezTo>
                  <a:pt x="719" y="136"/>
                  <a:pt x="723" y="136"/>
                  <a:pt x="728" y="136"/>
                </a:cubicBezTo>
                <a:cubicBezTo>
                  <a:pt x="732" y="135"/>
                  <a:pt x="736" y="135"/>
                  <a:pt x="740" y="135"/>
                </a:cubicBezTo>
                <a:cubicBezTo>
                  <a:pt x="744" y="135"/>
                  <a:pt x="748" y="135"/>
                  <a:pt x="752" y="135"/>
                </a:cubicBezTo>
                <a:cubicBezTo>
                  <a:pt x="752" y="135"/>
                  <a:pt x="753" y="135"/>
                  <a:pt x="753" y="135"/>
                </a:cubicBezTo>
                <a:cubicBezTo>
                  <a:pt x="753" y="131"/>
                  <a:pt x="757" y="131"/>
                  <a:pt x="760" y="133"/>
                </a:cubicBezTo>
                <a:cubicBezTo>
                  <a:pt x="760" y="134"/>
                  <a:pt x="760" y="134"/>
                  <a:pt x="760" y="135"/>
                </a:cubicBezTo>
                <a:cubicBezTo>
                  <a:pt x="762" y="135"/>
                  <a:pt x="763" y="135"/>
                  <a:pt x="764" y="135"/>
                </a:cubicBezTo>
                <a:cubicBezTo>
                  <a:pt x="768" y="135"/>
                  <a:pt x="772" y="135"/>
                  <a:pt x="776" y="135"/>
                </a:cubicBezTo>
                <a:cubicBezTo>
                  <a:pt x="780" y="134"/>
                  <a:pt x="783" y="134"/>
                  <a:pt x="787" y="134"/>
                </a:cubicBezTo>
                <a:cubicBezTo>
                  <a:pt x="791" y="134"/>
                  <a:pt x="795" y="133"/>
                  <a:pt x="799" y="133"/>
                </a:cubicBezTo>
                <a:cubicBezTo>
                  <a:pt x="802" y="133"/>
                  <a:pt x="806" y="134"/>
                  <a:pt x="809" y="134"/>
                </a:cubicBezTo>
                <a:cubicBezTo>
                  <a:pt x="809" y="133"/>
                  <a:pt x="810" y="133"/>
                  <a:pt x="811" y="133"/>
                </a:cubicBezTo>
                <a:cubicBezTo>
                  <a:pt x="811" y="134"/>
                  <a:pt x="811" y="134"/>
                  <a:pt x="811" y="134"/>
                </a:cubicBezTo>
                <a:cubicBezTo>
                  <a:pt x="814" y="134"/>
                  <a:pt x="818" y="134"/>
                  <a:pt x="821" y="134"/>
                </a:cubicBezTo>
                <a:cubicBezTo>
                  <a:pt x="825" y="134"/>
                  <a:pt x="829" y="133"/>
                  <a:pt x="833" y="133"/>
                </a:cubicBezTo>
                <a:cubicBezTo>
                  <a:pt x="837" y="133"/>
                  <a:pt x="841" y="133"/>
                  <a:pt x="845" y="133"/>
                </a:cubicBezTo>
                <a:cubicBezTo>
                  <a:pt x="849" y="133"/>
                  <a:pt x="853" y="134"/>
                  <a:pt x="857" y="134"/>
                </a:cubicBezTo>
                <a:cubicBezTo>
                  <a:pt x="859" y="134"/>
                  <a:pt x="860" y="134"/>
                  <a:pt x="861" y="134"/>
                </a:cubicBezTo>
                <a:cubicBezTo>
                  <a:pt x="862" y="130"/>
                  <a:pt x="867" y="130"/>
                  <a:pt x="868" y="134"/>
                </a:cubicBezTo>
                <a:cubicBezTo>
                  <a:pt x="868" y="134"/>
                  <a:pt x="868" y="134"/>
                  <a:pt x="868" y="134"/>
                </a:cubicBezTo>
                <a:cubicBezTo>
                  <a:pt x="869" y="134"/>
                  <a:pt x="869" y="134"/>
                  <a:pt x="869" y="134"/>
                </a:cubicBezTo>
                <a:cubicBezTo>
                  <a:pt x="873" y="134"/>
                  <a:pt x="877" y="134"/>
                  <a:pt x="881" y="135"/>
                </a:cubicBezTo>
                <a:cubicBezTo>
                  <a:pt x="885" y="135"/>
                  <a:pt x="889" y="135"/>
                  <a:pt x="893" y="135"/>
                </a:cubicBezTo>
                <a:cubicBezTo>
                  <a:pt x="897" y="135"/>
                  <a:pt x="901" y="135"/>
                  <a:pt x="905" y="135"/>
                </a:cubicBezTo>
                <a:cubicBezTo>
                  <a:pt x="909" y="135"/>
                  <a:pt x="913" y="136"/>
                  <a:pt x="917" y="136"/>
                </a:cubicBezTo>
                <a:cubicBezTo>
                  <a:pt x="921" y="136"/>
                  <a:pt x="925" y="135"/>
                  <a:pt x="929" y="136"/>
                </a:cubicBezTo>
                <a:cubicBezTo>
                  <a:pt x="933" y="136"/>
                  <a:pt x="937" y="136"/>
                  <a:pt x="941" y="137"/>
                </a:cubicBezTo>
                <a:cubicBezTo>
                  <a:pt x="945" y="137"/>
                  <a:pt x="949" y="137"/>
                  <a:pt x="953" y="137"/>
                </a:cubicBezTo>
                <a:cubicBezTo>
                  <a:pt x="957" y="138"/>
                  <a:pt x="961" y="138"/>
                  <a:pt x="965" y="138"/>
                </a:cubicBezTo>
                <a:cubicBezTo>
                  <a:pt x="964" y="137"/>
                  <a:pt x="965" y="136"/>
                  <a:pt x="967" y="136"/>
                </a:cubicBezTo>
                <a:cubicBezTo>
                  <a:pt x="968" y="136"/>
                  <a:pt x="969" y="137"/>
                  <a:pt x="969" y="138"/>
                </a:cubicBezTo>
                <a:cubicBezTo>
                  <a:pt x="972" y="138"/>
                  <a:pt x="975" y="138"/>
                  <a:pt x="977" y="138"/>
                </a:cubicBezTo>
                <a:cubicBezTo>
                  <a:pt x="981" y="139"/>
                  <a:pt x="985" y="139"/>
                  <a:pt x="989" y="140"/>
                </a:cubicBezTo>
                <a:cubicBezTo>
                  <a:pt x="993" y="140"/>
                  <a:pt x="997" y="140"/>
                  <a:pt x="1001" y="141"/>
                </a:cubicBezTo>
                <a:cubicBezTo>
                  <a:pt x="1005" y="141"/>
                  <a:pt x="1009" y="141"/>
                  <a:pt x="1013" y="141"/>
                </a:cubicBezTo>
                <a:cubicBezTo>
                  <a:pt x="1017" y="141"/>
                  <a:pt x="1021" y="142"/>
                  <a:pt x="1025" y="142"/>
                </a:cubicBezTo>
                <a:cubicBezTo>
                  <a:pt x="1028" y="143"/>
                  <a:pt x="1032" y="143"/>
                  <a:pt x="1035" y="143"/>
                </a:cubicBezTo>
                <a:cubicBezTo>
                  <a:pt x="1035" y="142"/>
                  <a:pt x="1035" y="142"/>
                  <a:pt x="1035" y="141"/>
                </a:cubicBezTo>
                <a:cubicBezTo>
                  <a:pt x="1036" y="141"/>
                  <a:pt x="1037" y="142"/>
                  <a:pt x="1036" y="143"/>
                </a:cubicBezTo>
                <a:cubicBezTo>
                  <a:pt x="1037" y="143"/>
                  <a:pt x="1037" y="143"/>
                  <a:pt x="1037" y="143"/>
                </a:cubicBezTo>
                <a:cubicBezTo>
                  <a:pt x="1038" y="143"/>
                  <a:pt x="1039" y="143"/>
                  <a:pt x="1040" y="143"/>
                </a:cubicBezTo>
                <a:cubicBezTo>
                  <a:pt x="1040" y="143"/>
                  <a:pt x="1040" y="143"/>
                  <a:pt x="1040" y="143"/>
                </a:cubicBezTo>
                <a:cubicBezTo>
                  <a:pt x="1040" y="142"/>
                  <a:pt x="1040" y="141"/>
                  <a:pt x="1040" y="140"/>
                </a:cubicBezTo>
                <a:cubicBezTo>
                  <a:pt x="1040" y="140"/>
                  <a:pt x="1041" y="140"/>
                  <a:pt x="1041" y="139"/>
                </a:cubicBezTo>
                <a:cubicBezTo>
                  <a:pt x="1042" y="139"/>
                  <a:pt x="1043" y="139"/>
                  <a:pt x="1043" y="140"/>
                </a:cubicBezTo>
                <a:cubicBezTo>
                  <a:pt x="1044" y="140"/>
                  <a:pt x="1043" y="138"/>
                  <a:pt x="1045" y="138"/>
                </a:cubicBezTo>
                <a:cubicBezTo>
                  <a:pt x="1045" y="137"/>
                  <a:pt x="1045" y="136"/>
                  <a:pt x="1046" y="134"/>
                </a:cubicBezTo>
                <a:cubicBezTo>
                  <a:pt x="1052" y="132"/>
                  <a:pt x="1049" y="140"/>
                  <a:pt x="1050" y="142"/>
                </a:cubicBezTo>
                <a:cubicBezTo>
                  <a:pt x="1047" y="146"/>
                  <a:pt x="1044" y="142"/>
                  <a:pt x="1041" y="143"/>
                </a:cubicBezTo>
                <a:cubicBezTo>
                  <a:pt x="1041" y="143"/>
                  <a:pt x="1042" y="143"/>
                  <a:pt x="1042" y="143"/>
                </a:cubicBezTo>
                <a:cubicBezTo>
                  <a:pt x="1044" y="144"/>
                  <a:pt x="1047" y="144"/>
                  <a:pt x="1049" y="144"/>
                </a:cubicBezTo>
                <a:cubicBezTo>
                  <a:pt x="1053" y="145"/>
                  <a:pt x="1057" y="145"/>
                  <a:pt x="1061" y="146"/>
                </a:cubicBezTo>
                <a:cubicBezTo>
                  <a:pt x="1065" y="146"/>
                  <a:pt x="1069" y="146"/>
                  <a:pt x="1073" y="146"/>
                </a:cubicBezTo>
                <a:cubicBezTo>
                  <a:pt x="1077" y="147"/>
                  <a:pt x="1081" y="147"/>
                  <a:pt x="1085" y="148"/>
                </a:cubicBezTo>
                <a:cubicBezTo>
                  <a:pt x="1089" y="148"/>
                  <a:pt x="1093" y="149"/>
                  <a:pt x="1097" y="149"/>
                </a:cubicBezTo>
                <a:cubicBezTo>
                  <a:pt x="1101" y="150"/>
                  <a:pt x="1105" y="150"/>
                  <a:pt x="1109" y="151"/>
                </a:cubicBezTo>
                <a:cubicBezTo>
                  <a:pt x="1113" y="151"/>
                  <a:pt x="1117" y="152"/>
                  <a:pt x="1121" y="152"/>
                </a:cubicBezTo>
                <a:cubicBezTo>
                  <a:pt x="1125" y="153"/>
                  <a:pt x="1129" y="153"/>
                  <a:pt x="1133" y="153"/>
                </a:cubicBezTo>
                <a:cubicBezTo>
                  <a:pt x="1137" y="154"/>
                  <a:pt x="1141" y="155"/>
                  <a:pt x="1145" y="155"/>
                </a:cubicBezTo>
                <a:cubicBezTo>
                  <a:pt x="1149" y="156"/>
                  <a:pt x="1153" y="157"/>
                  <a:pt x="1157" y="157"/>
                </a:cubicBezTo>
                <a:cubicBezTo>
                  <a:pt x="1161" y="158"/>
                  <a:pt x="1165" y="158"/>
                  <a:pt x="1169" y="159"/>
                </a:cubicBezTo>
                <a:cubicBezTo>
                  <a:pt x="1173" y="160"/>
                  <a:pt x="1177" y="160"/>
                  <a:pt x="1181" y="160"/>
                </a:cubicBezTo>
                <a:cubicBezTo>
                  <a:pt x="1185" y="161"/>
                  <a:pt x="1189" y="161"/>
                  <a:pt x="1193" y="162"/>
                </a:cubicBezTo>
                <a:cubicBezTo>
                  <a:pt x="1197" y="163"/>
                  <a:pt x="1201" y="164"/>
                  <a:pt x="1205" y="165"/>
                </a:cubicBezTo>
                <a:cubicBezTo>
                  <a:pt x="1209" y="165"/>
                  <a:pt x="1213" y="166"/>
                  <a:pt x="1217" y="166"/>
                </a:cubicBezTo>
                <a:cubicBezTo>
                  <a:pt x="1220" y="167"/>
                  <a:pt x="1225" y="168"/>
                  <a:pt x="1228" y="168"/>
                </a:cubicBezTo>
                <a:cubicBezTo>
                  <a:pt x="1232" y="169"/>
                  <a:pt x="1236" y="170"/>
                  <a:pt x="1240" y="171"/>
                </a:cubicBezTo>
                <a:cubicBezTo>
                  <a:pt x="1244" y="172"/>
                  <a:pt x="1248" y="171"/>
                  <a:pt x="1252" y="172"/>
                </a:cubicBezTo>
                <a:cubicBezTo>
                  <a:pt x="1256" y="173"/>
                  <a:pt x="1260" y="174"/>
                  <a:pt x="1264" y="174"/>
                </a:cubicBezTo>
                <a:cubicBezTo>
                  <a:pt x="1268" y="175"/>
                  <a:pt x="1272" y="176"/>
                  <a:pt x="1275" y="177"/>
                </a:cubicBezTo>
                <a:cubicBezTo>
                  <a:pt x="1279" y="178"/>
                  <a:pt x="1283" y="178"/>
                  <a:pt x="1287" y="179"/>
                </a:cubicBezTo>
                <a:cubicBezTo>
                  <a:pt x="1291" y="180"/>
                  <a:pt x="1295" y="181"/>
                  <a:pt x="1299" y="182"/>
                </a:cubicBezTo>
                <a:cubicBezTo>
                  <a:pt x="1303" y="183"/>
                  <a:pt x="1307" y="183"/>
                  <a:pt x="1310" y="184"/>
                </a:cubicBezTo>
                <a:cubicBezTo>
                  <a:pt x="1314" y="185"/>
                  <a:pt x="1318" y="187"/>
                  <a:pt x="1322" y="187"/>
                </a:cubicBezTo>
                <a:cubicBezTo>
                  <a:pt x="1326" y="188"/>
                  <a:pt x="1330" y="188"/>
                  <a:pt x="1334" y="189"/>
                </a:cubicBezTo>
                <a:cubicBezTo>
                  <a:pt x="1338" y="190"/>
                  <a:pt x="1341" y="191"/>
                  <a:pt x="1345" y="192"/>
                </a:cubicBezTo>
                <a:cubicBezTo>
                  <a:pt x="1349" y="193"/>
                  <a:pt x="1353" y="194"/>
                  <a:pt x="1357" y="195"/>
                </a:cubicBezTo>
                <a:cubicBezTo>
                  <a:pt x="1361" y="196"/>
                  <a:pt x="1365" y="196"/>
                  <a:pt x="1369" y="197"/>
                </a:cubicBezTo>
                <a:cubicBezTo>
                  <a:pt x="1373" y="198"/>
                  <a:pt x="1377" y="198"/>
                  <a:pt x="1381" y="199"/>
                </a:cubicBezTo>
                <a:cubicBezTo>
                  <a:pt x="1385" y="200"/>
                  <a:pt x="1389" y="200"/>
                  <a:pt x="1393" y="201"/>
                </a:cubicBezTo>
                <a:cubicBezTo>
                  <a:pt x="1396" y="202"/>
                  <a:pt x="1400" y="203"/>
                  <a:pt x="1404" y="203"/>
                </a:cubicBezTo>
                <a:cubicBezTo>
                  <a:pt x="1408" y="204"/>
                  <a:pt x="1412" y="205"/>
                  <a:pt x="1416" y="206"/>
                </a:cubicBezTo>
                <a:cubicBezTo>
                  <a:pt x="1420" y="207"/>
                  <a:pt x="1424" y="207"/>
                  <a:pt x="1428" y="208"/>
                </a:cubicBezTo>
                <a:cubicBezTo>
                  <a:pt x="1432" y="208"/>
                  <a:pt x="1436" y="209"/>
                  <a:pt x="1440" y="209"/>
                </a:cubicBezTo>
                <a:cubicBezTo>
                  <a:pt x="1444" y="210"/>
                  <a:pt x="1448" y="211"/>
                  <a:pt x="1452" y="212"/>
                </a:cubicBezTo>
                <a:cubicBezTo>
                  <a:pt x="1456" y="212"/>
                  <a:pt x="1459" y="213"/>
                  <a:pt x="1463" y="213"/>
                </a:cubicBezTo>
                <a:cubicBezTo>
                  <a:pt x="1467" y="214"/>
                  <a:pt x="1471" y="214"/>
                  <a:pt x="1475" y="215"/>
                </a:cubicBezTo>
                <a:cubicBezTo>
                  <a:pt x="1479" y="215"/>
                  <a:pt x="1483" y="215"/>
                  <a:pt x="1487" y="216"/>
                </a:cubicBezTo>
                <a:cubicBezTo>
                  <a:pt x="1491" y="216"/>
                  <a:pt x="1495" y="216"/>
                  <a:pt x="1499" y="217"/>
                </a:cubicBezTo>
                <a:cubicBezTo>
                  <a:pt x="1503" y="217"/>
                  <a:pt x="1507" y="217"/>
                  <a:pt x="1511" y="217"/>
                </a:cubicBezTo>
                <a:cubicBezTo>
                  <a:pt x="1514" y="218"/>
                  <a:pt x="1518" y="218"/>
                  <a:pt x="1521" y="218"/>
                </a:cubicBezTo>
                <a:cubicBezTo>
                  <a:pt x="1524" y="218"/>
                  <a:pt x="1527" y="218"/>
                  <a:pt x="1530" y="218"/>
                </a:cubicBezTo>
                <a:cubicBezTo>
                  <a:pt x="1535" y="218"/>
                  <a:pt x="1539" y="218"/>
                  <a:pt x="1543" y="218"/>
                </a:cubicBezTo>
                <a:cubicBezTo>
                  <a:pt x="1548" y="218"/>
                  <a:pt x="1552" y="217"/>
                  <a:pt x="1556" y="216"/>
                </a:cubicBezTo>
                <a:cubicBezTo>
                  <a:pt x="1561" y="216"/>
                  <a:pt x="1565" y="215"/>
                  <a:pt x="1569" y="214"/>
                </a:cubicBezTo>
                <a:cubicBezTo>
                  <a:pt x="1573" y="213"/>
                  <a:pt x="1578" y="212"/>
                  <a:pt x="1582" y="211"/>
                </a:cubicBezTo>
                <a:cubicBezTo>
                  <a:pt x="1585" y="209"/>
                  <a:pt x="1589" y="208"/>
                  <a:pt x="1592" y="207"/>
                </a:cubicBezTo>
                <a:cubicBezTo>
                  <a:pt x="1595" y="205"/>
                  <a:pt x="1598" y="202"/>
                  <a:pt x="1601" y="200"/>
                </a:cubicBezTo>
                <a:cubicBezTo>
                  <a:pt x="1605" y="198"/>
                  <a:pt x="1608" y="196"/>
                  <a:pt x="1610" y="194"/>
                </a:cubicBezTo>
                <a:cubicBezTo>
                  <a:pt x="1613" y="191"/>
                  <a:pt x="1616" y="189"/>
                  <a:pt x="1619" y="186"/>
                </a:cubicBezTo>
                <a:cubicBezTo>
                  <a:pt x="1621" y="183"/>
                  <a:pt x="1623" y="181"/>
                  <a:pt x="1625" y="178"/>
                </a:cubicBezTo>
                <a:cubicBezTo>
                  <a:pt x="1625" y="181"/>
                  <a:pt x="1625" y="185"/>
                  <a:pt x="1625" y="189"/>
                </a:cubicBezTo>
                <a:close/>
                <a:moveTo>
                  <a:pt x="71" y="252"/>
                </a:moveTo>
                <a:cubicBezTo>
                  <a:pt x="72" y="253"/>
                  <a:pt x="73" y="253"/>
                  <a:pt x="73" y="254"/>
                </a:cubicBezTo>
                <a:cubicBezTo>
                  <a:pt x="72" y="255"/>
                  <a:pt x="71" y="254"/>
                  <a:pt x="71" y="254"/>
                </a:cubicBezTo>
                <a:cubicBezTo>
                  <a:pt x="70" y="253"/>
                  <a:pt x="71" y="253"/>
                  <a:pt x="71" y="252"/>
                </a:cubicBezTo>
                <a:close/>
                <a:moveTo>
                  <a:pt x="1479" y="204"/>
                </a:moveTo>
                <a:cubicBezTo>
                  <a:pt x="1481" y="204"/>
                  <a:pt x="1481" y="207"/>
                  <a:pt x="1479" y="207"/>
                </a:cubicBezTo>
                <a:cubicBezTo>
                  <a:pt x="1478" y="206"/>
                  <a:pt x="1478" y="204"/>
                  <a:pt x="1479" y="204"/>
                </a:cubicBezTo>
                <a:close/>
                <a:moveTo>
                  <a:pt x="1614" y="190"/>
                </a:moveTo>
                <a:cubicBezTo>
                  <a:pt x="1609" y="192"/>
                  <a:pt x="1614" y="183"/>
                  <a:pt x="1614" y="190"/>
                </a:cubicBezTo>
                <a:close/>
                <a:moveTo>
                  <a:pt x="1625" y="148"/>
                </a:moveTo>
                <a:cubicBezTo>
                  <a:pt x="1623" y="149"/>
                  <a:pt x="1620" y="149"/>
                  <a:pt x="1619" y="147"/>
                </a:cubicBezTo>
                <a:cubicBezTo>
                  <a:pt x="1620" y="150"/>
                  <a:pt x="1620" y="152"/>
                  <a:pt x="1620" y="155"/>
                </a:cubicBezTo>
                <a:cubicBezTo>
                  <a:pt x="1620" y="159"/>
                  <a:pt x="1619" y="163"/>
                  <a:pt x="1617" y="167"/>
                </a:cubicBezTo>
                <a:cubicBezTo>
                  <a:pt x="1615" y="171"/>
                  <a:pt x="1614" y="175"/>
                  <a:pt x="1611" y="178"/>
                </a:cubicBezTo>
                <a:cubicBezTo>
                  <a:pt x="1608" y="182"/>
                  <a:pt x="1605" y="184"/>
                  <a:pt x="1602" y="187"/>
                </a:cubicBezTo>
                <a:cubicBezTo>
                  <a:pt x="1598" y="190"/>
                  <a:pt x="1595" y="192"/>
                  <a:pt x="1591" y="194"/>
                </a:cubicBezTo>
                <a:cubicBezTo>
                  <a:pt x="1590" y="194"/>
                  <a:pt x="1590" y="195"/>
                  <a:pt x="1589" y="195"/>
                </a:cubicBezTo>
                <a:cubicBezTo>
                  <a:pt x="1589" y="195"/>
                  <a:pt x="1589" y="195"/>
                  <a:pt x="1589" y="195"/>
                </a:cubicBezTo>
                <a:cubicBezTo>
                  <a:pt x="1586" y="196"/>
                  <a:pt x="1583" y="198"/>
                  <a:pt x="1579" y="199"/>
                </a:cubicBezTo>
                <a:cubicBezTo>
                  <a:pt x="1576" y="200"/>
                  <a:pt x="1572" y="201"/>
                  <a:pt x="1568" y="202"/>
                </a:cubicBezTo>
                <a:cubicBezTo>
                  <a:pt x="1564" y="203"/>
                  <a:pt x="1559" y="204"/>
                  <a:pt x="1555" y="205"/>
                </a:cubicBezTo>
                <a:cubicBezTo>
                  <a:pt x="1554" y="205"/>
                  <a:pt x="1553" y="205"/>
                  <a:pt x="1552" y="205"/>
                </a:cubicBezTo>
                <a:cubicBezTo>
                  <a:pt x="1553" y="206"/>
                  <a:pt x="1553" y="206"/>
                  <a:pt x="1551" y="207"/>
                </a:cubicBezTo>
                <a:cubicBezTo>
                  <a:pt x="1552" y="205"/>
                  <a:pt x="1547" y="206"/>
                  <a:pt x="1546" y="206"/>
                </a:cubicBezTo>
                <a:cubicBezTo>
                  <a:pt x="1545" y="206"/>
                  <a:pt x="1544" y="206"/>
                  <a:pt x="1543" y="206"/>
                </a:cubicBezTo>
                <a:cubicBezTo>
                  <a:pt x="1539" y="206"/>
                  <a:pt x="1535" y="205"/>
                  <a:pt x="1531" y="205"/>
                </a:cubicBezTo>
                <a:cubicBezTo>
                  <a:pt x="1528" y="205"/>
                  <a:pt x="1526" y="206"/>
                  <a:pt x="1523" y="206"/>
                </a:cubicBezTo>
                <a:cubicBezTo>
                  <a:pt x="1519" y="205"/>
                  <a:pt x="1515" y="205"/>
                  <a:pt x="1511" y="205"/>
                </a:cubicBezTo>
                <a:cubicBezTo>
                  <a:pt x="1507" y="205"/>
                  <a:pt x="1503" y="205"/>
                  <a:pt x="1499" y="205"/>
                </a:cubicBezTo>
                <a:cubicBezTo>
                  <a:pt x="1494" y="204"/>
                  <a:pt x="1490" y="203"/>
                  <a:pt x="1486" y="203"/>
                </a:cubicBezTo>
                <a:cubicBezTo>
                  <a:pt x="1482" y="202"/>
                  <a:pt x="1478" y="202"/>
                  <a:pt x="1474" y="202"/>
                </a:cubicBezTo>
                <a:cubicBezTo>
                  <a:pt x="1471" y="202"/>
                  <a:pt x="1469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5" y="201"/>
                  <a:pt x="1463" y="200"/>
                  <a:pt x="1462" y="200"/>
                </a:cubicBezTo>
                <a:cubicBezTo>
                  <a:pt x="1457" y="199"/>
                  <a:pt x="1453" y="199"/>
                  <a:pt x="1449" y="198"/>
                </a:cubicBezTo>
                <a:cubicBezTo>
                  <a:pt x="1445" y="197"/>
                  <a:pt x="1441" y="197"/>
                  <a:pt x="1437" y="196"/>
                </a:cubicBezTo>
                <a:cubicBezTo>
                  <a:pt x="1433" y="196"/>
                  <a:pt x="1429" y="195"/>
                  <a:pt x="1425" y="194"/>
                </a:cubicBezTo>
                <a:cubicBezTo>
                  <a:pt x="1425" y="193"/>
                  <a:pt x="1425" y="193"/>
                  <a:pt x="1426" y="193"/>
                </a:cubicBezTo>
                <a:cubicBezTo>
                  <a:pt x="1426" y="192"/>
                  <a:pt x="1427" y="191"/>
                  <a:pt x="1427" y="191"/>
                </a:cubicBezTo>
                <a:cubicBezTo>
                  <a:pt x="1428" y="189"/>
                  <a:pt x="1429" y="189"/>
                  <a:pt x="1430" y="187"/>
                </a:cubicBezTo>
                <a:cubicBezTo>
                  <a:pt x="1433" y="182"/>
                  <a:pt x="1432" y="184"/>
                  <a:pt x="1436" y="177"/>
                </a:cubicBezTo>
                <a:cubicBezTo>
                  <a:pt x="1438" y="174"/>
                  <a:pt x="1441" y="171"/>
                  <a:pt x="1443" y="167"/>
                </a:cubicBezTo>
                <a:cubicBezTo>
                  <a:pt x="1445" y="164"/>
                  <a:pt x="1447" y="160"/>
                  <a:pt x="1450" y="157"/>
                </a:cubicBezTo>
                <a:cubicBezTo>
                  <a:pt x="1452" y="153"/>
                  <a:pt x="1454" y="150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5"/>
                  <a:pt x="1455" y="145"/>
                  <a:pt x="1455" y="144"/>
                </a:cubicBezTo>
                <a:cubicBezTo>
                  <a:pt x="1456" y="143"/>
                  <a:pt x="1457" y="142"/>
                  <a:pt x="1458" y="143"/>
                </a:cubicBezTo>
                <a:cubicBezTo>
                  <a:pt x="1460" y="140"/>
                  <a:pt x="1461" y="138"/>
                  <a:pt x="1463" y="136"/>
                </a:cubicBezTo>
                <a:cubicBezTo>
                  <a:pt x="1464" y="134"/>
                  <a:pt x="1464" y="134"/>
                  <a:pt x="1465" y="132"/>
                </a:cubicBezTo>
                <a:cubicBezTo>
                  <a:pt x="1465" y="132"/>
                  <a:pt x="1466" y="131"/>
                  <a:pt x="1465" y="130"/>
                </a:cubicBezTo>
                <a:cubicBezTo>
                  <a:pt x="1465" y="129"/>
                  <a:pt x="1463" y="125"/>
                  <a:pt x="1459" y="125"/>
                </a:cubicBezTo>
                <a:cubicBezTo>
                  <a:pt x="1459" y="125"/>
                  <a:pt x="1458" y="126"/>
                  <a:pt x="1458" y="126"/>
                </a:cubicBezTo>
                <a:cubicBezTo>
                  <a:pt x="1454" y="126"/>
                  <a:pt x="1454" y="126"/>
                  <a:pt x="1450" y="126"/>
                </a:cubicBezTo>
                <a:cubicBezTo>
                  <a:pt x="1448" y="126"/>
                  <a:pt x="1448" y="126"/>
                  <a:pt x="1445" y="126"/>
                </a:cubicBezTo>
                <a:cubicBezTo>
                  <a:pt x="1441" y="126"/>
                  <a:pt x="1437" y="126"/>
                  <a:pt x="1433" y="126"/>
                </a:cubicBezTo>
                <a:cubicBezTo>
                  <a:pt x="1429" y="126"/>
                  <a:pt x="1425" y="126"/>
                  <a:pt x="1421" y="125"/>
                </a:cubicBezTo>
                <a:cubicBezTo>
                  <a:pt x="1416" y="125"/>
                  <a:pt x="1412" y="124"/>
                  <a:pt x="1408" y="124"/>
                </a:cubicBezTo>
                <a:cubicBezTo>
                  <a:pt x="1407" y="124"/>
                  <a:pt x="1406" y="124"/>
                  <a:pt x="1406" y="124"/>
                </a:cubicBezTo>
                <a:cubicBezTo>
                  <a:pt x="1406" y="124"/>
                  <a:pt x="1405" y="124"/>
                  <a:pt x="1405" y="124"/>
                </a:cubicBezTo>
                <a:cubicBezTo>
                  <a:pt x="1405" y="124"/>
                  <a:pt x="1405" y="124"/>
                  <a:pt x="1405" y="124"/>
                </a:cubicBezTo>
                <a:cubicBezTo>
                  <a:pt x="1404" y="124"/>
                  <a:pt x="1403" y="123"/>
                  <a:pt x="1402" y="123"/>
                </a:cubicBezTo>
                <a:cubicBezTo>
                  <a:pt x="1400" y="124"/>
                  <a:pt x="1396" y="126"/>
                  <a:pt x="1396" y="122"/>
                </a:cubicBezTo>
                <a:cubicBezTo>
                  <a:pt x="1396" y="122"/>
                  <a:pt x="1395" y="122"/>
                  <a:pt x="1395" y="122"/>
                </a:cubicBezTo>
                <a:cubicBezTo>
                  <a:pt x="1394" y="122"/>
                  <a:pt x="1393" y="122"/>
                  <a:pt x="1392" y="122"/>
                </a:cubicBezTo>
                <a:cubicBezTo>
                  <a:pt x="1392" y="122"/>
                  <a:pt x="1392" y="122"/>
                  <a:pt x="1392" y="122"/>
                </a:cubicBezTo>
                <a:cubicBezTo>
                  <a:pt x="1390" y="122"/>
                  <a:pt x="1388" y="122"/>
                  <a:pt x="1386" y="122"/>
                </a:cubicBezTo>
                <a:cubicBezTo>
                  <a:pt x="1386" y="122"/>
                  <a:pt x="1386" y="121"/>
                  <a:pt x="1386" y="121"/>
                </a:cubicBezTo>
                <a:cubicBezTo>
                  <a:pt x="1385" y="121"/>
                  <a:pt x="1384" y="121"/>
                  <a:pt x="1383" y="120"/>
                </a:cubicBezTo>
                <a:cubicBezTo>
                  <a:pt x="1378" y="120"/>
                  <a:pt x="1374" y="119"/>
                  <a:pt x="1370" y="118"/>
                </a:cubicBezTo>
                <a:cubicBezTo>
                  <a:pt x="1368" y="118"/>
                  <a:pt x="1367" y="117"/>
                  <a:pt x="1365" y="117"/>
                </a:cubicBezTo>
                <a:cubicBezTo>
                  <a:pt x="1365" y="117"/>
                  <a:pt x="1365" y="118"/>
                  <a:pt x="1365" y="118"/>
                </a:cubicBezTo>
                <a:cubicBezTo>
                  <a:pt x="1362" y="119"/>
                  <a:pt x="1361" y="118"/>
                  <a:pt x="1361" y="116"/>
                </a:cubicBezTo>
                <a:cubicBezTo>
                  <a:pt x="1360" y="116"/>
                  <a:pt x="1359" y="115"/>
                  <a:pt x="1358" y="115"/>
                </a:cubicBezTo>
                <a:cubicBezTo>
                  <a:pt x="1354" y="114"/>
                  <a:pt x="1349" y="114"/>
                  <a:pt x="1345" y="113"/>
                </a:cubicBezTo>
                <a:cubicBezTo>
                  <a:pt x="1344" y="113"/>
                  <a:pt x="1343" y="112"/>
                  <a:pt x="1342" y="112"/>
                </a:cubicBezTo>
                <a:cubicBezTo>
                  <a:pt x="1341" y="112"/>
                  <a:pt x="1339" y="112"/>
                  <a:pt x="1338" y="110"/>
                </a:cubicBezTo>
                <a:cubicBezTo>
                  <a:pt x="1337" y="110"/>
                  <a:pt x="1335" y="109"/>
                  <a:pt x="1333" y="108"/>
                </a:cubicBezTo>
                <a:cubicBezTo>
                  <a:pt x="1329" y="107"/>
                  <a:pt x="1325" y="107"/>
                  <a:pt x="1321" y="105"/>
                </a:cubicBezTo>
                <a:cubicBezTo>
                  <a:pt x="1317" y="104"/>
                  <a:pt x="1313" y="102"/>
                  <a:pt x="1308" y="101"/>
                </a:cubicBezTo>
                <a:cubicBezTo>
                  <a:pt x="1313" y="101"/>
                  <a:pt x="1317" y="101"/>
                  <a:pt x="1321" y="101"/>
                </a:cubicBezTo>
                <a:cubicBezTo>
                  <a:pt x="1325" y="102"/>
                  <a:pt x="1329" y="103"/>
                  <a:pt x="1334" y="103"/>
                </a:cubicBezTo>
                <a:cubicBezTo>
                  <a:pt x="1338" y="103"/>
                  <a:pt x="1342" y="103"/>
                  <a:pt x="1346" y="104"/>
                </a:cubicBezTo>
                <a:cubicBezTo>
                  <a:pt x="1350" y="104"/>
                  <a:pt x="1354" y="104"/>
                  <a:pt x="1359" y="104"/>
                </a:cubicBezTo>
                <a:cubicBezTo>
                  <a:pt x="1361" y="104"/>
                  <a:pt x="1363" y="104"/>
                  <a:pt x="1366" y="105"/>
                </a:cubicBezTo>
                <a:cubicBezTo>
                  <a:pt x="1365" y="104"/>
                  <a:pt x="1364" y="103"/>
                  <a:pt x="1364" y="102"/>
                </a:cubicBezTo>
                <a:cubicBezTo>
                  <a:pt x="1366" y="100"/>
                  <a:pt x="1370" y="100"/>
                  <a:pt x="1372" y="102"/>
                </a:cubicBezTo>
                <a:cubicBezTo>
                  <a:pt x="1372" y="103"/>
                  <a:pt x="1372" y="104"/>
                  <a:pt x="1371" y="105"/>
                </a:cubicBezTo>
                <a:cubicBezTo>
                  <a:pt x="1375" y="106"/>
                  <a:pt x="1380" y="106"/>
                  <a:pt x="1384" y="106"/>
                </a:cubicBezTo>
                <a:cubicBezTo>
                  <a:pt x="1388" y="107"/>
                  <a:pt x="1392" y="108"/>
                  <a:pt x="1396" y="108"/>
                </a:cubicBezTo>
                <a:cubicBezTo>
                  <a:pt x="1400" y="108"/>
                  <a:pt x="1405" y="109"/>
                  <a:pt x="1408" y="109"/>
                </a:cubicBezTo>
                <a:cubicBezTo>
                  <a:pt x="1413" y="110"/>
                  <a:pt x="1417" y="110"/>
                  <a:pt x="1421" y="110"/>
                </a:cubicBezTo>
                <a:cubicBezTo>
                  <a:pt x="1429" y="111"/>
                  <a:pt x="1428" y="115"/>
                  <a:pt x="1433" y="111"/>
                </a:cubicBezTo>
                <a:cubicBezTo>
                  <a:pt x="1430" y="110"/>
                  <a:pt x="1426" y="108"/>
                  <a:pt x="1422" y="107"/>
                </a:cubicBezTo>
                <a:cubicBezTo>
                  <a:pt x="1419" y="105"/>
                  <a:pt x="1415" y="105"/>
                  <a:pt x="1411" y="104"/>
                </a:cubicBezTo>
                <a:cubicBezTo>
                  <a:pt x="1407" y="103"/>
                  <a:pt x="1403" y="101"/>
                  <a:pt x="1399" y="100"/>
                </a:cubicBezTo>
                <a:cubicBezTo>
                  <a:pt x="1395" y="99"/>
                  <a:pt x="1391" y="99"/>
                  <a:pt x="1387" y="98"/>
                </a:cubicBezTo>
                <a:cubicBezTo>
                  <a:pt x="1383" y="97"/>
                  <a:pt x="1380" y="96"/>
                  <a:pt x="1376" y="96"/>
                </a:cubicBezTo>
                <a:cubicBezTo>
                  <a:pt x="1372" y="95"/>
                  <a:pt x="1368" y="94"/>
                  <a:pt x="1364" y="93"/>
                </a:cubicBezTo>
                <a:cubicBezTo>
                  <a:pt x="1364" y="93"/>
                  <a:pt x="1363" y="93"/>
                  <a:pt x="1363" y="93"/>
                </a:cubicBezTo>
                <a:cubicBezTo>
                  <a:pt x="1363" y="93"/>
                  <a:pt x="1363" y="93"/>
                  <a:pt x="1363" y="93"/>
                </a:cubicBezTo>
                <a:cubicBezTo>
                  <a:pt x="1363" y="94"/>
                  <a:pt x="1363" y="93"/>
                  <a:pt x="1362" y="93"/>
                </a:cubicBezTo>
                <a:cubicBezTo>
                  <a:pt x="1359" y="92"/>
                  <a:pt x="1355" y="92"/>
                  <a:pt x="1352" y="91"/>
                </a:cubicBezTo>
                <a:cubicBezTo>
                  <a:pt x="1352" y="91"/>
                  <a:pt x="1352" y="91"/>
                  <a:pt x="1351" y="91"/>
                </a:cubicBezTo>
                <a:cubicBezTo>
                  <a:pt x="1351" y="91"/>
                  <a:pt x="1351" y="91"/>
                  <a:pt x="1352" y="91"/>
                </a:cubicBezTo>
                <a:cubicBezTo>
                  <a:pt x="1350" y="91"/>
                  <a:pt x="1349" y="91"/>
                  <a:pt x="1348" y="91"/>
                </a:cubicBezTo>
                <a:cubicBezTo>
                  <a:pt x="1347" y="91"/>
                  <a:pt x="1346" y="91"/>
                  <a:pt x="1346" y="91"/>
                </a:cubicBezTo>
                <a:cubicBezTo>
                  <a:pt x="1344" y="90"/>
                  <a:pt x="1342" y="90"/>
                  <a:pt x="1340" y="90"/>
                </a:cubicBezTo>
                <a:cubicBezTo>
                  <a:pt x="1336" y="89"/>
                  <a:pt x="1332" y="89"/>
                  <a:pt x="1328" y="89"/>
                </a:cubicBezTo>
                <a:cubicBezTo>
                  <a:pt x="1324" y="88"/>
                  <a:pt x="1320" y="87"/>
                  <a:pt x="1316" y="87"/>
                </a:cubicBezTo>
                <a:cubicBezTo>
                  <a:pt x="1314" y="86"/>
                  <a:pt x="1311" y="86"/>
                  <a:pt x="1309" y="86"/>
                </a:cubicBezTo>
                <a:cubicBezTo>
                  <a:pt x="1308" y="86"/>
                  <a:pt x="1308" y="86"/>
                  <a:pt x="1307" y="86"/>
                </a:cubicBezTo>
                <a:cubicBezTo>
                  <a:pt x="1307" y="86"/>
                  <a:pt x="1307" y="86"/>
                  <a:pt x="1307" y="85"/>
                </a:cubicBezTo>
                <a:cubicBezTo>
                  <a:pt x="1306" y="85"/>
                  <a:pt x="1305" y="85"/>
                  <a:pt x="1304" y="85"/>
                </a:cubicBezTo>
                <a:cubicBezTo>
                  <a:pt x="1300" y="85"/>
                  <a:pt x="1296" y="85"/>
                  <a:pt x="1292" y="84"/>
                </a:cubicBezTo>
                <a:cubicBezTo>
                  <a:pt x="1288" y="84"/>
                  <a:pt x="1284" y="83"/>
                  <a:pt x="1280" y="83"/>
                </a:cubicBezTo>
                <a:cubicBezTo>
                  <a:pt x="1276" y="83"/>
                  <a:pt x="1272" y="83"/>
                  <a:pt x="1268" y="82"/>
                </a:cubicBezTo>
                <a:cubicBezTo>
                  <a:pt x="1265" y="80"/>
                  <a:pt x="1262" y="78"/>
                  <a:pt x="1260" y="75"/>
                </a:cubicBezTo>
                <a:cubicBezTo>
                  <a:pt x="1258" y="74"/>
                  <a:pt x="1257" y="73"/>
                  <a:pt x="1256" y="72"/>
                </a:cubicBezTo>
                <a:cubicBezTo>
                  <a:pt x="1260" y="72"/>
                  <a:pt x="1264" y="71"/>
                  <a:pt x="1268" y="71"/>
                </a:cubicBezTo>
                <a:cubicBezTo>
                  <a:pt x="1272" y="71"/>
                  <a:pt x="1276" y="71"/>
                  <a:pt x="1280" y="71"/>
                </a:cubicBezTo>
                <a:cubicBezTo>
                  <a:pt x="1284" y="71"/>
                  <a:pt x="1287" y="72"/>
                  <a:pt x="1292" y="72"/>
                </a:cubicBezTo>
                <a:cubicBezTo>
                  <a:pt x="1293" y="72"/>
                  <a:pt x="1294" y="72"/>
                  <a:pt x="1295" y="72"/>
                </a:cubicBezTo>
                <a:cubicBezTo>
                  <a:pt x="1296" y="69"/>
                  <a:pt x="1302" y="69"/>
                  <a:pt x="1302" y="72"/>
                </a:cubicBezTo>
                <a:cubicBezTo>
                  <a:pt x="1302" y="72"/>
                  <a:pt x="1303" y="72"/>
                  <a:pt x="1303" y="72"/>
                </a:cubicBezTo>
                <a:cubicBezTo>
                  <a:pt x="1307" y="72"/>
                  <a:pt x="1311" y="72"/>
                  <a:pt x="1315" y="73"/>
                </a:cubicBezTo>
                <a:cubicBezTo>
                  <a:pt x="1318" y="73"/>
                  <a:pt x="1321" y="73"/>
                  <a:pt x="1323" y="73"/>
                </a:cubicBezTo>
                <a:cubicBezTo>
                  <a:pt x="1323" y="72"/>
                  <a:pt x="1323" y="72"/>
                  <a:pt x="1323" y="72"/>
                </a:cubicBezTo>
                <a:cubicBezTo>
                  <a:pt x="1325" y="72"/>
                  <a:pt x="1326" y="72"/>
                  <a:pt x="1326" y="73"/>
                </a:cubicBezTo>
                <a:cubicBezTo>
                  <a:pt x="1327" y="73"/>
                  <a:pt x="1327" y="73"/>
                  <a:pt x="1327" y="73"/>
                </a:cubicBezTo>
                <a:cubicBezTo>
                  <a:pt x="1331" y="73"/>
                  <a:pt x="1335" y="74"/>
                  <a:pt x="1339" y="74"/>
                </a:cubicBezTo>
                <a:cubicBezTo>
                  <a:pt x="1343" y="74"/>
                  <a:pt x="1347" y="75"/>
                  <a:pt x="1351" y="76"/>
                </a:cubicBezTo>
                <a:cubicBezTo>
                  <a:pt x="1355" y="76"/>
                  <a:pt x="1359" y="76"/>
                  <a:pt x="1363" y="76"/>
                </a:cubicBezTo>
                <a:cubicBezTo>
                  <a:pt x="1367" y="76"/>
                  <a:pt x="1370" y="77"/>
                  <a:pt x="1374" y="77"/>
                </a:cubicBezTo>
                <a:cubicBezTo>
                  <a:pt x="1378" y="77"/>
                  <a:pt x="1382" y="78"/>
                  <a:pt x="1386" y="79"/>
                </a:cubicBezTo>
                <a:cubicBezTo>
                  <a:pt x="1390" y="79"/>
                  <a:pt x="1394" y="78"/>
                  <a:pt x="1398" y="79"/>
                </a:cubicBezTo>
                <a:cubicBezTo>
                  <a:pt x="1402" y="79"/>
                  <a:pt x="1406" y="80"/>
                  <a:pt x="1410" y="80"/>
                </a:cubicBezTo>
                <a:cubicBezTo>
                  <a:pt x="1411" y="80"/>
                  <a:pt x="1411" y="80"/>
                  <a:pt x="1412" y="80"/>
                </a:cubicBezTo>
                <a:cubicBezTo>
                  <a:pt x="1412" y="80"/>
                  <a:pt x="1413" y="80"/>
                  <a:pt x="1413" y="80"/>
                </a:cubicBezTo>
                <a:cubicBezTo>
                  <a:pt x="1413" y="80"/>
                  <a:pt x="1413" y="80"/>
                  <a:pt x="1413" y="80"/>
                </a:cubicBezTo>
                <a:cubicBezTo>
                  <a:pt x="1416" y="81"/>
                  <a:pt x="1419" y="81"/>
                  <a:pt x="1421" y="82"/>
                </a:cubicBezTo>
                <a:cubicBezTo>
                  <a:pt x="1429" y="83"/>
                  <a:pt x="1430" y="88"/>
                  <a:pt x="1434" y="83"/>
                </a:cubicBezTo>
                <a:cubicBezTo>
                  <a:pt x="1433" y="83"/>
                  <a:pt x="1433" y="83"/>
                  <a:pt x="1433" y="83"/>
                </a:cubicBezTo>
                <a:cubicBezTo>
                  <a:pt x="1431" y="82"/>
                  <a:pt x="1429" y="81"/>
                  <a:pt x="1426" y="80"/>
                </a:cubicBezTo>
                <a:cubicBezTo>
                  <a:pt x="1424" y="82"/>
                  <a:pt x="1421" y="80"/>
                  <a:pt x="1418" y="78"/>
                </a:cubicBezTo>
                <a:cubicBezTo>
                  <a:pt x="1416" y="77"/>
                  <a:pt x="1413" y="76"/>
                  <a:pt x="1410" y="75"/>
                </a:cubicBezTo>
                <a:cubicBezTo>
                  <a:pt x="1406" y="74"/>
                  <a:pt x="1402" y="73"/>
                  <a:pt x="1398" y="72"/>
                </a:cubicBezTo>
                <a:cubicBezTo>
                  <a:pt x="1395" y="71"/>
                  <a:pt x="1391" y="70"/>
                  <a:pt x="1387" y="69"/>
                </a:cubicBezTo>
                <a:cubicBezTo>
                  <a:pt x="1383" y="68"/>
                  <a:pt x="1379" y="67"/>
                  <a:pt x="1375" y="67"/>
                </a:cubicBezTo>
                <a:cubicBezTo>
                  <a:pt x="1374" y="66"/>
                  <a:pt x="1373" y="66"/>
                  <a:pt x="1372" y="66"/>
                </a:cubicBezTo>
                <a:cubicBezTo>
                  <a:pt x="1373" y="66"/>
                  <a:pt x="1373" y="66"/>
                  <a:pt x="1373" y="66"/>
                </a:cubicBezTo>
                <a:cubicBezTo>
                  <a:pt x="1370" y="66"/>
                  <a:pt x="1368" y="66"/>
                  <a:pt x="1365" y="66"/>
                </a:cubicBezTo>
                <a:cubicBezTo>
                  <a:pt x="1365" y="66"/>
                  <a:pt x="1365" y="66"/>
                  <a:pt x="1365" y="65"/>
                </a:cubicBezTo>
                <a:cubicBezTo>
                  <a:pt x="1364" y="65"/>
                  <a:pt x="1363" y="65"/>
                  <a:pt x="1363" y="65"/>
                </a:cubicBezTo>
                <a:cubicBezTo>
                  <a:pt x="1359" y="64"/>
                  <a:pt x="1355" y="63"/>
                  <a:pt x="1351" y="63"/>
                </a:cubicBezTo>
                <a:cubicBezTo>
                  <a:pt x="1346" y="62"/>
                  <a:pt x="1342" y="62"/>
                  <a:pt x="1338" y="61"/>
                </a:cubicBezTo>
                <a:cubicBezTo>
                  <a:pt x="1334" y="61"/>
                  <a:pt x="1330" y="60"/>
                  <a:pt x="1326" y="59"/>
                </a:cubicBezTo>
                <a:cubicBezTo>
                  <a:pt x="1322" y="59"/>
                  <a:pt x="1318" y="59"/>
                  <a:pt x="1314" y="58"/>
                </a:cubicBezTo>
                <a:cubicBezTo>
                  <a:pt x="1310" y="58"/>
                  <a:pt x="1306" y="57"/>
                  <a:pt x="1302" y="57"/>
                </a:cubicBezTo>
                <a:cubicBezTo>
                  <a:pt x="1300" y="57"/>
                  <a:pt x="1297" y="56"/>
                  <a:pt x="1295" y="56"/>
                </a:cubicBezTo>
                <a:cubicBezTo>
                  <a:pt x="1295" y="56"/>
                  <a:pt x="1296" y="57"/>
                  <a:pt x="1296" y="57"/>
                </a:cubicBezTo>
                <a:cubicBezTo>
                  <a:pt x="1293" y="56"/>
                  <a:pt x="1286" y="59"/>
                  <a:pt x="1286" y="55"/>
                </a:cubicBezTo>
                <a:cubicBezTo>
                  <a:pt x="1283" y="55"/>
                  <a:pt x="1280" y="55"/>
                  <a:pt x="1278" y="55"/>
                </a:cubicBezTo>
                <a:cubicBezTo>
                  <a:pt x="1278" y="55"/>
                  <a:pt x="1278" y="55"/>
                  <a:pt x="1277" y="55"/>
                </a:cubicBezTo>
                <a:cubicBezTo>
                  <a:pt x="1277" y="57"/>
                  <a:pt x="1277" y="57"/>
                  <a:pt x="1277" y="57"/>
                </a:cubicBezTo>
                <a:cubicBezTo>
                  <a:pt x="1276" y="58"/>
                  <a:pt x="1275" y="57"/>
                  <a:pt x="1274" y="57"/>
                </a:cubicBezTo>
                <a:cubicBezTo>
                  <a:pt x="1274" y="56"/>
                  <a:pt x="1274" y="55"/>
                  <a:pt x="1275" y="55"/>
                </a:cubicBezTo>
                <a:cubicBezTo>
                  <a:pt x="1271" y="54"/>
                  <a:pt x="1268" y="54"/>
                  <a:pt x="1266" y="54"/>
                </a:cubicBezTo>
                <a:cubicBezTo>
                  <a:pt x="1260" y="53"/>
                  <a:pt x="1256" y="53"/>
                  <a:pt x="1254" y="52"/>
                </a:cubicBezTo>
                <a:cubicBezTo>
                  <a:pt x="1255" y="49"/>
                  <a:pt x="1256" y="46"/>
                  <a:pt x="1258" y="43"/>
                </a:cubicBezTo>
                <a:cubicBezTo>
                  <a:pt x="1259" y="43"/>
                  <a:pt x="1260" y="43"/>
                  <a:pt x="1261" y="43"/>
                </a:cubicBezTo>
                <a:cubicBezTo>
                  <a:pt x="1261" y="42"/>
                  <a:pt x="1261" y="42"/>
                  <a:pt x="1261" y="42"/>
                </a:cubicBezTo>
                <a:cubicBezTo>
                  <a:pt x="1264" y="42"/>
                  <a:pt x="1271" y="40"/>
                  <a:pt x="1272" y="42"/>
                </a:cubicBezTo>
                <a:cubicBezTo>
                  <a:pt x="1275" y="42"/>
                  <a:pt x="1278" y="42"/>
                  <a:pt x="1281" y="42"/>
                </a:cubicBezTo>
                <a:cubicBezTo>
                  <a:pt x="1285" y="43"/>
                  <a:pt x="1289" y="43"/>
                  <a:pt x="1293" y="43"/>
                </a:cubicBezTo>
                <a:cubicBezTo>
                  <a:pt x="1296" y="44"/>
                  <a:pt x="1300" y="44"/>
                  <a:pt x="1304" y="44"/>
                </a:cubicBezTo>
                <a:cubicBezTo>
                  <a:pt x="1308" y="44"/>
                  <a:pt x="1312" y="44"/>
                  <a:pt x="1316" y="44"/>
                </a:cubicBezTo>
                <a:cubicBezTo>
                  <a:pt x="1320" y="44"/>
                  <a:pt x="1324" y="44"/>
                  <a:pt x="1328" y="44"/>
                </a:cubicBezTo>
                <a:cubicBezTo>
                  <a:pt x="1332" y="45"/>
                  <a:pt x="1336" y="46"/>
                  <a:pt x="1340" y="46"/>
                </a:cubicBezTo>
                <a:cubicBezTo>
                  <a:pt x="1344" y="46"/>
                  <a:pt x="1347" y="46"/>
                  <a:pt x="1351" y="46"/>
                </a:cubicBezTo>
                <a:cubicBezTo>
                  <a:pt x="1355" y="47"/>
                  <a:pt x="1359" y="47"/>
                  <a:pt x="1363" y="47"/>
                </a:cubicBezTo>
                <a:cubicBezTo>
                  <a:pt x="1367" y="47"/>
                  <a:pt x="1371" y="49"/>
                  <a:pt x="1375" y="49"/>
                </a:cubicBezTo>
                <a:cubicBezTo>
                  <a:pt x="1379" y="49"/>
                  <a:pt x="1383" y="49"/>
                  <a:pt x="1387" y="49"/>
                </a:cubicBezTo>
                <a:cubicBezTo>
                  <a:pt x="1391" y="49"/>
                  <a:pt x="1395" y="50"/>
                  <a:pt x="1398" y="50"/>
                </a:cubicBezTo>
                <a:cubicBezTo>
                  <a:pt x="1402" y="50"/>
                  <a:pt x="1406" y="51"/>
                  <a:pt x="1410" y="51"/>
                </a:cubicBezTo>
                <a:cubicBezTo>
                  <a:pt x="1414" y="52"/>
                  <a:pt x="1418" y="52"/>
                  <a:pt x="1422" y="53"/>
                </a:cubicBezTo>
                <a:cubicBezTo>
                  <a:pt x="1427" y="53"/>
                  <a:pt x="1429" y="57"/>
                  <a:pt x="1431" y="56"/>
                </a:cubicBezTo>
                <a:cubicBezTo>
                  <a:pt x="1431" y="56"/>
                  <a:pt x="1431" y="56"/>
                  <a:pt x="1431" y="55"/>
                </a:cubicBezTo>
                <a:cubicBezTo>
                  <a:pt x="1431" y="55"/>
                  <a:pt x="1431" y="54"/>
                  <a:pt x="1432" y="54"/>
                </a:cubicBezTo>
                <a:cubicBezTo>
                  <a:pt x="1429" y="52"/>
                  <a:pt x="1425" y="51"/>
                  <a:pt x="1422" y="50"/>
                </a:cubicBezTo>
                <a:cubicBezTo>
                  <a:pt x="1418" y="49"/>
                  <a:pt x="1415" y="47"/>
                  <a:pt x="1411" y="46"/>
                </a:cubicBezTo>
                <a:cubicBezTo>
                  <a:pt x="1407" y="45"/>
                  <a:pt x="1403" y="43"/>
                  <a:pt x="1399" y="42"/>
                </a:cubicBezTo>
                <a:cubicBezTo>
                  <a:pt x="1395" y="42"/>
                  <a:pt x="1391" y="42"/>
                  <a:pt x="1387" y="41"/>
                </a:cubicBezTo>
                <a:cubicBezTo>
                  <a:pt x="1385" y="40"/>
                  <a:pt x="1382" y="40"/>
                  <a:pt x="1380" y="39"/>
                </a:cubicBezTo>
                <a:cubicBezTo>
                  <a:pt x="1380" y="39"/>
                  <a:pt x="1380" y="39"/>
                  <a:pt x="1380" y="40"/>
                </a:cubicBezTo>
                <a:cubicBezTo>
                  <a:pt x="1377" y="40"/>
                  <a:pt x="1374" y="39"/>
                  <a:pt x="1373" y="37"/>
                </a:cubicBezTo>
                <a:cubicBezTo>
                  <a:pt x="1370" y="37"/>
                  <a:pt x="1367" y="37"/>
                  <a:pt x="1363" y="36"/>
                </a:cubicBezTo>
                <a:cubicBezTo>
                  <a:pt x="1359" y="36"/>
                  <a:pt x="1355" y="34"/>
                  <a:pt x="1351" y="34"/>
                </a:cubicBezTo>
                <a:cubicBezTo>
                  <a:pt x="1347" y="33"/>
                  <a:pt x="1343" y="33"/>
                  <a:pt x="1339" y="32"/>
                </a:cubicBezTo>
                <a:cubicBezTo>
                  <a:pt x="1335" y="32"/>
                  <a:pt x="1331" y="31"/>
                  <a:pt x="1327" y="31"/>
                </a:cubicBezTo>
                <a:cubicBezTo>
                  <a:pt x="1323" y="30"/>
                  <a:pt x="1319" y="30"/>
                  <a:pt x="1315" y="30"/>
                </a:cubicBezTo>
                <a:cubicBezTo>
                  <a:pt x="1311" y="29"/>
                  <a:pt x="1307" y="28"/>
                  <a:pt x="1303" y="28"/>
                </a:cubicBezTo>
                <a:cubicBezTo>
                  <a:pt x="1303" y="27"/>
                  <a:pt x="1302" y="28"/>
                  <a:pt x="1302" y="27"/>
                </a:cubicBezTo>
                <a:cubicBezTo>
                  <a:pt x="1302" y="28"/>
                  <a:pt x="1302" y="28"/>
                  <a:pt x="1302" y="28"/>
                </a:cubicBezTo>
                <a:cubicBezTo>
                  <a:pt x="1300" y="28"/>
                  <a:pt x="1299" y="28"/>
                  <a:pt x="1298" y="27"/>
                </a:cubicBezTo>
                <a:cubicBezTo>
                  <a:pt x="1297" y="27"/>
                  <a:pt x="1296" y="27"/>
                  <a:pt x="1295" y="27"/>
                </a:cubicBezTo>
                <a:cubicBezTo>
                  <a:pt x="1295" y="27"/>
                  <a:pt x="1294" y="28"/>
                  <a:pt x="1294" y="28"/>
                </a:cubicBezTo>
                <a:cubicBezTo>
                  <a:pt x="1294" y="28"/>
                  <a:pt x="1294" y="28"/>
                  <a:pt x="1294" y="27"/>
                </a:cubicBezTo>
                <a:cubicBezTo>
                  <a:pt x="1293" y="27"/>
                  <a:pt x="1292" y="27"/>
                  <a:pt x="1291" y="27"/>
                </a:cubicBezTo>
                <a:cubicBezTo>
                  <a:pt x="1287" y="27"/>
                  <a:pt x="1283" y="26"/>
                  <a:pt x="1279" y="26"/>
                </a:cubicBezTo>
                <a:cubicBezTo>
                  <a:pt x="1282" y="24"/>
                  <a:pt x="1286" y="23"/>
                  <a:pt x="1289" y="22"/>
                </a:cubicBezTo>
                <a:cubicBezTo>
                  <a:pt x="1291" y="21"/>
                  <a:pt x="1293" y="21"/>
                  <a:pt x="1295" y="20"/>
                </a:cubicBezTo>
                <a:cubicBezTo>
                  <a:pt x="1294" y="16"/>
                  <a:pt x="1302" y="12"/>
                  <a:pt x="1304" y="17"/>
                </a:cubicBezTo>
                <a:cubicBezTo>
                  <a:pt x="1304" y="17"/>
                  <a:pt x="1304" y="17"/>
                  <a:pt x="1304" y="18"/>
                </a:cubicBezTo>
                <a:cubicBezTo>
                  <a:pt x="1306" y="17"/>
                  <a:pt x="1308" y="16"/>
                  <a:pt x="1311" y="16"/>
                </a:cubicBezTo>
                <a:cubicBezTo>
                  <a:pt x="1314" y="15"/>
                  <a:pt x="1318" y="15"/>
                  <a:pt x="1321" y="15"/>
                </a:cubicBezTo>
                <a:cubicBezTo>
                  <a:pt x="1325" y="14"/>
                  <a:pt x="1329" y="14"/>
                  <a:pt x="1333" y="13"/>
                </a:cubicBezTo>
                <a:cubicBezTo>
                  <a:pt x="1336" y="13"/>
                  <a:pt x="1340" y="14"/>
                  <a:pt x="1344" y="14"/>
                </a:cubicBezTo>
                <a:cubicBezTo>
                  <a:pt x="1347" y="14"/>
                  <a:pt x="1351" y="13"/>
                  <a:pt x="1354" y="13"/>
                </a:cubicBezTo>
                <a:cubicBezTo>
                  <a:pt x="1358" y="13"/>
                  <a:pt x="1361" y="14"/>
                  <a:pt x="1365" y="14"/>
                </a:cubicBezTo>
                <a:cubicBezTo>
                  <a:pt x="1365" y="14"/>
                  <a:pt x="1365" y="14"/>
                  <a:pt x="1365" y="14"/>
                </a:cubicBezTo>
                <a:cubicBezTo>
                  <a:pt x="1366" y="11"/>
                  <a:pt x="1370" y="11"/>
                  <a:pt x="1372" y="14"/>
                </a:cubicBezTo>
                <a:cubicBezTo>
                  <a:pt x="1372" y="14"/>
                  <a:pt x="1372" y="14"/>
                  <a:pt x="1372" y="15"/>
                </a:cubicBezTo>
                <a:cubicBezTo>
                  <a:pt x="1373" y="15"/>
                  <a:pt x="1374" y="15"/>
                  <a:pt x="1375" y="15"/>
                </a:cubicBezTo>
                <a:cubicBezTo>
                  <a:pt x="1379" y="15"/>
                  <a:pt x="1382" y="16"/>
                  <a:pt x="1386" y="16"/>
                </a:cubicBezTo>
                <a:cubicBezTo>
                  <a:pt x="1390" y="17"/>
                  <a:pt x="1394" y="17"/>
                  <a:pt x="1398" y="18"/>
                </a:cubicBezTo>
                <a:cubicBezTo>
                  <a:pt x="1400" y="18"/>
                  <a:pt x="1403" y="19"/>
                  <a:pt x="1405" y="20"/>
                </a:cubicBezTo>
                <a:cubicBezTo>
                  <a:pt x="1405" y="19"/>
                  <a:pt x="1405" y="18"/>
                  <a:pt x="1405" y="17"/>
                </a:cubicBezTo>
                <a:cubicBezTo>
                  <a:pt x="1407" y="17"/>
                  <a:pt x="1408" y="17"/>
                  <a:pt x="1409" y="17"/>
                </a:cubicBezTo>
                <a:cubicBezTo>
                  <a:pt x="1409" y="18"/>
                  <a:pt x="1409" y="19"/>
                  <a:pt x="1409" y="20"/>
                </a:cubicBezTo>
                <a:cubicBezTo>
                  <a:pt x="1409" y="20"/>
                  <a:pt x="1409" y="20"/>
                  <a:pt x="1409" y="20"/>
                </a:cubicBezTo>
                <a:cubicBezTo>
                  <a:pt x="1409" y="20"/>
                  <a:pt x="1409" y="21"/>
                  <a:pt x="1410" y="21"/>
                </a:cubicBezTo>
                <a:cubicBezTo>
                  <a:pt x="1414" y="21"/>
                  <a:pt x="1418" y="22"/>
                  <a:pt x="1422" y="23"/>
                </a:cubicBezTo>
                <a:cubicBezTo>
                  <a:pt x="1426" y="24"/>
                  <a:pt x="1430" y="25"/>
                  <a:pt x="1434" y="26"/>
                </a:cubicBezTo>
                <a:cubicBezTo>
                  <a:pt x="1438" y="27"/>
                  <a:pt x="1442" y="27"/>
                  <a:pt x="1446" y="29"/>
                </a:cubicBezTo>
                <a:cubicBezTo>
                  <a:pt x="1449" y="30"/>
                  <a:pt x="1453" y="31"/>
                  <a:pt x="1457" y="32"/>
                </a:cubicBezTo>
                <a:cubicBezTo>
                  <a:pt x="1461" y="34"/>
                  <a:pt x="1465" y="35"/>
                  <a:pt x="1469" y="37"/>
                </a:cubicBezTo>
                <a:cubicBezTo>
                  <a:pt x="1472" y="38"/>
                  <a:pt x="1475" y="39"/>
                  <a:pt x="1478" y="40"/>
                </a:cubicBezTo>
                <a:cubicBezTo>
                  <a:pt x="1480" y="39"/>
                  <a:pt x="1481" y="37"/>
                  <a:pt x="1486" y="38"/>
                </a:cubicBezTo>
                <a:cubicBezTo>
                  <a:pt x="1486" y="40"/>
                  <a:pt x="1485" y="41"/>
                  <a:pt x="1485" y="42"/>
                </a:cubicBezTo>
                <a:cubicBezTo>
                  <a:pt x="1486" y="43"/>
                  <a:pt x="1488" y="44"/>
                  <a:pt x="1489" y="44"/>
                </a:cubicBezTo>
                <a:cubicBezTo>
                  <a:pt x="1489" y="44"/>
                  <a:pt x="1489" y="44"/>
                  <a:pt x="1489" y="44"/>
                </a:cubicBezTo>
                <a:cubicBezTo>
                  <a:pt x="1490" y="44"/>
                  <a:pt x="1490" y="44"/>
                  <a:pt x="1490" y="44"/>
                </a:cubicBezTo>
                <a:cubicBezTo>
                  <a:pt x="1490" y="45"/>
                  <a:pt x="1490" y="45"/>
                  <a:pt x="1490" y="45"/>
                </a:cubicBezTo>
                <a:cubicBezTo>
                  <a:pt x="1491" y="45"/>
                  <a:pt x="1491" y="45"/>
                  <a:pt x="1491" y="45"/>
                </a:cubicBezTo>
                <a:cubicBezTo>
                  <a:pt x="1492" y="46"/>
                  <a:pt x="1493" y="46"/>
                  <a:pt x="1494" y="46"/>
                </a:cubicBezTo>
                <a:cubicBezTo>
                  <a:pt x="1493" y="46"/>
                  <a:pt x="1493" y="44"/>
                  <a:pt x="1495" y="43"/>
                </a:cubicBezTo>
                <a:cubicBezTo>
                  <a:pt x="1496" y="45"/>
                  <a:pt x="1496" y="46"/>
                  <a:pt x="1497" y="45"/>
                </a:cubicBezTo>
                <a:cubicBezTo>
                  <a:pt x="1497" y="45"/>
                  <a:pt x="1497" y="45"/>
                  <a:pt x="1497" y="45"/>
                </a:cubicBezTo>
                <a:cubicBezTo>
                  <a:pt x="1497" y="44"/>
                  <a:pt x="1499" y="43"/>
                  <a:pt x="1499" y="45"/>
                </a:cubicBezTo>
                <a:cubicBezTo>
                  <a:pt x="1500" y="45"/>
                  <a:pt x="1501" y="45"/>
                  <a:pt x="1502" y="46"/>
                </a:cubicBezTo>
                <a:cubicBezTo>
                  <a:pt x="1504" y="47"/>
                  <a:pt x="1504" y="49"/>
                  <a:pt x="1504" y="51"/>
                </a:cubicBezTo>
                <a:cubicBezTo>
                  <a:pt x="1505" y="51"/>
                  <a:pt x="1506" y="52"/>
                  <a:pt x="1507" y="52"/>
                </a:cubicBezTo>
                <a:cubicBezTo>
                  <a:pt x="1507" y="51"/>
                  <a:pt x="1508" y="51"/>
                  <a:pt x="1509" y="51"/>
                </a:cubicBezTo>
                <a:cubicBezTo>
                  <a:pt x="1510" y="52"/>
                  <a:pt x="1511" y="53"/>
                  <a:pt x="1511" y="54"/>
                </a:cubicBezTo>
                <a:cubicBezTo>
                  <a:pt x="1512" y="55"/>
                  <a:pt x="1513" y="55"/>
                  <a:pt x="1514" y="56"/>
                </a:cubicBezTo>
                <a:cubicBezTo>
                  <a:pt x="1517" y="57"/>
                  <a:pt x="1520" y="59"/>
                  <a:pt x="1524" y="61"/>
                </a:cubicBezTo>
                <a:cubicBezTo>
                  <a:pt x="1525" y="62"/>
                  <a:pt x="1527" y="62"/>
                  <a:pt x="1528" y="63"/>
                </a:cubicBezTo>
                <a:cubicBezTo>
                  <a:pt x="1528" y="62"/>
                  <a:pt x="1528" y="60"/>
                  <a:pt x="1528" y="59"/>
                </a:cubicBezTo>
                <a:cubicBezTo>
                  <a:pt x="1529" y="59"/>
                  <a:pt x="1531" y="59"/>
                  <a:pt x="1532" y="59"/>
                </a:cubicBezTo>
                <a:cubicBezTo>
                  <a:pt x="1532" y="61"/>
                  <a:pt x="1535" y="62"/>
                  <a:pt x="1532" y="63"/>
                </a:cubicBezTo>
                <a:cubicBezTo>
                  <a:pt x="1532" y="61"/>
                  <a:pt x="1532" y="60"/>
                  <a:pt x="1530" y="61"/>
                </a:cubicBezTo>
                <a:cubicBezTo>
                  <a:pt x="1530" y="62"/>
                  <a:pt x="1530" y="63"/>
                  <a:pt x="1529" y="64"/>
                </a:cubicBezTo>
                <a:cubicBezTo>
                  <a:pt x="1531" y="64"/>
                  <a:pt x="1533" y="65"/>
                  <a:pt x="1534" y="66"/>
                </a:cubicBezTo>
                <a:cubicBezTo>
                  <a:pt x="1535" y="66"/>
                  <a:pt x="1535" y="67"/>
                  <a:pt x="1536" y="67"/>
                </a:cubicBezTo>
                <a:cubicBezTo>
                  <a:pt x="1536" y="67"/>
                  <a:pt x="1536" y="67"/>
                  <a:pt x="1536" y="66"/>
                </a:cubicBezTo>
                <a:cubicBezTo>
                  <a:pt x="1538" y="64"/>
                  <a:pt x="1544" y="65"/>
                  <a:pt x="1543" y="66"/>
                </a:cubicBezTo>
                <a:cubicBezTo>
                  <a:pt x="1542" y="68"/>
                  <a:pt x="1541" y="69"/>
                  <a:pt x="1541" y="70"/>
                </a:cubicBezTo>
                <a:cubicBezTo>
                  <a:pt x="1542" y="70"/>
                  <a:pt x="1543" y="71"/>
                  <a:pt x="1544" y="72"/>
                </a:cubicBezTo>
                <a:cubicBezTo>
                  <a:pt x="1547" y="74"/>
                  <a:pt x="1551" y="75"/>
                  <a:pt x="1554" y="77"/>
                </a:cubicBezTo>
                <a:cubicBezTo>
                  <a:pt x="1557" y="79"/>
                  <a:pt x="1561" y="81"/>
                  <a:pt x="1564" y="83"/>
                </a:cubicBezTo>
                <a:cubicBezTo>
                  <a:pt x="1565" y="84"/>
                  <a:pt x="1566" y="84"/>
                  <a:pt x="1567" y="85"/>
                </a:cubicBezTo>
                <a:cubicBezTo>
                  <a:pt x="1568" y="78"/>
                  <a:pt x="1576" y="80"/>
                  <a:pt x="1578" y="86"/>
                </a:cubicBezTo>
                <a:cubicBezTo>
                  <a:pt x="1577" y="88"/>
                  <a:pt x="1576" y="89"/>
                  <a:pt x="1575" y="90"/>
                </a:cubicBezTo>
                <a:cubicBezTo>
                  <a:pt x="1577" y="92"/>
                  <a:pt x="1580" y="94"/>
                  <a:pt x="1583" y="97"/>
                </a:cubicBezTo>
                <a:cubicBezTo>
                  <a:pt x="1584" y="98"/>
                  <a:pt x="1586" y="99"/>
                  <a:pt x="1587" y="101"/>
                </a:cubicBezTo>
                <a:cubicBezTo>
                  <a:pt x="1587" y="100"/>
                  <a:pt x="1588" y="99"/>
                  <a:pt x="1588" y="97"/>
                </a:cubicBezTo>
                <a:cubicBezTo>
                  <a:pt x="1593" y="96"/>
                  <a:pt x="1595" y="102"/>
                  <a:pt x="1591" y="104"/>
                </a:cubicBezTo>
                <a:cubicBezTo>
                  <a:pt x="1591" y="104"/>
                  <a:pt x="1591" y="104"/>
                  <a:pt x="1591" y="105"/>
                </a:cubicBezTo>
                <a:cubicBezTo>
                  <a:pt x="1594" y="107"/>
                  <a:pt x="1596" y="111"/>
                  <a:pt x="1599" y="113"/>
                </a:cubicBezTo>
                <a:cubicBezTo>
                  <a:pt x="1601" y="116"/>
                  <a:pt x="1604" y="119"/>
                  <a:pt x="1606" y="122"/>
                </a:cubicBezTo>
                <a:cubicBezTo>
                  <a:pt x="1607" y="123"/>
                  <a:pt x="1608" y="125"/>
                  <a:pt x="1609" y="126"/>
                </a:cubicBezTo>
                <a:cubicBezTo>
                  <a:pt x="1612" y="126"/>
                  <a:pt x="1613" y="124"/>
                  <a:pt x="1616" y="124"/>
                </a:cubicBezTo>
                <a:cubicBezTo>
                  <a:pt x="1618" y="128"/>
                  <a:pt x="1619" y="130"/>
                  <a:pt x="1616" y="136"/>
                </a:cubicBezTo>
                <a:cubicBezTo>
                  <a:pt x="1616" y="135"/>
                  <a:pt x="1615" y="135"/>
                  <a:pt x="1614" y="135"/>
                </a:cubicBezTo>
                <a:cubicBezTo>
                  <a:pt x="1616" y="137"/>
                  <a:pt x="1617" y="139"/>
                  <a:pt x="1618" y="142"/>
                </a:cubicBezTo>
                <a:cubicBezTo>
                  <a:pt x="1618" y="143"/>
                  <a:pt x="1618" y="144"/>
                  <a:pt x="1619" y="144"/>
                </a:cubicBezTo>
                <a:cubicBezTo>
                  <a:pt x="1620" y="141"/>
                  <a:pt x="1628" y="142"/>
                  <a:pt x="1625" y="148"/>
                </a:cubicBezTo>
                <a:close/>
                <a:moveTo>
                  <a:pt x="1295" y="40"/>
                </a:moveTo>
                <a:cubicBezTo>
                  <a:pt x="1294" y="41"/>
                  <a:pt x="1293" y="41"/>
                  <a:pt x="1292" y="40"/>
                </a:cubicBezTo>
                <a:cubicBezTo>
                  <a:pt x="1291" y="37"/>
                  <a:pt x="1296" y="37"/>
                  <a:pt x="1295" y="40"/>
                </a:cubicBezTo>
                <a:close/>
                <a:moveTo>
                  <a:pt x="1387" y="42"/>
                </a:moveTo>
                <a:cubicBezTo>
                  <a:pt x="1388" y="41"/>
                  <a:pt x="1388" y="42"/>
                  <a:pt x="1389" y="42"/>
                </a:cubicBezTo>
                <a:cubicBezTo>
                  <a:pt x="1389" y="44"/>
                  <a:pt x="1387" y="44"/>
                  <a:pt x="1387" y="42"/>
                </a:cubicBezTo>
                <a:close/>
              </a:path>
            </a:pathLst>
          </a:custGeom>
          <a:solidFill>
            <a:srgbClr val="DCDDDD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9746"/>
            <a:ext cx="9156724" cy="542965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7" name="文本框 145413"/>
          <p:cNvSpPr txBox="1"/>
          <p:nvPr/>
        </p:nvSpPr>
        <p:spPr>
          <a:xfrm>
            <a:off x="1627188" y="260350"/>
            <a:ext cx="67691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矩形 161797"/>
          <p:cNvSpPr/>
          <p:nvPr/>
        </p:nvSpPr>
        <p:spPr>
          <a:xfrm>
            <a:off x="611188" y="1125538"/>
            <a:ext cx="7793037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2 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闭环控制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45" name="矩形 161798"/>
          <p:cNvSpPr/>
          <p:nvPr/>
        </p:nvSpPr>
        <p:spPr>
          <a:xfrm>
            <a:off x="611188" y="2135188"/>
            <a:ext cx="8001000" cy="850900"/>
          </a:xfrm>
          <a:prstGeom prst="rect">
            <a:avLst/>
          </a:prstGeom>
          <a:solidFill>
            <a:srgbClr val="0066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FFFF66"/>
              </a:buClr>
            </a:pPr>
            <a:r>
              <a:rPr lang="zh-CN" altLang="en-US" b="1" dirty="0">
                <a:solidFill>
                  <a:srgbClr val="FFFF66"/>
                </a:solidFill>
                <a:latin typeface="Arial" panose="020B0604020202020204" pitchFamily="34" charset="0"/>
              </a:rPr>
              <a:t>闭环控制：指控制装置与被控对象之间既有顺向作用，又有反向联系的控制过程。</a:t>
            </a:r>
            <a:endParaRPr lang="zh-CN" altLang="en-US" b="1" dirty="0">
              <a:solidFill>
                <a:srgbClr val="FFFF66"/>
              </a:solidFill>
              <a:latin typeface="Arial" panose="020B0604020202020204" pitchFamily="34" charset="0"/>
            </a:endParaRPr>
          </a:p>
        </p:txBody>
      </p:sp>
      <p:sp>
        <p:nvSpPr>
          <p:cNvPr id="35846" name="文本框 161799"/>
          <p:cNvSpPr txBox="1"/>
          <p:nvPr/>
        </p:nvSpPr>
        <p:spPr>
          <a:xfrm>
            <a:off x="0" y="6135985"/>
            <a:ext cx="9143999" cy="461665"/>
          </a:xfrm>
          <a:prstGeom prst="rect">
            <a:avLst/>
          </a:prstGeom>
          <a:solidFill>
            <a:srgbClr val="0066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FFFF66"/>
              </a:buClr>
              <a:buSzPct val="60000"/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显然，闭环控制的输出量（被控量）对系统的控制有影响。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4301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0968"/>
            <a:ext cx="9144000" cy="295232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5" grpId="0" animBg="1" build="p"/>
      <p:bldP spid="3584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Freeform 17"/>
          <p:cNvSpPr>
            <a:spLocks noEditPoints="1"/>
          </p:cNvSpPr>
          <p:nvPr/>
        </p:nvSpPr>
        <p:spPr bwMode="auto">
          <a:xfrm>
            <a:off x="611560" y="2735568"/>
            <a:ext cx="720079" cy="1080000"/>
          </a:xfrm>
          <a:custGeom>
            <a:avLst/>
            <a:gdLst>
              <a:gd name="T0" fmla="*/ 609 w 684"/>
              <a:gd name="T1" fmla="*/ 553 h 1183"/>
              <a:gd name="T2" fmla="*/ 448 w 684"/>
              <a:gd name="T3" fmla="*/ 401 h 1183"/>
              <a:gd name="T4" fmla="*/ 269 w 684"/>
              <a:gd name="T5" fmla="*/ 315 h 1183"/>
              <a:gd name="T6" fmla="*/ 94 w 684"/>
              <a:gd name="T7" fmla="*/ 233 h 1183"/>
              <a:gd name="T8" fmla="*/ 88 w 684"/>
              <a:gd name="T9" fmla="*/ 655 h 1183"/>
              <a:gd name="T10" fmla="*/ 70 w 684"/>
              <a:gd name="T11" fmla="*/ 918 h 1183"/>
              <a:gd name="T12" fmla="*/ 139 w 684"/>
              <a:gd name="T13" fmla="*/ 1167 h 1183"/>
              <a:gd name="T14" fmla="*/ 202 w 684"/>
              <a:gd name="T15" fmla="*/ 975 h 1183"/>
              <a:gd name="T16" fmla="*/ 70 w 684"/>
              <a:gd name="T17" fmla="*/ 734 h 1183"/>
              <a:gd name="T18" fmla="*/ 278 w 684"/>
              <a:gd name="T19" fmla="*/ 562 h 1183"/>
              <a:gd name="T20" fmla="*/ 307 w 684"/>
              <a:gd name="T21" fmla="*/ 754 h 1183"/>
              <a:gd name="T22" fmla="*/ 323 w 684"/>
              <a:gd name="T23" fmla="*/ 769 h 1183"/>
              <a:gd name="T24" fmla="*/ 322 w 684"/>
              <a:gd name="T25" fmla="*/ 948 h 1183"/>
              <a:gd name="T26" fmla="*/ 345 w 684"/>
              <a:gd name="T27" fmla="*/ 765 h 1183"/>
              <a:gd name="T28" fmla="*/ 457 w 684"/>
              <a:gd name="T29" fmla="*/ 753 h 1183"/>
              <a:gd name="T30" fmla="*/ 553 w 684"/>
              <a:gd name="T31" fmla="*/ 815 h 1183"/>
              <a:gd name="T32" fmla="*/ 388 w 684"/>
              <a:gd name="T33" fmla="*/ 1179 h 1183"/>
              <a:gd name="T34" fmla="*/ 445 w 684"/>
              <a:gd name="T35" fmla="*/ 1002 h 1183"/>
              <a:gd name="T36" fmla="*/ 666 w 684"/>
              <a:gd name="T37" fmla="*/ 692 h 1183"/>
              <a:gd name="T38" fmla="*/ 200 w 684"/>
              <a:gd name="T39" fmla="*/ 558 h 1183"/>
              <a:gd name="T40" fmla="*/ 132 w 684"/>
              <a:gd name="T41" fmla="*/ 509 h 1183"/>
              <a:gd name="T42" fmla="*/ 123 w 684"/>
              <a:gd name="T43" fmla="*/ 61 h 1183"/>
              <a:gd name="T44" fmla="*/ 241 w 684"/>
              <a:gd name="T45" fmla="*/ 532 h 1183"/>
              <a:gd name="T46" fmla="*/ 388 w 684"/>
              <a:gd name="T47" fmla="*/ 620 h 1183"/>
              <a:gd name="T48" fmla="*/ 406 w 684"/>
              <a:gd name="T49" fmla="*/ 459 h 1183"/>
              <a:gd name="T50" fmla="*/ 305 w 684"/>
              <a:gd name="T51" fmla="*/ 567 h 1183"/>
              <a:gd name="T52" fmla="*/ 444 w 684"/>
              <a:gd name="T53" fmla="*/ 423 h 1183"/>
              <a:gd name="T54" fmla="*/ 423 w 684"/>
              <a:gd name="T55" fmla="*/ 643 h 1183"/>
              <a:gd name="T56" fmla="*/ 415 w 684"/>
              <a:gd name="T57" fmla="*/ 724 h 1183"/>
              <a:gd name="T58" fmla="*/ 428 w 684"/>
              <a:gd name="T59" fmla="*/ 654 h 1183"/>
              <a:gd name="T60" fmla="*/ 574 w 684"/>
              <a:gd name="T61" fmla="*/ 534 h 1183"/>
              <a:gd name="T62" fmla="*/ 415 w 684"/>
              <a:gd name="T63" fmla="*/ 724 h 1183"/>
              <a:gd name="T64" fmla="*/ 476 w 684"/>
              <a:gd name="T65" fmla="*/ 750 h 1183"/>
              <a:gd name="T66" fmla="*/ 607 w 684"/>
              <a:gd name="T67" fmla="*/ 631 h 1183"/>
              <a:gd name="T68" fmla="*/ 517 w 684"/>
              <a:gd name="T69" fmla="*/ 804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4" h="1183">
                <a:moveTo>
                  <a:pt x="612" y="606"/>
                </a:moveTo>
                <a:cubicBezTo>
                  <a:pt x="615" y="584"/>
                  <a:pt x="613" y="565"/>
                  <a:pt x="609" y="553"/>
                </a:cubicBezTo>
                <a:cubicBezTo>
                  <a:pt x="599" y="516"/>
                  <a:pt x="568" y="479"/>
                  <a:pt x="517" y="483"/>
                </a:cubicBezTo>
                <a:cubicBezTo>
                  <a:pt x="514" y="445"/>
                  <a:pt x="477" y="404"/>
                  <a:pt x="448" y="401"/>
                </a:cubicBezTo>
                <a:cubicBezTo>
                  <a:pt x="329" y="387"/>
                  <a:pt x="263" y="490"/>
                  <a:pt x="263" y="490"/>
                </a:cubicBezTo>
                <a:cubicBezTo>
                  <a:pt x="263" y="490"/>
                  <a:pt x="253" y="433"/>
                  <a:pt x="269" y="315"/>
                </a:cubicBezTo>
                <a:cubicBezTo>
                  <a:pt x="290" y="158"/>
                  <a:pt x="232" y="0"/>
                  <a:pt x="116" y="36"/>
                </a:cubicBezTo>
                <a:cubicBezTo>
                  <a:pt x="0" y="72"/>
                  <a:pt x="71" y="136"/>
                  <a:pt x="94" y="233"/>
                </a:cubicBezTo>
                <a:cubicBezTo>
                  <a:pt x="117" y="330"/>
                  <a:pt x="117" y="454"/>
                  <a:pt x="110" y="505"/>
                </a:cubicBezTo>
                <a:cubicBezTo>
                  <a:pt x="104" y="546"/>
                  <a:pt x="92" y="624"/>
                  <a:pt x="88" y="655"/>
                </a:cubicBezTo>
                <a:cubicBezTo>
                  <a:pt x="69" y="678"/>
                  <a:pt x="57" y="697"/>
                  <a:pt x="54" y="711"/>
                </a:cubicBezTo>
                <a:cubicBezTo>
                  <a:pt x="45" y="741"/>
                  <a:pt x="31" y="868"/>
                  <a:pt x="70" y="918"/>
                </a:cubicBezTo>
                <a:cubicBezTo>
                  <a:pt x="109" y="969"/>
                  <a:pt x="148" y="980"/>
                  <a:pt x="177" y="979"/>
                </a:cubicBezTo>
                <a:cubicBezTo>
                  <a:pt x="203" y="1073"/>
                  <a:pt x="139" y="1167"/>
                  <a:pt x="139" y="1167"/>
                </a:cubicBezTo>
                <a:cubicBezTo>
                  <a:pt x="153" y="1174"/>
                  <a:pt x="153" y="1174"/>
                  <a:pt x="153" y="1174"/>
                </a:cubicBezTo>
                <a:cubicBezTo>
                  <a:pt x="220" y="1102"/>
                  <a:pt x="207" y="1002"/>
                  <a:pt x="202" y="975"/>
                </a:cubicBezTo>
                <a:cubicBezTo>
                  <a:pt x="215" y="971"/>
                  <a:pt x="223" y="966"/>
                  <a:pt x="223" y="966"/>
                </a:cubicBezTo>
                <a:cubicBezTo>
                  <a:pt x="50" y="954"/>
                  <a:pt x="64" y="794"/>
                  <a:pt x="70" y="734"/>
                </a:cubicBezTo>
                <a:cubicBezTo>
                  <a:pt x="76" y="674"/>
                  <a:pt x="155" y="611"/>
                  <a:pt x="205" y="572"/>
                </a:cubicBezTo>
                <a:cubicBezTo>
                  <a:pt x="254" y="533"/>
                  <a:pt x="270" y="550"/>
                  <a:pt x="278" y="562"/>
                </a:cubicBezTo>
                <a:cubicBezTo>
                  <a:pt x="326" y="637"/>
                  <a:pt x="384" y="625"/>
                  <a:pt x="408" y="655"/>
                </a:cubicBezTo>
                <a:cubicBezTo>
                  <a:pt x="432" y="685"/>
                  <a:pt x="388" y="757"/>
                  <a:pt x="307" y="754"/>
                </a:cubicBezTo>
                <a:cubicBezTo>
                  <a:pt x="226" y="751"/>
                  <a:pt x="207" y="675"/>
                  <a:pt x="207" y="675"/>
                </a:cubicBezTo>
                <a:cubicBezTo>
                  <a:pt x="216" y="753"/>
                  <a:pt x="271" y="775"/>
                  <a:pt x="323" y="769"/>
                </a:cubicBezTo>
                <a:cubicBezTo>
                  <a:pt x="342" y="782"/>
                  <a:pt x="376" y="814"/>
                  <a:pt x="370" y="868"/>
                </a:cubicBezTo>
                <a:cubicBezTo>
                  <a:pt x="363" y="933"/>
                  <a:pt x="322" y="948"/>
                  <a:pt x="322" y="948"/>
                </a:cubicBezTo>
                <a:cubicBezTo>
                  <a:pt x="322" y="948"/>
                  <a:pt x="390" y="939"/>
                  <a:pt x="390" y="866"/>
                </a:cubicBezTo>
                <a:cubicBezTo>
                  <a:pt x="390" y="808"/>
                  <a:pt x="363" y="777"/>
                  <a:pt x="345" y="765"/>
                </a:cubicBezTo>
                <a:cubicBezTo>
                  <a:pt x="366" y="759"/>
                  <a:pt x="386" y="749"/>
                  <a:pt x="400" y="738"/>
                </a:cubicBezTo>
                <a:cubicBezTo>
                  <a:pt x="409" y="745"/>
                  <a:pt x="427" y="755"/>
                  <a:pt x="457" y="753"/>
                </a:cubicBezTo>
                <a:cubicBezTo>
                  <a:pt x="456" y="773"/>
                  <a:pt x="463" y="815"/>
                  <a:pt x="523" y="817"/>
                </a:cubicBezTo>
                <a:cubicBezTo>
                  <a:pt x="534" y="817"/>
                  <a:pt x="544" y="816"/>
                  <a:pt x="553" y="815"/>
                </a:cubicBezTo>
                <a:cubicBezTo>
                  <a:pt x="559" y="845"/>
                  <a:pt x="569" y="952"/>
                  <a:pt x="418" y="982"/>
                </a:cubicBezTo>
                <a:cubicBezTo>
                  <a:pt x="418" y="982"/>
                  <a:pt x="425" y="1121"/>
                  <a:pt x="388" y="1179"/>
                </a:cubicBezTo>
                <a:cubicBezTo>
                  <a:pt x="408" y="1183"/>
                  <a:pt x="408" y="1183"/>
                  <a:pt x="408" y="1183"/>
                </a:cubicBezTo>
                <a:cubicBezTo>
                  <a:pt x="408" y="1183"/>
                  <a:pt x="446" y="1121"/>
                  <a:pt x="445" y="1002"/>
                </a:cubicBezTo>
                <a:cubicBezTo>
                  <a:pt x="445" y="1002"/>
                  <a:pt x="592" y="979"/>
                  <a:pt x="582" y="806"/>
                </a:cubicBezTo>
                <a:cubicBezTo>
                  <a:pt x="625" y="787"/>
                  <a:pt x="651" y="744"/>
                  <a:pt x="666" y="692"/>
                </a:cubicBezTo>
                <a:cubicBezTo>
                  <a:pt x="684" y="633"/>
                  <a:pt x="636" y="608"/>
                  <a:pt x="612" y="606"/>
                </a:cubicBezTo>
                <a:close/>
                <a:moveTo>
                  <a:pt x="200" y="558"/>
                </a:moveTo>
                <a:cubicBezTo>
                  <a:pt x="162" y="583"/>
                  <a:pt x="132" y="608"/>
                  <a:pt x="109" y="632"/>
                </a:cubicBezTo>
                <a:cubicBezTo>
                  <a:pt x="111" y="609"/>
                  <a:pt x="122" y="580"/>
                  <a:pt x="132" y="509"/>
                </a:cubicBezTo>
                <a:cubicBezTo>
                  <a:pt x="146" y="422"/>
                  <a:pt x="128" y="293"/>
                  <a:pt x="113" y="228"/>
                </a:cubicBezTo>
                <a:cubicBezTo>
                  <a:pt x="100" y="171"/>
                  <a:pt x="31" y="75"/>
                  <a:pt x="123" y="61"/>
                </a:cubicBezTo>
                <a:cubicBezTo>
                  <a:pt x="254" y="41"/>
                  <a:pt x="256" y="256"/>
                  <a:pt x="250" y="311"/>
                </a:cubicBezTo>
                <a:cubicBezTo>
                  <a:pt x="244" y="359"/>
                  <a:pt x="241" y="500"/>
                  <a:pt x="241" y="532"/>
                </a:cubicBezTo>
                <a:cubicBezTo>
                  <a:pt x="230" y="538"/>
                  <a:pt x="217" y="546"/>
                  <a:pt x="200" y="558"/>
                </a:cubicBezTo>
                <a:close/>
                <a:moveTo>
                  <a:pt x="388" y="620"/>
                </a:moveTo>
                <a:cubicBezTo>
                  <a:pt x="378" y="617"/>
                  <a:pt x="365" y="611"/>
                  <a:pt x="352" y="603"/>
                </a:cubicBezTo>
                <a:cubicBezTo>
                  <a:pt x="335" y="522"/>
                  <a:pt x="406" y="459"/>
                  <a:pt x="406" y="459"/>
                </a:cubicBezTo>
                <a:cubicBezTo>
                  <a:pt x="324" y="501"/>
                  <a:pt x="330" y="567"/>
                  <a:pt x="336" y="593"/>
                </a:cubicBezTo>
                <a:cubicBezTo>
                  <a:pt x="325" y="585"/>
                  <a:pt x="314" y="577"/>
                  <a:pt x="305" y="567"/>
                </a:cubicBezTo>
                <a:cubicBezTo>
                  <a:pt x="281" y="542"/>
                  <a:pt x="282" y="520"/>
                  <a:pt x="261" y="524"/>
                </a:cubicBezTo>
                <a:cubicBezTo>
                  <a:pt x="287" y="485"/>
                  <a:pt x="396" y="408"/>
                  <a:pt x="444" y="423"/>
                </a:cubicBezTo>
                <a:cubicBezTo>
                  <a:pt x="496" y="439"/>
                  <a:pt x="508" y="509"/>
                  <a:pt x="485" y="574"/>
                </a:cubicBezTo>
                <a:cubicBezTo>
                  <a:pt x="469" y="620"/>
                  <a:pt x="439" y="637"/>
                  <a:pt x="423" y="643"/>
                </a:cubicBezTo>
                <a:cubicBezTo>
                  <a:pt x="414" y="629"/>
                  <a:pt x="400" y="624"/>
                  <a:pt x="388" y="620"/>
                </a:cubicBezTo>
                <a:close/>
                <a:moveTo>
                  <a:pt x="415" y="724"/>
                </a:moveTo>
                <a:cubicBezTo>
                  <a:pt x="420" y="717"/>
                  <a:pt x="424" y="710"/>
                  <a:pt x="426" y="703"/>
                </a:cubicBezTo>
                <a:cubicBezTo>
                  <a:pt x="431" y="681"/>
                  <a:pt x="431" y="666"/>
                  <a:pt x="428" y="654"/>
                </a:cubicBezTo>
                <a:cubicBezTo>
                  <a:pt x="510" y="623"/>
                  <a:pt x="514" y="552"/>
                  <a:pt x="516" y="508"/>
                </a:cubicBezTo>
                <a:cubicBezTo>
                  <a:pt x="531" y="508"/>
                  <a:pt x="558" y="512"/>
                  <a:pt x="574" y="534"/>
                </a:cubicBezTo>
                <a:cubicBezTo>
                  <a:pt x="597" y="567"/>
                  <a:pt x="601" y="681"/>
                  <a:pt x="508" y="721"/>
                </a:cubicBezTo>
                <a:cubicBezTo>
                  <a:pt x="444" y="748"/>
                  <a:pt x="422" y="735"/>
                  <a:pt x="415" y="724"/>
                </a:cubicBezTo>
                <a:close/>
                <a:moveTo>
                  <a:pt x="517" y="804"/>
                </a:moveTo>
                <a:cubicBezTo>
                  <a:pt x="469" y="797"/>
                  <a:pt x="471" y="766"/>
                  <a:pt x="476" y="750"/>
                </a:cubicBezTo>
                <a:cubicBezTo>
                  <a:pt x="488" y="747"/>
                  <a:pt x="502" y="742"/>
                  <a:pt x="519" y="734"/>
                </a:cubicBezTo>
                <a:cubicBezTo>
                  <a:pt x="570" y="710"/>
                  <a:pt x="596" y="669"/>
                  <a:pt x="607" y="631"/>
                </a:cubicBezTo>
                <a:cubicBezTo>
                  <a:pt x="622" y="636"/>
                  <a:pt x="644" y="647"/>
                  <a:pt x="643" y="675"/>
                </a:cubicBezTo>
                <a:cubicBezTo>
                  <a:pt x="642" y="718"/>
                  <a:pt x="584" y="812"/>
                  <a:pt x="517" y="804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" name="Group 21"/>
          <p:cNvGrpSpPr>
            <a:grpSpLocks noChangeAspect="1"/>
          </p:cNvGrpSpPr>
          <p:nvPr/>
        </p:nvGrpSpPr>
        <p:grpSpPr bwMode="auto">
          <a:xfrm>
            <a:off x="4371498" y="2735568"/>
            <a:ext cx="720000" cy="1178268"/>
            <a:chOff x="3270" y="1510"/>
            <a:chExt cx="762" cy="1247"/>
          </a:xfrm>
          <a:solidFill>
            <a:schemeClr val="bg1"/>
          </a:solidFill>
        </p:grpSpPr>
        <p:sp>
          <p:nvSpPr>
            <p:cNvPr id="10" name="Freeform 22"/>
            <p:cNvSpPr/>
            <p:nvPr/>
          </p:nvSpPr>
          <p:spPr bwMode="auto">
            <a:xfrm>
              <a:off x="3616" y="2549"/>
              <a:ext cx="56" cy="46"/>
            </a:xfrm>
            <a:custGeom>
              <a:avLst/>
              <a:gdLst>
                <a:gd name="T0" fmla="*/ 0 w 54"/>
                <a:gd name="T1" fmla="*/ 18 h 44"/>
                <a:gd name="T2" fmla="*/ 54 w 54"/>
                <a:gd name="T3" fmla="*/ 0 h 44"/>
                <a:gd name="T4" fmla="*/ 46 w 54"/>
                <a:gd name="T5" fmla="*/ 44 h 44"/>
                <a:gd name="T6" fmla="*/ 39 w 54"/>
                <a:gd name="T7" fmla="*/ 23 h 44"/>
                <a:gd name="T8" fmla="*/ 0 w 54"/>
                <a:gd name="T9" fmla="*/ 1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4">
                  <a:moveTo>
                    <a:pt x="0" y="18"/>
                  </a:moveTo>
                  <a:cubicBezTo>
                    <a:pt x="0" y="18"/>
                    <a:pt x="29" y="19"/>
                    <a:pt x="54" y="0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23"/>
                    <a:pt x="28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23"/>
            <p:cNvSpPr>
              <a:spLocks noEditPoints="1"/>
            </p:cNvSpPr>
            <p:nvPr/>
          </p:nvSpPr>
          <p:spPr bwMode="auto">
            <a:xfrm>
              <a:off x="3270" y="1510"/>
              <a:ext cx="762" cy="1247"/>
            </a:xfrm>
            <a:custGeom>
              <a:avLst/>
              <a:gdLst>
                <a:gd name="T0" fmla="*/ 629 w 729"/>
                <a:gd name="T1" fmla="*/ 554 h 1195"/>
                <a:gd name="T2" fmla="*/ 512 w 729"/>
                <a:gd name="T3" fmla="*/ 454 h 1195"/>
                <a:gd name="T4" fmla="*/ 509 w 729"/>
                <a:gd name="T5" fmla="*/ 405 h 1195"/>
                <a:gd name="T6" fmla="*/ 591 w 729"/>
                <a:gd name="T7" fmla="*/ 78 h 1195"/>
                <a:gd name="T8" fmla="*/ 415 w 729"/>
                <a:gd name="T9" fmla="*/ 118 h 1195"/>
                <a:gd name="T10" fmla="*/ 276 w 729"/>
                <a:gd name="T11" fmla="*/ 309 h 1195"/>
                <a:gd name="T12" fmla="*/ 37 w 729"/>
                <a:gd name="T13" fmla="*/ 50 h 1195"/>
                <a:gd name="T14" fmla="*/ 151 w 729"/>
                <a:gd name="T15" fmla="*/ 585 h 1195"/>
                <a:gd name="T16" fmla="*/ 202 w 729"/>
                <a:gd name="T17" fmla="*/ 988 h 1195"/>
                <a:gd name="T18" fmla="*/ 160 w 729"/>
                <a:gd name="T19" fmla="*/ 1169 h 1195"/>
                <a:gd name="T20" fmla="*/ 135 w 729"/>
                <a:gd name="T21" fmla="*/ 904 h 1195"/>
                <a:gd name="T22" fmla="*/ 298 w 729"/>
                <a:gd name="T23" fmla="*/ 556 h 1195"/>
                <a:gd name="T24" fmla="*/ 447 w 729"/>
                <a:gd name="T25" fmla="*/ 694 h 1195"/>
                <a:gd name="T26" fmla="*/ 268 w 729"/>
                <a:gd name="T27" fmla="*/ 812 h 1195"/>
                <a:gd name="T28" fmla="*/ 373 w 729"/>
                <a:gd name="T29" fmla="*/ 737 h 1195"/>
                <a:gd name="T30" fmla="*/ 391 w 729"/>
                <a:gd name="T31" fmla="*/ 740 h 1195"/>
                <a:gd name="T32" fmla="*/ 440 w 729"/>
                <a:gd name="T33" fmla="*/ 778 h 1195"/>
                <a:gd name="T34" fmla="*/ 593 w 729"/>
                <a:gd name="T35" fmla="*/ 811 h 1195"/>
                <a:gd name="T36" fmla="*/ 460 w 729"/>
                <a:gd name="T37" fmla="*/ 992 h 1195"/>
                <a:gd name="T38" fmla="*/ 465 w 729"/>
                <a:gd name="T39" fmla="*/ 1195 h 1195"/>
                <a:gd name="T40" fmla="*/ 647 w 729"/>
                <a:gd name="T41" fmla="*/ 784 h 1195"/>
                <a:gd name="T42" fmla="*/ 437 w 729"/>
                <a:gd name="T43" fmla="*/ 585 h 1195"/>
                <a:gd name="T44" fmla="*/ 210 w 729"/>
                <a:gd name="T45" fmla="*/ 547 h 1195"/>
                <a:gd name="T46" fmla="*/ 54 w 729"/>
                <a:gd name="T47" fmla="*/ 143 h 1195"/>
                <a:gd name="T48" fmla="*/ 240 w 729"/>
                <a:gd name="T49" fmla="*/ 230 h 1195"/>
                <a:gd name="T50" fmla="*/ 374 w 729"/>
                <a:gd name="T51" fmla="*/ 387 h 1195"/>
                <a:gd name="T52" fmla="*/ 520 w 729"/>
                <a:gd name="T53" fmla="*/ 52 h 1195"/>
                <a:gd name="T54" fmla="*/ 468 w 729"/>
                <a:gd name="T55" fmla="*/ 505 h 1195"/>
                <a:gd name="T56" fmla="*/ 437 w 729"/>
                <a:gd name="T57" fmla="*/ 585 h 1195"/>
                <a:gd name="T58" fmla="*/ 494 w 729"/>
                <a:gd name="T59" fmla="*/ 673 h 1195"/>
                <a:gd name="T60" fmla="*/ 529 w 729"/>
                <a:gd name="T61" fmla="*/ 484 h 1195"/>
                <a:gd name="T62" fmla="*/ 429 w 729"/>
                <a:gd name="T63" fmla="*/ 736 h 1195"/>
                <a:gd name="T64" fmla="*/ 603 w 729"/>
                <a:gd name="T65" fmla="*/ 672 h 1195"/>
                <a:gd name="T66" fmla="*/ 691 w 729"/>
                <a:gd name="T67" fmla="*/ 638 h 1195"/>
                <a:gd name="T68" fmla="*/ 520 w 729"/>
                <a:gd name="T69" fmla="*/ 768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9" h="1195">
                  <a:moveTo>
                    <a:pt x="700" y="569"/>
                  </a:moveTo>
                  <a:cubicBezTo>
                    <a:pt x="676" y="543"/>
                    <a:pt x="646" y="548"/>
                    <a:pt x="629" y="554"/>
                  </a:cubicBezTo>
                  <a:cubicBezTo>
                    <a:pt x="629" y="543"/>
                    <a:pt x="629" y="534"/>
                    <a:pt x="629" y="528"/>
                  </a:cubicBezTo>
                  <a:cubicBezTo>
                    <a:pt x="629" y="504"/>
                    <a:pt x="601" y="415"/>
                    <a:pt x="512" y="454"/>
                  </a:cubicBezTo>
                  <a:cubicBezTo>
                    <a:pt x="508" y="455"/>
                    <a:pt x="504" y="457"/>
                    <a:pt x="501" y="459"/>
                  </a:cubicBezTo>
                  <a:cubicBezTo>
                    <a:pt x="498" y="447"/>
                    <a:pt x="498" y="427"/>
                    <a:pt x="509" y="405"/>
                  </a:cubicBezTo>
                  <a:cubicBezTo>
                    <a:pt x="528" y="366"/>
                    <a:pt x="597" y="273"/>
                    <a:pt x="606" y="211"/>
                  </a:cubicBezTo>
                  <a:cubicBezTo>
                    <a:pt x="614" y="149"/>
                    <a:pt x="602" y="102"/>
                    <a:pt x="591" y="78"/>
                  </a:cubicBezTo>
                  <a:cubicBezTo>
                    <a:pt x="580" y="53"/>
                    <a:pt x="554" y="23"/>
                    <a:pt x="514" y="23"/>
                  </a:cubicBezTo>
                  <a:cubicBezTo>
                    <a:pt x="474" y="23"/>
                    <a:pt x="426" y="50"/>
                    <a:pt x="415" y="118"/>
                  </a:cubicBezTo>
                  <a:cubicBezTo>
                    <a:pt x="405" y="185"/>
                    <a:pt x="346" y="432"/>
                    <a:pt x="315" y="482"/>
                  </a:cubicBezTo>
                  <a:cubicBezTo>
                    <a:pt x="315" y="482"/>
                    <a:pt x="283" y="384"/>
                    <a:pt x="276" y="309"/>
                  </a:cubicBezTo>
                  <a:cubicBezTo>
                    <a:pt x="269" y="234"/>
                    <a:pt x="258" y="133"/>
                    <a:pt x="188" y="67"/>
                  </a:cubicBezTo>
                  <a:cubicBezTo>
                    <a:pt x="117" y="0"/>
                    <a:pt x="58" y="38"/>
                    <a:pt x="37" y="50"/>
                  </a:cubicBezTo>
                  <a:cubicBezTo>
                    <a:pt x="17" y="62"/>
                    <a:pt x="0" y="93"/>
                    <a:pt x="35" y="161"/>
                  </a:cubicBezTo>
                  <a:cubicBezTo>
                    <a:pt x="69" y="228"/>
                    <a:pt x="116" y="381"/>
                    <a:pt x="151" y="585"/>
                  </a:cubicBezTo>
                  <a:cubicBezTo>
                    <a:pt x="113" y="616"/>
                    <a:pt x="74" y="669"/>
                    <a:pt x="68" y="769"/>
                  </a:cubicBezTo>
                  <a:cubicBezTo>
                    <a:pt x="59" y="931"/>
                    <a:pt x="166" y="940"/>
                    <a:pt x="202" y="988"/>
                  </a:cubicBezTo>
                  <a:cubicBezTo>
                    <a:pt x="238" y="1037"/>
                    <a:pt x="151" y="1155"/>
                    <a:pt x="151" y="1155"/>
                  </a:cubicBezTo>
                  <a:cubicBezTo>
                    <a:pt x="160" y="1169"/>
                    <a:pt x="160" y="1169"/>
                    <a:pt x="160" y="1169"/>
                  </a:cubicBezTo>
                  <a:cubicBezTo>
                    <a:pt x="198" y="1124"/>
                    <a:pt x="228" y="1059"/>
                    <a:pt x="234" y="1007"/>
                  </a:cubicBezTo>
                  <a:cubicBezTo>
                    <a:pt x="240" y="954"/>
                    <a:pt x="198" y="969"/>
                    <a:pt x="135" y="904"/>
                  </a:cubicBezTo>
                  <a:cubicBezTo>
                    <a:pt x="71" y="838"/>
                    <a:pt x="76" y="706"/>
                    <a:pt x="135" y="632"/>
                  </a:cubicBezTo>
                  <a:cubicBezTo>
                    <a:pt x="194" y="558"/>
                    <a:pt x="275" y="538"/>
                    <a:pt x="298" y="556"/>
                  </a:cubicBezTo>
                  <a:cubicBezTo>
                    <a:pt x="321" y="575"/>
                    <a:pt x="392" y="615"/>
                    <a:pt x="432" y="602"/>
                  </a:cubicBezTo>
                  <a:cubicBezTo>
                    <a:pt x="472" y="589"/>
                    <a:pt x="508" y="654"/>
                    <a:pt x="447" y="694"/>
                  </a:cubicBezTo>
                  <a:cubicBezTo>
                    <a:pt x="369" y="746"/>
                    <a:pt x="280" y="674"/>
                    <a:pt x="280" y="674"/>
                  </a:cubicBezTo>
                  <a:cubicBezTo>
                    <a:pt x="302" y="738"/>
                    <a:pt x="268" y="812"/>
                    <a:pt x="268" y="812"/>
                  </a:cubicBezTo>
                  <a:cubicBezTo>
                    <a:pt x="319" y="788"/>
                    <a:pt x="306" y="705"/>
                    <a:pt x="306" y="705"/>
                  </a:cubicBezTo>
                  <a:cubicBezTo>
                    <a:pt x="331" y="722"/>
                    <a:pt x="353" y="732"/>
                    <a:pt x="373" y="737"/>
                  </a:cubicBezTo>
                  <a:cubicBezTo>
                    <a:pt x="385" y="769"/>
                    <a:pt x="408" y="853"/>
                    <a:pt x="346" y="923"/>
                  </a:cubicBezTo>
                  <a:cubicBezTo>
                    <a:pt x="346" y="923"/>
                    <a:pt x="434" y="880"/>
                    <a:pt x="391" y="740"/>
                  </a:cubicBezTo>
                  <a:cubicBezTo>
                    <a:pt x="395" y="740"/>
                    <a:pt x="400" y="740"/>
                    <a:pt x="405" y="740"/>
                  </a:cubicBezTo>
                  <a:cubicBezTo>
                    <a:pt x="408" y="751"/>
                    <a:pt x="417" y="766"/>
                    <a:pt x="440" y="778"/>
                  </a:cubicBezTo>
                  <a:cubicBezTo>
                    <a:pt x="456" y="787"/>
                    <a:pt x="480" y="786"/>
                    <a:pt x="505" y="775"/>
                  </a:cubicBezTo>
                  <a:cubicBezTo>
                    <a:pt x="514" y="792"/>
                    <a:pt x="540" y="824"/>
                    <a:pt x="593" y="811"/>
                  </a:cubicBezTo>
                  <a:cubicBezTo>
                    <a:pt x="604" y="809"/>
                    <a:pt x="614" y="805"/>
                    <a:pt x="623" y="800"/>
                  </a:cubicBezTo>
                  <a:cubicBezTo>
                    <a:pt x="621" y="839"/>
                    <a:pt x="605" y="966"/>
                    <a:pt x="460" y="992"/>
                  </a:cubicBezTo>
                  <a:cubicBezTo>
                    <a:pt x="460" y="992"/>
                    <a:pt x="475" y="1138"/>
                    <a:pt x="439" y="1194"/>
                  </a:cubicBezTo>
                  <a:cubicBezTo>
                    <a:pt x="465" y="1195"/>
                    <a:pt x="465" y="1195"/>
                    <a:pt x="465" y="1195"/>
                  </a:cubicBezTo>
                  <a:cubicBezTo>
                    <a:pt x="465" y="1195"/>
                    <a:pt x="501" y="1143"/>
                    <a:pt x="485" y="1007"/>
                  </a:cubicBezTo>
                  <a:cubicBezTo>
                    <a:pt x="485" y="1007"/>
                    <a:pt x="636" y="1001"/>
                    <a:pt x="647" y="784"/>
                  </a:cubicBezTo>
                  <a:cubicBezTo>
                    <a:pt x="720" y="725"/>
                    <a:pt x="729" y="601"/>
                    <a:pt x="700" y="569"/>
                  </a:cubicBezTo>
                  <a:close/>
                  <a:moveTo>
                    <a:pt x="437" y="585"/>
                  </a:moveTo>
                  <a:cubicBezTo>
                    <a:pt x="381" y="593"/>
                    <a:pt x="339" y="562"/>
                    <a:pt x="309" y="545"/>
                  </a:cubicBezTo>
                  <a:cubicBezTo>
                    <a:pt x="280" y="528"/>
                    <a:pt x="246" y="525"/>
                    <a:pt x="210" y="547"/>
                  </a:cubicBezTo>
                  <a:cubicBezTo>
                    <a:pt x="200" y="552"/>
                    <a:pt x="187" y="559"/>
                    <a:pt x="172" y="569"/>
                  </a:cubicBezTo>
                  <a:cubicBezTo>
                    <a:pt x="161" y="511"/>
                    <a:pt x="103" y="226"/>
                    <a:pt x="54" y="143"/>
                  </a:cubicBezTo>
                  <a:cubicBezTo>
                    <a:pt x="4" y="59"/>
                    <a:pt x="91" y="56"/>
                    <a:pt x="106" y="58"/>
                  </a:cubicBezTo>
                  <a:cubicBezTo>
                    <a:pt x="141" y="63"/>
                    <a:pt x="228" y="130"/>
                    <a:pt x="240" y="230"/>
                  </a:cubicBezTo>
                  <a:cubicBezTo>
                    <a:pt x="252" y="331"/>
                    <a:pt x="269" y="478"/>
                    <a:pt x="314" y="536"/>
                  </a:cubicBezTo>
                  <a:cubicBezTo>
                    <a:pt x="314" y="536"/>
                    <a:pt x="346" y="484"/>
                    <a:pt x="374" y="387"/>
                  </a:cubicBezTo>
                  <a:cubicBezTo>
                    <a:pt x="402" y="290"/>
                    <a:pt x="432" y="177"/>
                    <a:pt x="440" y="130"/>
                  </a:cubicBezTo>
                  <a:cubicBezTo>
                    <a:pt x="447" y="82"/>
                    <a:pt x="470" y="40"/>
                    <a:pt x="520" y="52"/>
                  </a:cubicBezTo>
                  <a:cubicBezTo>
                    <a:pt x="569" y="64"/>
                    <a:pt x="597" y="151"/>
                    <a:pt x="568" y="231"/>
                  </a:cubicBezTo>
                  <a:cubicBezTo>
                    <a:pt x="541" y="306"/>
                    <a:pt x="452" y="400"/>
                    <a:pt x="468" y="505"/>
                  </a:cubicBezTo>
                  <a:cubicBezTo>
                    <a:pt x="454" y="536"/>
                    <a:pt x="450" y="572"/>
                    <a:pt x="449" y="585"/>
                  </a:cubicBezTo>
                  <a:cubicBezTo>
                    <a:pt x="445" y="585"/>
                    <a:pt x="441" y="585"/>
                    <a:pt x="437" y="585"/>
                  </a:cubicBezTo>
                  <a:close/>
                  <a:moveTo>
                    <a:pt x="429" y="736"/>
                  </a:moveTo>
                  <a:cubicBezTo>
                    <a:pt x="464" y="725"/>
                    <a:pt x="486" y="695"/>
                    <a:pt x="494" y="673"/>
                  </a:cubicBezTo>
                  <a:cubicBezTo>
                    <a:pt x="507" y="639"/>
                    <a:pt x="498" y="597"/>
                    <a:pt x="465" y="587"/>
                  </a:cubicBezTo>
                  <a:cubicBezTo>
                    <a:pt x="469" y="565"/>
                    <a:pt x="486" y="497"/>
                    <a:pt x="529" y="484"/>
                  </a:cubicBezTo>
                  <a:cubicBezTo>
                    <a:pt x="580" y="468"/>
                    <a:pt x="609" y="509"/>
                    <a:pt x="596" y="585"/>
                  </a:cubicBezTo>
                  <a:cubicBezTo>
                    <a:pt x="584" y="659"/>
                    <a:pt x="518" y="804"/>
                    <a:pt x="429" y="736"/>
                  </a:cubicBezTo>
                  <a:close/>
                  <a:moveTo>
                    <a:pt x="520" y="768"/>
                  </a:moveTo>
                  <a:cubicBezTo>
                    <a:pt x="554" y="749"/>
                    <a:pt x="586" y="716"/>
                    <a:pt x="603" y="672"/>
                  </a:cubicBezTo>
                  <a:cubicBezTo>
                    <a:pt x="616" y="636"/>
                    <a:pt x="622" y="606"/>
                    <a:pt x="626" y="581"/>
                  </a:cubicBezTo>
                  <a:cubicBezTo>
                    <a:pt x="680" y="564"/>
                    <a:pt x="696" y="608"/>
                    <a:pt x="691" y="638"/>
                  </a:cubicBezTo>
                  <a:cubicBezTo>
                    <a:pt x="687" y="669"/>
                    <a:pt x="664" y="771"/>
                    <a:pt x="595" y="789"/>
                  </a:cubicBezTo>
                  <a:cubicBezTo>
                    <a:pt x="547" y="802"/>
                    <a:pt x="527" y="781"/>
                    <a:pt x="520" y="76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" name="Group 26"/>
          <p:cNvGrpSpPr>
            <a:grpSpLocks noChangeAspect="1"/>
          </p:cNvGrpSpPr>
          <p:nvPr/>
        </p:nvGrpSpPr>
        <p:grpSpPr bwMode="auto">
          <a:xfrm>
            <a:off x="8131357" y="2807452"/>
            <a:ext cx="656862" cy="1080000"/>
            <a:chOff x="5100" y="1511"/>
            <a:chExt cx="756" cy="1243"/>
          </a:xfrm>
          <a:solidFill>
            <a:schemeClr val="bg1"/>
          </a:solidFill>
        </p:grpSpPr>
        <p:sp>
          <p:nvSpPr>
            <p:cNvPr id="13" name="Freeform 27"/>
            <p:cNvSpPr/>
            <p:nvPr/>
          </p:nvSpPr>
          <p:spPr bwMode="auto">
            <a:xfrm>
              <a:off x="5459" y="2603"/>
              <a:ext cx="57" cy="48"/>
            </a:xfrm>
            <a:custGeom>
              <a:avLst/>
              <a:gdLst>
                <a:gd name="T0" fmla="*/ 0 w 54"/>
                <a:gd name="T1" fmla="*/ 18 h 45"/>
                <a:gd name="T2" fmla="*/ 54 w 54"/>
                <a:gd name="T3" fmla="*/ 0 h 45"/>
                <a:gd name="T4" fmla="*/ 46 w 54"/>
                <a:gd name="T5" fmla="*/ 45 h 45"/>
                <a:gd name="T6" fmla="*/ 40 w 54"/>
                <a:gd name="T7" fmla="*/ 23 h 45"/>
                <a:gd name="T8" fmla="*/ 0 w 54"/>
                <a:gd name="T9" fmla="*/ 1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5">
                  <a:moveTo>
                    <a:pt x="0" y="18"/>
                  </a:moveTo>
                  <a:cubicBezTo>
                    <a:pt x="0" y="18"/>
                    <a:pt x="30" y="19"/>
                    <a:pt x="54" y="0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29" y="31"/>
                    <a:pt x="0" y="18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28"/>
            <p:cNvSpPr>
              <a:spLocks noEditPoints="1"/>
            </p:cNvSpPr>
            <p:nvPr/>
          </p:nvSpPr>
          <p:spPr bwMode="auto">
            <a:xfrm>
              <a:off x="5100" y="1511"/>
              <a:ext cx="756" cy="1243"/>
            </a:xfrm>
            <a:custGeom>
              <a:avLst/>
              <a:gdLst>
                <a:gd name="T0" fmla="*/ 638 w 716"/>
                <a:gd name="T1" fmla="*/ 356 h 1179"/>
                <a:gd name="T2" fmla="*/ 533 w 716"/>
                <a:gd name="T3" fmla="*/ 162 h 1179"/>
                <a:gd name="T4" fmla="*/ 380 w 716"/>
                <a:gd name="T5" fmla="*/ 2 h 1179"/>
                <a:gd name="T6" fmla="*/ 296 w 716"/>
                <a:gd name="T7" fmla="*/ 488 h 1179"/>
                <a:gd name="T8" fmla="*/ 92 w 716"/>
                <a:gd name="T9" fmla="*/ 55 h 1179"/>
                <a:gd name="T10" fmla="*/ 132 w 716"/>
                <a:gd name="T11" fmla="*/ 487 h 1179"/>
                <a:gd name="T12" fmla="*/ 232 w 716"/>
                <a:gd name="T13" fmla="*/ 1045 h 1179"/>
                <a:gd name="T14" fmla="*/ 181 w 716"/>
                <a:gd name="T15" fmla="*/ 1178 h 1179"/>
                <a:gd name="T16" fmla="*/ 260 w 716"/>
                <a:gd name="T17" fmla="*/ 1045 h 1179"/>
                <a:gd name="T18" fmla="*/ 105 w 716"/>
                <a:gd name="T19" fmla="*/ 852 h 1179"/>
                <a:gd name="T20" fmla="*/ 154 w 716"/>
                <a:gd name="T21" fmla="*/ 431 h 1179"/>
                <a:gd name="T22" fmla="*/ 99 w 716"/>
                <a:gd name="T23" fmla="*/ 84 h 1179"/>
                <a:gd name="T24" fmla="*/ 297 w 716"/>
                <a:gd name="T25" fmla="*/ 549 h 1179"/>
                <a:gd name="T26" fmla="*/ 161 w 716"/>
                <a:gd name="T27" fmla="*/ 656 h 1179"/>
                <a:gd name="T28" fmla="*/ 399 w 716"/>
                <a:gd name="T29" fmla="*/ 516 h 1179"/>
                <a:gd name="T30" fmla="*/ 553 w 716"/>
                <a:gd name="T31" fmla="*/ 619 h 1179"/>
                <a:gd name="T32" fmla="*/ 319 w 716"/>
                <a:gd name="T33" fmla="*/ 793 h 1179"/>
                <a:gd name="T34" fmla="*/ 415 w 716"/>
                <a:gd name="T35" fmla="*/ 798 h 1179"/>
                <a:gd name="T36" fmla="*/ 438 w 716"/>
                <a:gd name="T37" fmla="*/ 814 h 1179"/>
                <a:gd name="T38" fmla="*/ 569 w 716"/>
                <a:gd name="T39" fmla="*/ 720 h 1179"/>
                <a:gd name="T40" fmla="*/ 547 w 716"/>
                <a:gd name="T41" fmla="*/ 720 h 1179"/>
                <a:gd name="T42" fmla="*/ 561 w 716"/>
                <a:gd name="T43" fmla="*/ 729 h 1179"/>
                <a:gd name="T44" fmla="*/ 414 w 716"/>
                <a:gd name="T45" fmla="*/ 667 h 1179"/>
                <a:gd name="T46" fmla="*/ 574 w 716"/>
                <a:gd name="T47" fmla="*/ 577 h 1179"/>
                <a:gd name="T48" fmla="*/ 485 w 716"/>
                <a:gd name="T49" fmla="*/ 1018 h 1179"/>
                <a:gd name="T50" fmla="*/ 492 w 716"/>
                <a:gd name="T51" fmla="*/ 1175 h 1179"/>
                <a:gd name="T52" fmla="*/ 671 w 716"/>
                <a:gd name="T53" fmla="*/ 840 h 1179"/>
                <a:gd name="T54" fmla="*/ 325 w 716"/>
                <a:gd name="T55" fmla="*/ 522 h 1179"/>
                <a:gd name="T56" fmla="*/ 325 w 716"/>
                <a:gd name="T57" fmla="*/ 142 h 1179"/>
                <a:gd name="T58" fmla="*/ 423 w 716"/>
                <a:gd name="T59" fmla="*/ 507 h 1179"/>
                <a:gd name="T60" fmla="*/ 325 w 716"/>
                <a:gd name="T61" fmla="*/ 522 h 1179"/>
                <a:gd name="T62" fmla="*/ 483 w 716"/>
                <a:gd name="T63" fmla="*/ 355 h 1179"/>
                <a:gd name="T64" fmla="*/ 652 w 716"/>
                <a:gd name="T65" fmla="*/ 186 h 1179"/>
                <a:gd name="T66" fmla="*/ 553 w 716"/>
                <a:gd name="T67" fmla="*/ 552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6" h="1179">
                  <a:moveTo>
                    <a:pt x="580" y="551"/>
                  </a:moveTo>
                  <a:cubicBezTo>
                    <a:pt x="582" y="527"/>
                    <a:pt x="593" y="449"/>
                    <a:pt x="638" y="356"/>
                  </a:cubicBezTo>
                  <a:cubicBezTo>
                    <a:pt x="691" y="244"/>
                    <a:pt x="716" y="90"/>
                    <a:pt x="605" y="79"/>
                  </a:cubicBezTo>
                  <a:cubicBezTo>
                    <a:pt x="555" y="74"/>
                    <a:pt x="544" y="134"/>
                    <a:pt x="533" y="162"/>
                  </a:cubicBezTo>
                  <a:cubicBezTo>
                    <a:pt x="522" y="190"/>
                    <a:pt x="488" y="280"/>
                    <a:pt x="488" y="280"/>
                  </a:cubicBezTo>
                  <a:cubicBezTo>
                    <a:pt x="488" y="280"/>
                    <a:pt x="523" y="6"/>
                    <a:pt x="380" y="2"/>
                  </a:cubicBezTo>
                  <a:cubicBezTo>
                    <a:pt x="279" y="0"/>
                    <a:pt x="298" y="136"/>
                    <a:pt x="301" y="167"/>
                  </a:cubicBezTo>
                  <a:cubicBezTo>
                    <a:pt x="303" y="197"/>
                    <a:pt x="301" y="456"/>
                    <a:pt x="296" y="488"/>
                  </a:cubicBezTo>
                  <a:cubicBezTo>
                    <a:pt x="296" y="488"/>
                    <a:pt x="271" y="422"/>
                    <a:pt x="265" y="349"/>
                  </a:cubicBezTo>
                  <a:cubicBezTo>
                    <a:pt x="259" y="276"/>
                    <a:pt x="259" y="1"/>
                    <a:pt x="92" y="55"/>
                  </a:cubicBezTo>
                  <a:cubicBezTo>
                    <a:pt x="0" y="84"/>
                    <a:pt x="49" y="194"/>
                    <a:pt x="63" y="228"/>
                  </a:cubicBezTo>
                  <a:cubicBezTo>
                    <a:pt x="76" y="262"/>
                    <a:pt x="128" y="408"/>
                    <a:pt x="132" y="487"/>
                  </a:cubicBezTo>
                  <a:cubicBezTo>
                    <a:pt x="137" y="582"/>
                    <a:pt x="111" y="639"/>
                    <a:pt x="89" y="707"/>
                  </a:cubicBezTo>
                  <a:cubicBezTo>
                    <a:pt x="67" y="774"/>
                    <a:pt x="33" y="942"/>
                    <a:pt x="232" y="1045"/>
                  </a:cubicBezTo>
                  <a:cubicBezTo>
                    <a:pt x="232" y="1045"/>
                    <a:pt x="234" y="1122"/>
                    <a:pt x="180" y="1174"/>
                  </a:cubicBezTo>
                  <a:cubicBezTo>
                    <a:pt x="181" y="1178"/>
                    <a:pt x="181" y="1178"/>
                    <a:pt x="181" y="1178"/>
                  </a:cubicBezTo>
                  <a:cubicBezTo>
                    <a:pt x="208" y="1179"/>
                    <a:pt x="208" y="1179"/>
                    <a:pt x="208" y="1179"/>
                  </a:cubicBezTo>
                  <a:cubicBezTo>
                    <a:pt x="208" y="1179"/>
                    <a:pt x="269" y="1095"/>
                    <a:pt x="260" y="1045"/>
                  </a:cubicBezTo>
                  <a:cubicBezTo>
                    <a:pt x="273" y="1038"/>
                    <a:pt x="273" y="1038"/>
                    <a:pt x="273" y="1038"/>
                  </a:cubicBezTo>
                  <a:cubicBezTo>
                    <a:pt x="273" y="1038"/>
                    <a:pt x="129" y="974"/>
                    <a:pt x="105" y="852"/>
                  </a:cubicBezTo>
                  <a:cubicBezTo>
                    <a:pt x="82" y="730"/>
                    <a:pt x="129" y="686"/>
                    <a:pt x="142" y="637"/>
                  </a:cubicBezTo>
                  <a:cubicBezTo>
                    <a:pt x="155" y="588"/>
                    <a:pt x="174" y="515"/>
                    <a:pt x="154" y="431"/>
                  </a:cubicBezTo>
                  <a:cubicBezTo>
                    <a:pt x="135" y="346"/>
                    <a:pt x="93" y="234"/>
                    <a:pt x="77" y="200"/>
                  </a:cubicBezTo>
                  <a:cubicBezTo>
                    <a:pt x="61" y="166"/>
                    <a:pt x="39" y="112"/>
                    <a:pt x="99" y="84"/>
                  </a:cubicBezTo>
                  <a:cubicBezTo>
                    <a:pt x="159" y="56"/>
                    <a:pt x="229" y="158"/>
                    <a:pt x="237" y="251"/>
                  </a:cubicBezTo>
                  <a:cubicBezTo>
                    <a:pt x="246" y="343"/>
                    <a:pt x="247" y="488"/>
                    <a:pt x="297" y="549"/>
                  </a:cubicBezTo>
                  <a:cubicBezTo>
                    <a:pt x="277" y="569"/>
                    <a:pt x="260" y="583"/>
                    <a:pt x="242" y="595"/>
                  </a:cubicBezTo>
                  <a:cubicBezTo>
                    <a:pt x="217" y="612"/>
                    <a:pt x="165" y="643"/>
                    <a:pt x="161" y="656"/>
                  </a:cubicBezTo>
                  <a:cubicBezTo>
                    <a:pt x="160" y="660"/>
                    <a:pt x="260" y="603"/>
                    <a:pt x="289" y="574"/>
                  </a:cubicBezTo>
                  <a:cubicBezTo>
                    <a:pt x="317" y="544"/>
                    <a:pt x="371" y="494"/>
                    <a:pt x="399" y="516"/>
                  </a:cubicBezTo>
                  <a:cubicBezTo>
                    <a:pt x="428" y="538"/>
                    <a:pt x="498" y="570"/>
                    <a:pt x="527" y="570"/>
                  </a:cubicBezTo>
                  <a:cubicBezTo>
                    <a:pt x="555" y="570"/>
                    <a:pt x="562" y="575"/>
                    <a:pt x="553" y="619"/>
                  </a:cubicBezTo>
                  <a:cubicBezTo>
                    <a:pt x="542" y="671"/>
                    <a:pt x="453" y="701"/>
                    <a:pt x="401" y="633"/>
                  </a:cubicBezTo>
                  <a:cubicBezTo>
                    <a:pt x="401" y="633"/>
                    <a:pt x="403" y="759"/>
                    <a:pt x="319" y="793"/>
                  </a:cubicBezTo>
                  <a:cubicBezTo>
                    <a:pt x="319" y="793"/>
                    <a:pt x="364" y="794"/>
                    <a:pt x="391" y="755"/>
                  </a:cubicBezTo>
                  <a:cubicBezTo>
                    <a:pt x="391" y="755"/>
                    <a:pt x="396" y="779"/>
                    <a:pt x="415" y="798"/>
                  </a:cubicBezTo>
                  <a:cubicBezTo>
                    <a:pt x="416" y="829"/>
                    <a:pt x="415" y="914"/>
                    <a:pt x="367" y="983"/>
                  </a:cubicBezTo>
                  <a:cubicBezTo>
                    <a:pt x="367" y="983"/>
                    <a:pt x="432" y="943"/>
                    <a:pt x="438" y="814"/>
                  </a:cubicBezTo>
                  <a:cubicBezTo>
                    <a:pt x="455" y="820"/>
                    <a:pt x="476" y="823"/>
                    <a:pt x="504" y="816"/>
                  </a:cubicBezTo>
                  <a:cubicBezTo>
                    <a:pt x="601" y="794"/>
                    <a:pt x="572" y="732"/>
                    <a:pt x="569" y="720"/>
                  </a:cubicBezTo>
                  <a:cubicBezTo>
                    <a:pt x="569" y="720"/>
                    <a:pt x="588" y="711"/>
                    <a:pt x="602" y="708"/>
                  </a:cubicBezTo>
                  <a:cubicBezTo>
                    <a:pt x="602" y="708"/>
                    <a:pt x="595" y="687"/>
                    <a:pt x="547" y="720"/>
                  </a:cubicBezTo>
                  <a:cubicBezTo>
                    <a:pt x="498" y="753"/>
                    <a:pt x="514" y="756"/>
                    <a:pt x="514" y="756"/>
                  </a:cubicBezTo>
                  <a:cubicBezTo>
                    <a:pt x="514" y="756"/>
                    <a:pt x="550" y="733"/>
                    <a:pt x="561" y="729"/>
                  </a:cubicBezTo>
                  <a:cubicBezTo>
                    <a:pt x="561" y="729"/>
                    <a:pt x="570" y="795"/>
                    <a:pt x="497" y="801"/>
                  </a:cubicBezTo>
                  <a:cubicBezTo>
                    <a:pt x="425" y="808"/>
                    <a:pt x="387" y="749"/>
                    <a:pt x="414" y="667"/>
                  </a:cubicBezTo>
                  <a:cubicBezTo>
                    <a:pt x="414" y="667"/>
                    <a:pt x="461" y="713"/>
                    <a:pt x="528" y="682"/>
                  </a:cubicBezTo>
                  <a:cubicBezTo>
                    <a:pt x="596" y="651"/>
                    <a:pt x="574" y="577"/>
                    <a:pt x="574" y="577"/>
                  </a:cubicBezTo>
                  <a:cubicBezTo>
                    <a:pt x="574" y="577"/>
                    <a:pt x="626" y="558"/>
                    <a:pt x="650" y="626"/>
                  </a:cubicBezTo>
                  <a:cubicBezTo>
                    <a:pt x="674" y="694"/>
                    <a:pt x="687" y="923"/>
                    <a:pt x="485" y="1018"/>
                  </a:cubicBezTo>
                  <a:cubicBezTo>
                    <a:pt x="485" y="1018"/>
                    <a:pt x="486" y="1134"/>
                    <a:pt x="474" y="1171"/>
                  </a:cubicBezTo>
                  <a:cubicBezTo>
                    <a:pt x="492" y="1175"/>
                    <a:pt x="492" y="1175"/>
                    <a:pt x="492" y="1175"/>
                  </a:cubicBezTo>
                  <a:cubicBezTo>
                    <a:pt x="492" y="1175"/>
                    <a:pt x="517" y="1126"/>
                    <a:pt x="509" y="1032"/>
                  </a:cubicBezTo>
                  <a:cubicBezTo>
                    <a:pt x="509" y="1032"/>
                    <a:pt x="626" y="983"/>
                    <a:pt x="671" y="840"/>
                  </a:cubicBezTo>
                  <a:cubicBezTo>
                    <a:pt x="715" y="700"/>
                    <a:pt x="694" y="549"/>
                    <a:pt x="580" y="551"/>
                  </a:cubicBezTo>
                  <a:close/>
                  <a:moveTo>
                    <a:pt x="325" y="522"/>
                  </a:moveTo>
                  <a:cubicBezTo>
                    <a:pt x="322" y="525"/>
                    <a:pt x="319" y="528"/>
                    <a:pt x="316" y="532"/>
                  </a:cubicBezTo>
                  <a:cubicBezTo>
                    <a:pt x="317" y="487"/>
                    <a:pt x="327" y="174"/>
                    <a:pt x="325" y="142"/>
                  </a:cubicBezTo>
                  <a:cubicBezTo>
                    <a:pt x="323" y="108"/>
                    <a:pt x="313" y="36"/>
                    <a:pt x="384" y="28"/>
                  </a:cubicBezTo>
                  <a:cubicBezTo>
                    <a:pt x="454" y="19"/>
                    <a:pt x="506" y="187"/>
                    <a:pt x="423" y="507"/>
                  </a:cubicBezTo>
                  <a:cubicBezTo>
                    <a:pt x="422" y="506"/>
                    <a:pt x="421" y="505"/>
                    <a:pt x="420" y="504"/>
                  </a:cubicBezTo>
                  <a:cubicBezTo>
                    <a:pt x="403" y="489"/>
                    <a:pt x="360" y="487"/>
                    <a:pt x="325" y="522"/>
                  </a:cubicBezTo>
                  <a:close/>
                  <a:moveTo>
                    <a:pt x="433" y="515"/>
                  </a:moveTo>
                  <a:cubicBezTo>
                    <a:pt x="441" y="488"/>
                    <a:pt x="467" y="405"/>
                    <a:pt x="483" y="355"/>
                  </a:cubicBezTo>
                  <a:cubicBezTo>
                    <a:pt x="501" y="295"/>
                    <a:pt x="561" y="140"/>
                    <a:pt x="575" y="128"/>
                  </a:cubicBezTo>
                  <a:cubicBezTo>
                    <a:pt x="590" y="116"/>
                    <a:pt x="639" y="92"/>
                    <a:pt x="652" y="186"/>
                  </a:cubicBezTo>
                  <a:cubicBezTo>
                    <a:pt x="666" y="280"/>
                    <a:pt x="616" y="329"/>
                    <a:pt x="590" y="398"/>
                  </a:cubicBezTo>
                  <a:cubicBezTo>
                    <a:pt x="567" y="459"/>
                    <a:pt x="551" y="522"/>
                    <a:pt x="553" y="552"/>
                  </a:cubicBezTo>
                  <a:cubicBezTo>
                    <a:pt x="498" y="552"/>
                    <a:pt x="455" y="531"/>
                    <a:pt x="433" y="515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对角圆角矩形 6"/>
          <p:cNvSpPr/>
          <p:nvPr/>
        </p:nvSpPr>
        <p:spPr>
          <a:xfrm>
            <a:off x="0" y="3949472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90551" y="4658658"/>
            <a:ext cx="20821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由反馈构成闭环控制方式，完成自动检测偏差的任务。</a:t>
            </a:r>
            <a:endParaRPr lang="en-US" altLang="zh-CN" b="1" dirty="0">
              <a:latin typeface="Tahoma" panose="020B0604030504040204" pitchFamily="34" charset="0"/>
              <a:ea typeface="仿宋_GB2312" pitchFamily="49" charset="-122"/>
            </a:endParaRPr>
          </a:p>
          <a:p>
            <a:endParaRPr lang="zh-CN" altLang="en-US" dirty="0"/>
          </a:p>
        </p:txBody>
      </p:sp>
      <p:sp>
        <p:nvSpPr>
          <p:cNvPr id="18" name="对角圆角矩形 6"/>
          <p:cNvSpPr/>
          <p:nvPr/>
        </p:nvSpPr>
        <p:spPr>
          <a:xfrm>
            <a:off x="3132000" y="3989139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24585" y="4514258"/>
            <a:ext cx="21476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FF00"/>
              </a:buClr>
              <a:buSzPct val="100000"/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控制作用的产生是由偏差引起的，完成自动消除或者减少偏差的作用。</a:t>
            </a:r>
            <a:endParaRPr lang="en-US" altLang="zh-CN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2" name="对角圆角矩形 6"/>
          <p:cNvSpPr/>
          <p:nvPr/>
        </p:nvSpPr>
        <p:spPr>
          <a:xfrm>
            <a:off x="6264000" y="3989139"/>
            <a:ext cx="2880000" cy="2880000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287730" y="4050644"/>
            <a:ext cx="29289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FFF00"/>
              </a:buClr>
              <a:buSzPct val="100000"/>
            </a:pPr>
            <a:r>
              <a:rPr lang="zh-CN" altLang="en-US" b="1" dirty="0">
                <a:latin typeface="Tahoma" panose="020B0604030504040204" pitchFamily="34" charset="0"/>
                <a:ea typeface="仿宋_GB2312" pitchFamily="49" charset="-122"/>
              </a:rPr>
              <a:t>由于采用反馈，使系统的被控量对外界干扰和系统内部参数的变化不敏感，故闭环系统具有很强的抗干扰能力，具有较高的控制精度。</a:t>
            </a:r>
            <a:endParaRPr lang="zh-CN" altLang="en-US" b="1" dirty="0">
              <a:latin typeface="Tahoma" panose="020B0604030504040204" pitchFamily="34" charset="0"/>
              <a:ea typeface="仿宋_GB2312" pitchFamily="49" charset="-122"/>
            </a:endParaRPr>
          </a:p>
        </p:txBody>
      </p:sp>
      <p:sp>
        <p:nvSpPr>
          <p:cNvPr id="25" name="Freeform 112"/>
          <p:cNvSpPr>
            <a:spLocks noEditPoints="1"/>
          </p:cNvSpPr>
          <p:nvPr/>
        </p:nvSpPr>
        <p:spPr bwMode="auto">
          <a:xfrm>
            <a:off x="2538471" y="1102279"/>
            <a:ext cx="4067058" cy="1163871"/>
          </a:xfrm>
          <a:custGeom>
            <a:avLst/>
            <a:gdLst>
              <a:gd name="T0" fmla="*/ 1477 w 1635"/>
              <a:gd name="T1" fmla="*/ 27 h 499"/>
              <a:gd name="T2" fmla="*/ 1246 w 1635"/>
              <a:gd name="T3" fmla="*/ 42 h 499"/>
              <a:gd name="T4" fmla="*/ 1058 w 1635"/>
              <a:gd name="T5" fmla="*/ 133 h 499"/>
              <a:gd name="T6" fmla="*/ 864 w 1635"/>
              <a:gd name="T7" fmla="*/ 121 h 499"/>
              <a:gd name="T8" fmla="*/ 502 w 1635"/>
              <a:gd name="T9" fmla="*/ 142 h 499"/>
              <a:gd name="T10" fmla="*/ 345 w 1635"/>
              <a:gd name="T11" fmla="*/ 7 h 499"/>
              <a:gd name="T12" fmla="*/ 57 w 1635"/>
              <a:gd name="T13" fmla="*/ 80 h 499"/>
              <a:gd name="T14" fmla="*/ 36 w 1635"/>
              <a:gd name="T15" fmla="*/ 356 h 499"/>
              <a:gd name="T16" fmla="*/ 245 w 1635"/>
              <a:gd name="T17" fmla="*/ 475 h 499"/>
              <a:gd name="T18" fmla="*/ 571 w 1635"/>
              <a:gd name="T19" fmla="*/ 426 h 499"/>
              <a:gd name="T20" fmla="*/ 928 w 1635"/>
              <a:gd name="T21" fmla="*/ 412 h 499"/>
              <a:gd name="T22" fmla="*/ 1287 w 1635"/>
              <a:gd name="T23" fmla="*/ 454 h 499"/>
              <a:gd name="T24" fmla="*/ 1594 w 1635"/>
              <a:gd name="T25" fmla="*/ 433 h 499"/>
              <a:gd name="T26" fmla="*/ 1537 w 1635"/>
              <a:gd name="T27" fmla="*/ 57 h 499"/>
              <a:gd name="T28" fmla="*/ 1443 w 1635"/>
              <a:gd name="T29" fmla="*/ 137 h 499"/>
              <a:gd name="T30" fmla="*/ 1314 w 1635"/>
              <a:gd name="T31" fmla="*/ 108 h 499"/>
              <a:gd name="T32" fmla="*/ 708 w 1635"/>
              <a:gd name="T33" fmla="*/ 133 h 499"/>
              <a:gd name="T34" fmla="*/ 242 w 1635"/>
              <a:gd name="T35" fmla="*/ 134 h 499"/>
              <a:gd name="T36" fmla="*/ 160 w 1635"/>
              <a:gd name="T37" fmla="*/ 33 h 499"/>
              <a:gd name="T38" fmla="*/ 143 w 1635"/>
              <a:gd name="T39" fmla="*/ 45 h 499"/>
              <a:gd name="T40" fmla="*/ 280 w 1635"/>
              <a:gd name="T41" fmla="*/ 13 h 499"/>
              <a:gd name="T42" fmla="*/ 247 w 1635"/>
              <a:gd name="T43" fmla="*/ 42 h 499"/>
              <a:gd name="T44" fmla="*/ 356 w 1635"/>
              <a:gd name="T45" fmla="*/ 55 h 499"/>
              <a:gd name="T46" fmla="*/ 312 w 1635"/>
              <a:gd name="T47" fmla="*/ 73 h 499"/>
              <a:gd name="T48" fmla="*/ 264 w 1635"/>
              <a:gd name="T49" fmla="*/ 95 h 499"/>
              <a:gd name="T50" fmla="*/ 277 w 1635"/>
              <a:gd name="T51" fmla="*/ 118 h 499"/>
              <a:gd name="T52" fmla="*/ 193 w 1635"/>
              <a:gd name="T53" fmla="*/ 161 h 499"/>
              <a:gd name="T54" fmla="*/ 17 w 1635"/>
              <a:gd name="T55" fmla="*/ 149 h 499"/>
              <a:gd name="T56" fmla="*/ 1572 w 1635"/>
              <a:gd name="T57" fmla="*/ 241 h 499"/>
              <a:gd name="T58" fmla="*/ 1568 w 1635"/>
              <a:gd name="T59" fmla="*/ 257 h 499"/>
              <a:gd name="T60" fmla="*/ 1516 w 1635"/>
              <a:gd name="T61" fmla="*/ 294 h 499"/>
              <a:gd name="T62" fmla="*/ 1460 w 1635"/>
              <a:gd name="T63" fmla="*/ 324 h 499"/>
              <a:gd name="T64" fmla="*/ 1478 w 1635"/>
              <a:gd name="T65" fmla="*/ 364 h 499"/>
              <a:gd name="T66" fmla="*/ 1484 w 1635"/>
              <a:gd name="T67" fmla="*/ 405 h 499"/>
              <a:gd name="T68" fmla="*/ 1511 w 1635"/>
              <a:gd name="T69" fmla="*/ 446 h 499"/>
              <a:gd name="T70" fmla="*/ 1524 w 1635"/>
              <a:gd name="T71" fmla="*/ 486 h 499"/>
              <a:gd name="T72" fmla="*/ 1238 w 1635"/>
              <a:gd name="T73" fmla="*/ 433 h 499"/>
              <a:gd name="T74" fmla="*/ 882 w 1635"/>
              <a:gd name="T75" fmla="*/ 397 h 499"/>
              <a:gd name="T76" fmla="*/ 516 w 1635"/>
              <a:gd name="T77" fmla="*/ 417 h 499"/>
              <a:gd name="T78" fmla="*/ 165 w 1635"/>
              <a:gd name="T79" fmla="*/ 478 h 499"/>
              <a:gd name="T80" fmla="*/ 154 w 1635"/>
              <a:gd name="T81" fmla="*/ 446 h 499"/>
              <a:gd name="T82" fmla="*/ 127 w 1635"/>
              <a:gd name="T83" fmla="*/ 417 h 499"/>
              <a:gd name="T84" fmla="*/ 99 w 1635"/>
              <a:gd name="T85" fmla="*/ 378 h 499"/>
              <a:gd name="T86" fmla="*/ 56 w 1635"/>
              <a:gd name="T87" fmla="*/ 339 h 499"/>
              <a:gd name="T88" fmla="*/ 57 w 1635"/>
              <a:gd name="T89" fmla="*/ 299 h 499"/>
              <a:gd name="T90" fmla="*/ 72 w 1635"/>
              <a:gd name="T91" fmla="*/ 282 h 499"/>
              <a:gd name="T92" fmla="*/ 140 w 1635"/>
              <a:gd name="T93" fmla="*/ 247 h 499"/>
              <a:gd name="T94" fmla="*/ 12 w 1635"/>
              <a:gd name="T95" fmla="*/ 198 h 499"/>
              <a:gd name="T96" fmla="*/ 202 w 1635"/>
              <a:gd name="T97" fmla="*/ 210 h 499"/>
              <a:gd name="T98" fmla="*/ 563 w 1635"/>
              <a:gd name="T99" fmla="*/ 148 h 499"/>
              <a:gd name="T100" fmla="*/ 857 w 1635"/>
              <a:gd name="T101" fmla="*/ 134 h 499"/>
              <a:gd name="T102" fmla="*/ 1046 w 1635"/>
              <a:gd name="T103" fmla="*/ 134 h 499"/>
              <a:gd name="T104" fmla="*/ 1357 w 1635"/>
              <a:gd name="T105" fmla="*/ 195 h 499"/>
              <a:gd name="T106" fmla="*/ 1479 w 1635"/>
              <a:gd name="T107" fmla="*/ 204 h 499"/>
              <a:gd name="T108" fmla="*/ 1462 w 1635"/>
              <a:gd name="T109" fmla="*/ 200 h 499"/>
              <a:gd name="T110" fmla="*/ 1395 w 1635"/>
              <a:gd name="T111" fmla="*/ 122 h 499"/>
              <a:gd name="T112" fmla="*/ 1422 w 1635"/>
              <a:gd name="T113" fmla="*/ 107 h 499"/>
              <a:gd name="T114" fmla="*/ 1302 w 1635"/>
              <a:gd name="T115" fmla="*/ 72 h 499"/>
              <a:gd name="T116" fmla="*/ 1363 w 1635"/>
              <a:gd name="T117" fmla="*/ 65 h 499"/>
              <a:gd name="T118" fmla="*/ 1398 w 1635"/>
              <a:gd name="T119" fmla="*/ 50 h 499"/>
              <a:gd name="T120" fmla="*/ 1304 w 1635"/>
              <a:gd name="T121" fmla="*/ 18 h 499"/>
              <a:gd name="T122" fmla="*/ 1490 w 1635"/>
              <a:gd name="T123" fmla="*/ 45 h 499"/>
              <a:gd name="T124" fmla="*/ 1575 w 1635"/>
              <a:gd name="T125" fmla="*/ 9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35" h="499">
                <a:moveTo>
                  <a:pt x="1635" y="177"/>
                </a:moveTo>
                <a:cubicBezTo>
                  <a:pt x="1635" y="172"/>
                  <a:pt x="1634" y="168"/>
                  <a:pt x="1634" y="164"/>
                </a:cubicBezTo>
                <a:cubicBezTo>
                  <a:pt x="1633" y="160"/>
                  <a:pt x="1632" y="156"/>
                  <a:pt x="1631" y="152"/>
                </a:cubicBezTo>
                <a:cubicBezTo>
                  <a:pt x="1630" y="145"/>
                  <a:pt x="1630" y="140"/>
                  <a:pt x="1629" y="140"/>
                </a:cubicBezTo>
                <a:cubicBezTo>
                  <a:pt x="1628" y="136"/>
                  <a:pt x="1625" y="132"/>
                  <a:pt x="1623" y="128"/>
                </a:cubicBezTo>
                <a:cubicBezTo>
                  <a:pt x="1621" y="124"/>
                  <a:pt x="1619" y="120"/>
                  <a:pt x="1617" y="117"/>
                </a:cubicBezTo>
                <a:cubicBezTo>
                  <a:pt x="1614" y="113"/>
                  <a:pt x="1611" y="110"/>
                  <a:pt x="1608" y="107"/>
                </a:cubicBezTo>
                <a:cubicBezTo>
                  <a:pt x="1605" y="103"/>
                  <a:pt x="1602" y="100"/>
                  <a:pt x="1600" y="97"/>
                </a:cubicBezTo>
                <a:cubicBezTo>
                  <a:pt x="1597" y="95"/>
                  <a:pt x="1594" y="93"/>
                  <a:pt x="1591" y="90"/>
                </a:cubicBezTo>
                <a:cubicBezTo>
                  <a:pt x="1588" y="88"/>
                  <a:pt x="1586" y="85"/>
                  <a:pt x="1583" y="83"/>
                </a:cubicBezTo>
                <a:cubicBezTo>
                  <a:pt x="1580" y="80"/>
                  <a:pt x="1577" y="78"/>
                  <a:pt x="1573" y="76"/>
                </a:cubicBezTo>
                <a:cubicBezTo>
                  <a:pt x="1570" y="74"/>
                  <a:pt x="1567" y="72"/>
                  <a:pt x="1564" y="70"/>
                </a:cubicBezTo>
                <a:cubicBezTo>
                  <a:pt x="1561" y="68"/>
                  <a:pt x="1557" y="67"/>
                  <a:pt x="1554" y="65"/>
                </a:cubicBezTo>
                <a:cubicBezTo>
                  <a:pt x="1552" y="63"/>
                  <a:pt x="1550" y="62"/>
                  <a:pt x="1547" y="61"/>
                </a:cubicBezTo>
                <a:cubicBezTo>
                  <a:pt x="1548" y="62"/>
                  <a:pt x="1547" y="64"/>
                  <a:pt x="1546" y="64"/>
                </a:cubicBezTo>
                <a:cubicBezTo>
                  <a:pt x="1544" y="63"/>
                  <a:pt x="1544" y="60"/>
                  <a:pt x="1547" y="60"/>
                </a:cubicBezTo>
                <a:cubicBezTo>
                  <a:pt x="1546" y="60"/>
                  <a:pt x="1545" y="59"/>
                  <a:pt x="1544" y="59"/>
                </a:cubicBezTo>
                <a:cubicBezTo>
                  <a:pt x="1541" y="57"/>
                  <a:pt x="1537" y="55"/>
                  <a:pt x="1534" y="53"/>
                </a:cubicBezTo>
                <a:cubicBezTo>
                  <a:pt x="1533" y="53"/>
                  <a:pt x="1533" y="52"/>
                  <a:pt x="1532" y="52"/>
                </a:cubicBezTo>
                <a:cubicBezTo>
                  <a:pt x="1532" y="53"/>
                  <a:pt x="1532" y="53"/>
                  <a:pt x="1531" y="53"/>
                </a:cubicBezTo>
                <a:cubicBezTo>
                  <a:pt x="1529" y="53"/>
                  <a:pt x="1527" y="53"/>
                  <a:pt x="1526" y="53"/>
                </a:cubicBezTo>
                <a:cubicBezTo>
                  <a:pt x="1525" y="52"/>
                  <a:pt x="1524" y="50"/>
                  <a:pt x="1525" y="49"/>
                </a:cubicBezTo>
                <a:cubicBezTo>
                  <a:pt x="1524" y="48"/>
                  <a:pt x="1523" y="48"/>
                  <a:pt x="1523" y="48"/>
                </a:cubicBezTo>
                <a:cubicBezTo>
                  <a:pt x="1520" y="46"/>
                  <a:pt x="1517" y="45"/>
                  <a:pt x="1514" y="43"/>
                </a:cubicBezTo>
                <a:cubicBezTo>
                  <a:pt x="1514" y="43"/>
                  <a:pt x="1514" y="43"/>
                  <a:pt x="1513" y="43"/>
                </a:cubicBezTo>
                <a:cubicBezTo>
                  <a:pt x="1513" y="44"/>
                  <a:pt x="1512" y="43"/>
                  <a:pt x="1512" y="42"/>
                </a:cubicBezTo>
                <a:cubicBezTo>
                  <a:pt x="1508" y="41"/>
                  <a:pt x="1504" y="39"/>
                  <a:pt x="1501" y="38"/>
                </a:cubicBezTo>
                <a:cubicBezTo>
                  <a:pt x="1497" y="36"/>
                  <a:pt x="1494" y="34"/>
                  <a:pt x="1490" y="32"/>
                </a:cubicBezTo>
                <a:cubicBezTo>
                  <a:pt x="1486" y="31"/>
                  <a:pt x="1482" y="29"/>
                  <a:pt x="1479" y="28"/>
                </a:cubicBezTo>
                <a:cubicBezTo>
                  <a:pt x="1478" y="28"/>
                  <a:pt x="1478" y="28"/>
                  <a:pt x="1477" y="27"/>
                </a:cubicBezTo>
                <a:cubicBezTo>
                  <a:pt x="1477" y="28"/>
                  <a:pt x="1477" y="28"/>
                  <a:pt x="1477" y="29"/>
                </a:cubicBezTo>
                <a:cubicBezTo>
                  <a:pt x="1474" y="30"/>
                  <a:pt x="1472" y="29"/>
                  <a:pt x="1472" y="26"/>
                </a:cubicBezTo>
                <a:cubicBezTo>
                  <a:pt x="1471" y="25"/>
                  <a:pt x="1469" y="25"/>
                  <a:pt x="1467" y="24"/>
                </a:cubicBezTo>
                <a:cubicBezTo>
                  <a:pt x="1467" y="24"/>
                  <a:pt x="1467" y="24"/>
                  <a:pt x="1466" y="24"/>
                </a:cubicBezTo>
                <a:cubicBezTo>
                  <a:pt x="1466" y="24"/>
                  <a:pt x="1465" y="25"/>
                  <a:pt x="1465" y="24"/>
                </a:cubicBezTo>
                <a:cubicBezTo>
                  <a:pt x="1465" y="24"/>
                  <a:pt x="1465" y="24"/>
                  <a:pt x="1465" y="23"/>
                </a:cubicBezTo>
                <a:cubicBezTo>
                  <a:pt x="1462" y="22"/>
                  <a:pt x="1459" y="21"/>
                  <a:pt x="1456" y="20"/>
                </a:cubicBezTo>
                <a:cubicBezTo>
                  <a:pt x="1452" y="19"/>
                  <a:pt x="1448" y="18"/>
                  <a:pt x="1444" y="17"/>
                </a:cubicBezTo>
                <a:cubicBezTo>
                  <a:pt x="1440" y="16"/>
                  <a:pt x="1436" y="15"/>
                  <a:pt x="1432" y="14"/>
                </a:cubicBezTo>
                <a:cubicBezTo>
                  <a:pt x="1428" y="13"/>
                  <a:pt x="1424" y="13"/>
                  <a:pt x="1420" y="12"/>
                </a:cubicBezTo>
                <a:cubicBezTo>
                  <a:pt x="1416" y="11"/>
                  <a:pt x="1412" y="10"/>
                  <a:pt x="1408" y="9"/>
                </a:cubicBezTo>
                <a:cubicBezTo>
                  <a:pt x="1404" y="8"/>
                  <a:pt x="1400" y="8"/>
                  <a:pt x="1397" y="7"/>
                </a:cubicBezTo>
                <a:cubicBezTo>
                  <a:pt x="1393" y="6"/>
                  <a:pt x="1389" y="5"/>
                  <a:pt x="1385" y="5"/>
                </a:cubicBezTo>
                <a:cubicBezTo>
                  <a:pt x="1381" y="4"/>
                  <a:pt x="1377" y="4"/>
                  <a:pt x="1373" y="4"/>
                </a:cubicBezTo>
                <a:cubicBezTo>
                  <a:pt x="1368" y="4"/>
                  <a:pt x="1364" y="4"/>
                  <a:pt x="1360" y="4"/>
                </a:cubicBezTo>
                <a:cubicBezTo>
                  <a:pt x="1356" y="3"/>
                  <a:pt x="1352" y="3"/>
                  <a:pt x="1348" y="3"/>
                </a:cubicBezTo>
                <a:cubicBezTo>
                  <a:pt x="1345" y="3"/>
                  <a:pt x="1341" y="3"/>
                  <a:pt x="1337" y="3"/>
                </a:cubicBezTo>
                <a:cubicBezTo>
                  <a:pt x="1333" y="3"/>
                  <a:pt x="1330" y="3"/>
                  <a:pt x="1326" y="3"/>
                </a:cubicBezTo>
                <a:cubicBezTo>
                  <a:pt x="1324" y="3"/>
                  <a:pt x="1323" y="4"/>
                  <a:pt x="1321" y="4"/>
                </a:cubicBezTo>
                <a:cubicBezTo>
                  <a:pt x="1321" y="5"/>
                  <a:pt x="1321" y="6"/>
                  <a:pt x="1320" y="6"/>
                </a:cubicBezTo>
                <a:cubicBezTo>
                  <a:pt x="1318" y="6"/>
                  <a:pt x="1318" y="6"/>
                  <a:pt x="1318" y="6"/>
                </a:cubicBezTo>
                <a:cubicBezTo>
                  <a:pt x="1317" y="6"/>
                  <a:pt x="1317" y="5"/>
                  <a:pt x="1317" y="5"/>
                </a:cubicBezTo>
                <a:cubicBezTo>
                  <a:pt x="1316" y="5"/>
                  <a:pt x="1316" y="5"/>
                  <a:pt x="1315" y="5"/>
                </a:cubicBezTo>
                <a:cubicBezTo>
                  <a:pt x="1311" y="6"/>
                  <a:pt x="1307" y="6"/>
                  <a:pt x="1304" y="7"/>
                </a:cubicBezTo>
                <a:cubicBezTo>
                  <a:pt x="1300" y="8"/>
                  <a:pt x="1296" y="9"/>
                  <a:pt x="1292" y="10"/>
                </a:cubicBezTo>
                <a:cubicBezTo>
                  <a:pt x="1288" y="11"/>
                  <a:pt x="1284" y="12"/>
                  <a:pt x="1280" y="13"/>
                </a:cubicBezTo>
                <a:cubicBezTo>
                  <a:pt x="1277" y="14"/>
                  <a:pt x="1273" y="16"/>
                  <a:pt x="1269" y="18"/>
                </a:cubicBezTo>
                <a:cubicBezTo>
                  <a:pt x="1266" y="20"/>
                  <a:pt x="1263" y="22"/>
                  <a:pt x="1260" y="25"/>
                </a:cubicBezTo>
                <a:cubicBezTo>
                  <a:pt x="1257" y="28"/>
                  <a:pt x="1254" y="31"/>
                  <a:pt x="1251" y="34"/>
                </a:cubicBezTo>
                <a:cubicBezTo>
                  <a:pt x="1249" y="37"/>
                  <a:pt x="1247" y="39"/>
                  <a:pt x="1246" y="42"/>
                </a:cubicBezTo>
                <a:cubicBezTo>
                  <a:pt x="1244" y="46"/>
                  <a:pt x="1243" y="49"/>
                  <a:pt x="1243" y="52"/>
                </a:cubicBezTo>
                <a:cubicBezTo>
                  <a:pt x="1242" y="56"/>
                  <a:pt x="1242" y="59"/>
                  <a:pt x="1242" y="62"/>
                </a:cubicBezTo>
                <a:cubicBezTo>
                  <a:pt x="1242" y="63"/>
                  <a:pt x="1242" y="63"/>
                  <a:pt x="1242" y="64"/>
                </a:cubicBezTo>
                <a:cubicBezTo>
                  <a:pt x="1242" y="66"/>
                  <a:pt x="1241" y="70"/>
                  <a:pt x="1241" y="75"/>
                </a:cubicBezTo>
                <a:cubicBezTo>
                  <a:pt x="1241" y="78"/>
                  <a:pt x="1241" y="82"/>
                  <a:pt x="1241" y="85"/>
                </a:cubicBezTo>
                <a:cubicBezTo>
                  <a:pt x="1241" y="90"/>
                  <a:pt x="1241" y="94"/>
                  <a:pt x="1241" y="96"/>
                </a:cubicBezTo>
                <a:cubicBezTo>
                  <a:pt x="1242" y="100"/>
                  <a:pt x="1242" y="103"/>
                  <a:pt x="1243" y="107"/>
                </a:cubicBezTo>
                <a:cubicBezTo>
                  <a:pt x="1243" y="111"/>
                  <a:pt x="1244" y="115"/>
                  <a:pt x="1245" y="118"/>
                </a:cubicBezTo>
                <a:cubicBezTo>
                  <a:pt x="1245" y="122"/>
                  <a:pt x="1246" y="126"/>
                  <a:pt x="1247" y="130"/>
                </a:cubicBezTo>
                <a:cubicBezTo>
                  <a:pt x="1248" y="133"/>
                  <a:pt x="1249" y="136"/>
                  <a:pt x="1250" y="139"/>
                </a:cubicBezTo>
                <a:cubicBezTo>
                  <a:pt x="1252" y="142"/>
                  <a:pt x="1253" y="146"/>
                  <a:pt x="1254" y="149"/>
                </a:cubicBezTo>
                <a:cubicBezTo>
                  <a:pt x="1255" y="152"/>
                  <a:pt x="1257" y="155"/>
                  <a:pt x="1258" y="158"/>
                </a:cubicBezTo>
                <a:cubicBezTo>
                  <a:pt x="1259" y="160"/>
                  <a:pt x="1259" y="161"/>
                  <a:pt x="1260" y="162"/>
                </a:cubicBezTo>
                <a:cubicBezTo>
                  <a:pt x="1256" y="161"/>
                  <a:pt x="1252" y="160"/>
                  <a:pt x="1248" y="159"/>
                </a:cubicBezTo>
                <a:cubicBezTo>
                  <a:pt x="1244" y="159"/>
                  <a:pt x="1240" y="158"/>
                  <a:pt x="1236" y="157"/>
                </a:cubicBezTo>
                <a:cubicBezTo>
                  <a:pt x="1232" y="156"/>
                  <a:pt x="1228" y="156"/>
                  <a:pt x="1224" y="155"/>
                </a:cubicBezTo>
                <a:cubicBezTo>
                  <a:pt x="1220" y="154"/>
                  <a:pt x="1216" y="154"/>
                  <a:pt x="1213" y="153"/>
                </a:cubicBezTo>
                <a:cubicBezTo>
                  <a:pt x="1209" y="153"/>
                  <a:pt x="1205" y="152"/>
                  <a:pt x="1201" y="152"/>
                </a:cubicBezTo>
                <a:cubicBezTo>
                  <a:pt x="1197" y="151"/>
                  <a:pt x="1193" y="150"/>
                  <a:pt x="1189" y="149"/>
                </a:cubicBezTo>
                <a:cubicBezTo>
                  <a:pt x="1185" y="148"/>
                  <a:pt x="1181" y="148"/>
                  <a:pt x="1177" y="147"/>
                </a:cubicBezTo>
                <a:cubicBezTo>
                  <a:pt x="1173" y="147"/>
                  <a:pt x="1169" y="147"/>
                  <a:pt x="1165" y="146"/>
                </a:cubicBezTo>
                <a:cubicBezTo>
                  <a:pt x="1161" y="145"/>
                  <a:pt x="1157" y="144"/>
                  <a:pt x="1154" y="144"/>
                </a:cubicBezTo>
                <a:cubicBezTo>
                  <a:pt x="1150" y="143"/>
                  <a:pt x="1146" y="143"/>
                  <a:pt x="1142" y="142"/>
                </a:cubicBezTo>
                <a:cubicBezTo>
                  <a:pt x="1138" y="142"/>
                  <a:pt x="1134" y="141"/>
                  <a:pt x="1130" y="141"/>
                </a:cubicBezTo>
                <a:cubicBezTo>
                  <a:pt x="1126" y="141"/>
                  <a:pt x="1122" y="140"/>
                  <a:pt x="1118" y="140"/>
                </a:cubicBezTo>
                <a:cubicBezTo>
                  <a:pt x="1114" y="139"/>
                  <a:pt x="1110" y="138"/>
                  <a:pt x="1106" y="138"/>
                </a:cubicBezTo>
                <a:cubicBezTo>
                  <a:pt x="1102" y="138"/>
                  <a:pt x="1098" y="137"/>
                  <a:pt x="1094" y="136"/>
                </a:cubicBezTo>
                <a:cubicBezTo>
                  <a:pt x="1090" y="136"/>
                  <a:pt x="1086" y="135"/>
                  <a:pt x="1082" y="135"/>
                </a:cubicBezTo>
                <a:cubicBezTo>
                  <a:pt x="1078" y="135"/>
                  <a:pt x="1074" y="134"/>
                  <a:pt x="1070" y="134"/>
                </a:cubicBezTo>
                <a:cubicBezTo>
                  <a:pt x="1066" y="134"/>
                  <a:pt x="1062" y="133"/>
                  <a:pt x="1058" y="133"/>
                </a:cubicBezTo>
                <a:cubicBezTo>
                  <a:pt x="1054" y="132"/>
                  <a:pt x="1049" y="133"/>
                  <a:pt x="1045" y="132"/>
                </a:cubicBezTo>
                <a:cubicBezTo>
                  <a:pt x="1041" y="132"/>
                  <a:pt x="1037" y="130"/>
                  <a:pt x="1033" y="130"/>
                </a:cubicBezTo>
                <a:cubicBezTo>
                  <a:pt x="1031" y="130"/>
                  <a:pt x="1029" y="130"/>
                  <a:pt x="1027" y="130"/>
                </a:cubicBezTo>
                <a:cubicBezTo>
                  <a:pt x="1027" y="130"/>
                  <a:pt x="1027" y="130"/>
                  <a:pt x="1027" y="130"/>
                </a:cubicBezTo>
                <a:cubicBezTo>
                  <a:pt x="1028" y="135"/>
                  <a:pt x="1023" y="137"/>
                  <a:pt x="1021" y="134"/>
                </a:cubicBezTo>
                <a:cubicBezTo>
                  <a:pt x="1020" y="132"/>
                  <a:pt x="1021" y="131"/>
                  <a:pt x="1022" y="130"/>
                </a:cubicBezTo>
                <a:cubicBezTo>
                  <a:pt x="1022" y="130"/>
                  <a:pt x="1022" y="130"/>
                  <a:pt x="1021" y="130"/>
                </a:cubicBezTo>
                <a:cubicBezTo>
                  <a:pt x="1020" y="130"/>
                  <a:pt x="1018" y="129"/>
                  <a:pt x="1017" y="129"/>
                </a:cubicBezTo>
                <a:cubicBezTo>
                  <a:pt x="1016" y="131"/>
                  <a:pt x="1015" y="134"/>
                  <a:pt x="1014" y="135"/>
                </a:cubicBezTo>
                <a:cubicBezTo>
                  <a:pt x="1009" y="137"/>
                  <a:pt x="1005" y="133"/>
                  <a:pt x="1006" y="128"/>
                </a:cubicBezTo>
                <a:cubicBezTo>
                  <a:pt x="1003" y="128"/>
                  <a:pt x="1000" y="128"/>
                  <a:pt x="997" y="128"/>
                </a:cubicBezTo>
                <a:cubicBezTo>
                  <a:pt x="993" y="128"/>
                  <a:pt x="990" y="127"/>
                  <a:pt x="986" y="126"/>
                </a:cubicBezTo>
                <a:cubicBezTo>
                  <a:pt x="986" y="127"/>
                  <a:pt x="985" y="127"/>
                  <a:pt x="985" y="128"/>
                </a:cubicBezTo>
                <a:cubicBezTo>
                  <a:pt x="985" y="127"/>
                  <a:pt x="984" y="127"/>
                  <a:pt x="984" y="126"/>
                </a:cubicBezTo>
                <a:cubicBezTo>
                  <a:pt x="984" y="128"/>
                  <a:pt x="983" y="128"/>
                  <a:pt x="982" y="130"/>
                </a:cubicBezTo>
                <a:cubicBezTo>
                  <a:pt x="980" y="129"/>
                  <a:pt x="980" y="128"/>
                  <a:pt x="979" y="127"/>
                </a:cubicBezTo>
                <a:cubicBezTo>
                  <a:pt x="979" y="127"/>
                  <a:pt x="979" y="126"/>
                  <a:pt x="980" y="126"/>
                </a:cubicBezTo>
                <a:cubicBezTo>
                  <a:pt x="977" y="126"/>
                  <a:pt x="975" y="126"/>
                  <a:pt x="973" y="125"/>
                </a:cubicBezTo>
                <a:cubicBezTo>
                  <a:pt x="969" y="125"/>
                  <a:pt x="966" y="126"/>
                  <a:pt x="962" y="125"/>
                </a:cubicBezTo>
                <a:cubicBezTo>
                  <a:pt x="963" y="127"/>
                  <a:pt x="964" y="130"/>
                  <a:pt x="962" y="132"/>
                </a:cubicBezTo>
                <a:cubicBezTo>
                  <a:pt x="960" y="132"/>
                  <a:pt x="957" y="132"/>
                  <a:pt x="956" y="131"/>
                </a:cubicBezTo>
                <a:cubicBezTo>
                  <a:pt x="954" y="129"/>
                  <a:pt x="954" y="127"/>
                  <a:pt x="956" y="125"/>
                </a:cubicBezTo>
                <a:cubicBezTo>
                  <a:pt x="953" y="125"/>
                  <a:pt x="951" y="125"/>
                  <a:pt x="949" y="125"/>
                </a:cubicBezTo>
                <a:cubicBezTo>
                  <a:pt x="945" y="124"/>
                  <a:pt x="940" y="124"/>
                  <a:pt x="937" y="124"/>
                </a:cubicBezTo>
                <a:cubicBezTo>
                  <a:pt x="932" y="123"/>
                  <a:pt x="928" y="123"/>
                  <a:pt x="924" y="123"/>
                </a:cubicBezTo>
                <a:cubicBezTo>
                  <a:pt x="920" y="122"/>
                  <a:pt x="916" y="122"/>
                  <a:pt x="912" y="122"/>
                </a:cubicBezTo>
                <a:cubicBezTo>
                  <a:pt x="908" y="122"/>
                  <a:pt x="904" y="122"/>
                  <a:pt x="900" y="122"/>
                </a:cubicBezTo>
                <a:cubicBezTo>
                  <a:pt x="896" y="122"/>
                  <a:pt x="892" y="122"/>
                  <a:pt x="888" y="121"/>
                </a:cubicBezTo>
                <a:cubicBezTo>
                  <a:pt x="884" y="121"/>
                  <a:pt x="880" y="120"/>
                  <a:pt x="876" y="120"/>
                </a:cubicBezTo>
                <a:cubicBezTo>
                  <a:pt x="872" y="120"/>
                  <a:pt x="868" y="121"/>
                  <a:pt x="864" y="121"/>
                </a:cubicBezTo>
                <a:cubicBezTo>
                  <a:pt x="860" y="121"/>
                  <a:pt x="855" y="120"/>
                  <a:pt x="852" y="120"/>
                </a:cubicBezTo>
                <a:cubicBezTo>
                  <a:pt x="847" y="120"/>
                  <a:pt x="843" y="120"/>
                  <a:pt x="840" y="120"/>
                </a:cubicBezTo>
                <a:cubicBezTo>
                  <a:pt x="835" y="120"/>
                  <a:pt x="831" y="120"/>
                  <a:pt x="827" y="120"/>
                </a:cubicBezTo>
                <a:cubicBezTo>
                  <a:pt x="823" y="120"/>
                  <a:pt x="819" y="120"/>
                  <a:pt x="815" y="120"/>
                </a:cubicBezTo>
                <a:cubicBezTo>
                  <a:pt x="811" y="120"/>
                  <a:pt x="807" y="120"/>
                  <a:pt x="803" y="120"/>
                </a:cubicBezTo>
                <a:cubicBezTo>
                  <a:pt x="799" y="120"/>
                  <a:pt x="795" y="120"/>
                  <a:pt x="791" y="120"/>
                </a:cubicBezTo>
                <a:cubicBezTo>
                  <a:pt x="787" y="120"/>
                  <a:pt x="783" y="120"/>
                  <a:pt x="779" y="121"/>
                </a:cubicBezTo>
                <a:cubicBezTo>
                  <a:pt x="774" y="121"/>
                  <a:pt x="770" y="120"/>
                  <a:pt x="767" y="121"/>
                </a:cubicBezTo>
                <a:cubicBezTo>
                  <a:pt x="763" y="121"/>
                  <a:pt x="760" y="120"/>
                  <a:pt x="756" y="120"/>
                </a:cubicBezTo>
                <a:cubicBezTo>
                  <a:pt x="752" y="120"/>
                  <a:pt x="748" y="121"/>
                  <a:pt x="744" y="121"/>
                </a:cubicBezTo>
                <a:cubicBezTo>
                  <a:pt x="740" y="121"/>
                  <a:pt x="736" y="121"/>
                  <a:pt x="732" y="121"/>
                </a:cubicBezTo>
                <a:cubicBezTo>
                  <a:pt x="728" y="121"/>
                  <a:pt x="724" y="121"/>
                  <a:pt x="719" y="122"/>
                </a:cubicBezTo>
                <a:cubicBezTo>
                  <a:pt x="716" y="122"/>
                  <a:pt x="711" y="122"/>
                  <a:pt x="707" y="122"/>
                </a:cubicBezTo>
                <a:cubicBezTo>
                  <a:pt x="703" y="122"/>
                  <a:pt x="699" y="122"/>
                  <a:pt x="695" y="122"/>
                </a:cubicBezTo>
                <a:cubicBezTo>
                  <a:pt x="691" y="122"/>
                  <a:pt x="687" y="123"/>
                  <a:pt x="683" y="123"/>
                </a:cubicBezTo>
                <a:cubicBezTo>
                  <a:pt x="679" y="124"/>
                  <a:pt x="675" y="124"/>
                  <a:pt x="671" y="124"/>
                </a:cubicBezTo>
                <a:cubicBezTo>
                  <a:pt x="667" y="124"/>
                  <a:pt x="663" y="124"/>
                  <a:pt x="659" y="124"/>
                </a:cubicBezTo>
                <a:cubicBezTo>
                  <a:pt x="655" y="125"/>
                  <a:pt x="651" y="125"/>
                  <a:pt x="647" y="125"/>
                </a:cubicBezTo>
                <a:cubicBezTo>
                  <a:pt x="643" y="126"/>
                  <a:pt x="639" y="126"/>
                  <a:pt x="635" y="126"/>
                </a:cubicBezTo>
                <a:cubicBezTo>
                  <a:pt x="631" y="127"/>
                  <a:pt x="627" y="128"/>
                  <a:pt x="623" y="128"/>
                </a:cubicBezTo>
                <a:cubicBezTo>
                  <a:pt x="619" y="128"/>
                  <a:pt x="615" y="128"/>
                  <a:pt x="610" y="129"/>
                </a:cubicBezTo>
                <a:cubicBezTo>
                  <a:pt x="606" y="129"/>
                  <a:pt x="602" y="129"/>
                  <a:pt x="598" y="129"/>
                </a:cubicBezTo>
                <a:cubicBezTo>
                  <a:pt x="594" y="130"/>
                  <a:pt x="590" y="130"/>
                  <a:pt x="586" y="131"/>
                </a:cubicBezTo>
                <a:cubicBezTo>
                  <a:pt x="582" y="131"/>
                  <a:pt x="578" y="132"/>
                  <a:pt x="574" y="132"/>
                </a:cubicBezTo>
                <a:cubicBezTo>
                  <a:pt x="570" y="133"/>
                  <a:pt x="566" y="133"/>
                  <a:pt x="562" y="133"/>
                </a:cubicBezTo>
                <a:cubicBezTo>
                  <a:pt x="558" y="134"/>
                  <a:pt x="554" y="135"/>
                  <a:pt x="550" y="135"/>
                </a:cubicBezTo>
                <a:cubicBezTo>
                  <a:pt x="546" y="136"/>
                  <a:pt x="542" y="137"/>
                  <a:pt x="538" y="137"/>
                </a:cubicBezTo>
                <a:cubicBezTo>
                  <a:pt x="534" y="138"/>
                  <a:pt x="530" y="137"/>
                  <a:pt x="526" y="138"/>
                </a:cubicBezTo>
                <a:cubicBezTo>
                  <a:pt x="522" y="138"/>
                  <a:pt x="518" y="139"/>
                  <a:pt x="514" y="139"/>
                </a:cubicBezTo>
                <a:cubicBezTo>
                  <a:pt x="510" y="140"/>
                  <a:pt x="506" y="141"/>
                  <a:pt x="502" y="142"/>
                </a:cubicBezTo>
                <a:cubicBezTo>
                  <a:pt x="498" y="142"/>
                  <a:pt x="494" y="143"/>
                  <a:pt x="490" y="143"/>
                </a:cubicBezTo>
                <a:cubicBezTo>
                  <a:pt x="486" y="144"/>
                  <a:pt x="482" y="144"/>
                  <a:pt x="478" y="145"/>
                </a:cubicBezTo>
                <a:cubicBezTo>
                  <a:pt x="474" y="146"/>
                  <a:pt x="470" y="146"/>
                  <a:pt x="466" y="146"/>
                </a:cubicBezTo>
                <a:cubicBezTo>
                  <a:pt x="462" y="147"/>
                  <a:pt x="458" y="148"/>
                  <a:pt x="454" y="148"/>
                </a:cubicBezTo>
                <a:cubicBezTo>
                  <a:pt x="450" y="149"/>
                  <a:pt x="446" y="150"/>
                  <a:pt x="442" y="151"/>
                </a:cubicBezTo>
                <a:cubicBezTo>
                  <a:pt x="438" y="151"/>
                  <a:pt x="434" y="152"/>
                  <a:pt x="430" y="152"/>
                </a:cubicBezTo>
                <a:cubicBezTo>
                  <a:pt x="426" y="153"/>
                  <a:pt x="422" y="154"/>
                  <a:pt x="417" y="155"/>
                </a:cubicBezTo>
                <a:cubicBezTo>
                  <a:pt x="413" y="155"/>
                  <a:pt x="409" y="156"/>
                  <a:pt x="405" y="157"/>
                </a:cubicBezTo>
                <a:cubicBezTo>
                  <a:pt x="401" y="157"/>
                  <a:pt x="397" y="158"/>
                  <a:pt x="392" y="159"/>
                </a:cubicBezTo>
                <a:cubicBezTo>
                  <a:pt x="388" y="160"/>
                  <a:pt x="384" y="161"/>
                  <a:pt x="380" y="162"/>
                </a:cubicBezTo>
                <a:cubicBezTo>
                  <a:pt x="380" y="161"/>
                  <a:pt x="380" y="160"/>
                  <a:pt x="380" y="160"/>
                </a:cubicBezTo>
                <a:cubicBezTo>
                  <a:pt x="381" y="159"/>
                  <a:pt x="380" y="159"/>
                  <a:pt x="381" y="158"/>
                </a:cubicBezTo>
                <a:cubicBezTo>
                  <a:pt x="382" y="154"/>
                  <a:pt x="384" y="151"/>
                  <a:pt x="386" y="147"/>
                </a:cubicBezTo>
                <a:cubicBezTo>
                  <a:pt x="386" y="147"/>
                  <a:pt x="388" y="143"/>
                  <a:pt x="389" y="138"/>
                </a:cubicBezTo>
                <a:cubicBezTo>
                  <a:pt x="390" y="134"/>
                  <a:pt x="391" y="131"/>
                  <a:pt x="391" y="128"/>
                </a:cubicBezTo>
                <a:cubicBezTo>
                  <a:pt x="392" y="127"/>
                  <a:pt x="393" y="121"/>
                  <a:pt x="393" y="120"/>
                </a:cubicBezTo>
                <a:cubicBezTo>
                  <a:pt x="393" y="117"/>
                  <a:pt x="394" y="117"/>
                  <a:pt x="394" y="114"/>
                </a:cubicBezTo>
                <a:cubicBezTo>
                  <a:pt x="394" y="111"/>
                  <a:pt x="395" y="111"/>
                  <a:pt x="395" y="108"/>
                </a:cubicBezTo>
                <a:cubicBezTo>
                  <a:pt x="396" y="107"/>
                  <a:pt x="396" y="103"/>
                  <a:pt x="396" y="99"/>
                </a:cubicBezTo>
                <a:cubicBezTo>
                  <a:pt x="397" y="95"/>
                  <a:pt x="396" y="90"/>
                  <a:pt x="396" y="89"/>
                </a:cubicBezTo>
                <a:cubicBezTo>
                  <a:pt x="396" y="87"/>
                  <a:pt x="396" y="87"/>
                  <a:pt x="396" y="84"/>
                </a:cubicBezTo>
                <a:cubicBezTo>
                  <a:pt x="396" y="80"/>
                  <a:pt x="397" y="76"/>
                  <a:pt x="397" y="73"/>
                </a:cubicBezTo>
                <a:cubicBezTo>
                  <a:pt x="397" y="67"/>
                  <a:pt x="397" y="63"/>
                  <a:pt x="397" y="62"/>
                </a:cubicBezTo>
                <a:cubicBezTo>
                  <a:pt x="397" y="58"/>
                  <a:pt x="396" y="55"/>
                  <a:pt x="395" y="51"/>
                </a:cubicBezTo>
                <a:cubicBezTo>
                  <a:pt x="394" y="47"/>
                  <a:pt x="394" y="43"/>
                  <a:pt x="392" y="40"/>
                </a:cubicBezTo>
                <a:cubicBezTo>
                  <a:pt x="390" y="36"/>
                  <a:pt x="387" y="34"/>
                  <a:pt x="385" y="31"/>
                </a:cubicBezTo>
                <a:cubicBezTo>
                  <a:pt x="382" y="28"/>
                  <a:pt x="380" y="25"/>
                  <a:pt x="377" y="23"/>
                </a:cubicBezTo>
                <a:cubicBezTo>
                  <a:pt x="374" y="21"/>
                  <a:pt x="371" y="18"/>
                  <a:pt x="367" y="17"/>
                </a:cubicBezTo>
                <a:cubicBezTo>
                  <a:pt x="364" y="15"/>
                  <a:pt x="361" y="13"/>
                  <a:pt x="357" y="12"/>
                </a:cubicBezTo>
                <a:cubicBezTo>
                  <a:pt x="353" y="10"/>
                  <a:pt x="349" y="8"/>
                  <a:pt x="345" y="7"/>
                </a:cubicBezTo>
                <a:cubicBezTo>
                  <a:pt x="341" y="6"/>
                  <a:pt x="337" y="6"/>
                  <a:pt x="332" y="5"/>
                </a:cubicBezTo>
                <a:cubicBezTo>
                  <a:pt x="328" y="4"/>
                  <a:pt x="324" y="3"/>
                  <a:pt x="320" y="2"/>
                </a:cubicBezTo>
                <a:cubicBezTo>
                  <a:pt x="315" y="2"/>
                  <a:pt x="311" y="1"/>
                  <a:pt x="307" y="1"/>
                </a:cubicBezTo>
                <a:cubicBezTo>
                  <a:pt x="303" y="0"/>
                  <a:pt x="298" y="1"/>
                  <a:pt x="294" y="1"/>
                </a:cubicBezTo>
                <a:cubicBezTo>
                  <a:pt x="290" y="1"/>
                  <a:pt x="286" y="1"/>
                  <a:pt x="282" y="1"/>
                </a:cubicBezTo>
                <a:cubicBezTo>
                  <a:pt x="278" y="1"/>
                  <a:pt x="274" y="2"/>
                  <a:pt x="270" y="2"/>
                </a:cubicBezTo>
                <a:cubicBezTo>
                  <a:pt x="269" y="2"/>
                  <a:pt x="268" y="2"/>
                  <a:pt x="267" y="2"/>
                </a:cubicBezTo>
                <a:cubicBezTo>
                  <a:pt x="267" y="3"/>
                  <a:pt x="266" y="3"/>
                  <a:pt x="266" y="4"/>
                </a:cubicBezTo>
                <a:cubicBezTo>
                  <a:pt x="266" y="4"/>
                  <a:pt x="266" y="3"/>
                  <a:pt x="266" y="2"/>
                </a:cubicBezTo>
                <a:cubicBezTo>
                  <a:pt x="263" y="2"/>
                  <a:pt x="260" y="2"/>
                  <a:pt x="258" y="3"/>
                </a:cubicBezTo>
                <a:cubicBezTo>
                  <a:pt x="254" y="3"/>
                  <a:pt x="250" y="4"/>
                  <a:pt x="246" y="4"/>
                </a:cubicBezTo>
                <a:cubicBezTo>
                  <a:pt x="242" y="5"/>
                  <a:pt x="238" y="6"/>
                  <a:pt x="234" y="6"/>
                </a:cubicBezTo>
                <a:cubicBezTo>
                  <a:pt x="230" y="7"/>
                  <a:pt x="226" y="8"/>
                  <a:pt x="222" y="9"/>
                </a:cubicBezTo>
                <a:cubicBezTo>
                  <a:pt x="218" y="10"/>
                  <a:pt x="214" y="9"/>
                  <a:pt x="210" y="10"/>
                </a:cubicBezTo>
                <a:cubicBezTo>
                  <a:pt x="206" y="11"/>
                  <a:pt x="202" y="13"/>
                  <a:pt x="198" y="14"/>
                </a:cubicBezTo>
                <a:cubicBezTo>
                  <a:pt x="194" y="15"/>
                  <a:pt x="190" y="16"/>
                  <a:pt x="187" y="17"/>
                </a:cubicBezTo>
                <a:cubicBezTo>
                  <a:pt x="183" y="18"/>
                  <a:pt x="179" y="19"/>
                  <a:pt x="175" y="20"/>
                </a:cubicBezTo>
                <a:cubicBezTo>
                  <a:pt x="172" y="21"/>
                  <a:pt x="170" y="22"/>
                  <a:pt x="167" y="23"/>
                </a:cubicBezTo>
                <a:cubicBezTo>
                  <a:pt x="167" y="23"/>
                  <a:pt x="166" y="23"/>
                  <a:pt x="165" y="23"/>
                </a:cubicBezTo>
                <a:cubicBezTo>
                  <a:pt x="165" y="24"/>
                  <a:pt x="164" y="24"/>
                  <a:pt x="163" y="24"/>
                </a:cubicBezTo>
                <a:cubicBezTo>
                  <a:pt x="160" y="25"/>
                  <a:pt x="156" y="27"/>
                  <a:pt x="152" y="28"/>
                </a:cubicBezTo>
                <a:cubicBezTo>
                  <a:pt x="149" y="30"/>
                  <a:pt x="145" y="31"/>
                  <a:pt x="141" y="33"/>
                </a:cubicBezTo>
                <a:cubicBezTo>
                  <a:pt x="137" y="34"/>
                  <a:pt x="134" y="36"/>
                  <a:pt x="130" y="38"/>
                </a:cubicBezTo>
                <a:cubicBezTo>
                  <a:pt x="126" y="40"/>
                  <a:pt x="123" y="41"/>
                  <a:pt x="119" y="43"/>
                </a:cubicBezTo>
                <a:cubicBezTo>
                  <a:pt x="115" y="44"/>
                  <a:pt x="111" y="46"/>
                  <a:pt x="108" y="48"/>
                </a:cubicBezTo>
                <a:cubicBezTo>
                  <a:pt x="104" y="49"/>
                  <a:pt x="101" y="52"/>
                  <a:pt x="98" y="54"/>
                </a:cubicBezTo>
                <a:cubicBezTo>
                  <a:pt x="94" y="56"/>
                  <a:pt x="90" y="57"/>
                  <a:pt x="87" y="59"/>
                </a:cubicBezTo>
                <a:cubicBezTo>
                  <a:pt x="83" y="61"/>
                  <a:pt x="80" y="64"/>
                  <a:pt x="77" y="66"/>
                </a:cubicBezTo>
                <a:cubicBezTo>
                  <a:pt x="73" y="68"/>
                  <a:pt x="70" y="70"/>
                  <a:pt x="67" y="73"/>
                </a:cubicBezTo>
                <a:cubicBezTo>
                  <a:pt x="63" y="75"/>
                  <a:pt x="60" y="77"/>
                  <a:pt x="57" y="80"/>
                </a:cubicBezTo>
                <a:cubicBezTo>
                  <a:pt x="54" y="82"/>
                  <a:pt x="50" y="84"/>
                  <a:pt x="47" y="86"/>
                </a:cubicBezTo>
                <a:cubicBezTo>
                  <a:pt x="45" y="88"/>
                  <a:pt x="43" y="89"/>
                  <a:pt x="41" y="91"/>
                </a:cubicBezTo>
                <a:cubicBezTo>
                  <a:pt x="42" y="91"/>
                  <a:pt x="42" y="91"/>
                  <a:pt x="43" y="91"/>
                </a:cubicBezTo>
                <a:cubicBezTo>
                  <a:pt x="44" y="96"/>
                  <a:pt x="39" y="96"/>
                  <a:pt x="37" y="94"/>
                </a:cubicBezTo>
                <a:cubicBezTo>
                  <a:pt x="33" y="97"/>
                  <a:pt x="34" y="98"/>
                  <a:pt x="30" y="101"/>
                </a:cubicBezTo>
                <a:cubicBezTo>
                  <a:pt x="29" y="103"/>
                  <a:pt x="27" y="105"/>
                  <a:pt x="25" y="106"/>
                </a:cubicBezTo>
                <a:cubicBezTo>
                  <a:pt x="24" y="107"/>
                  <a:pt x="23" y="108"/>
                  <a:pt x="22" y="109"/>
                </a:cubicBezTo>
                <a:cubicBezTo>
                  <a:pt x="20" y="111"/>
                  <a:pt x="18" y="114"/>
                  <a:pt x="16" y="117"/>
                </a:cubicBezTo>
                <a:cubicBezTo>
                  <a:pt x="14" y="121"/>
                  <a:pt x="12" y="124"/>
                  <a:pt x="11" y="128"/>
                </a:cubicBezTo>
                <a:cubicBezTo>
                  <a:pt x="10" y="131"/>
                  <a:pt x="9" y="131"/>
                  <a:pt x="8" y="135"/>
                </a:cubicBezTo>
                <a:cubicBezTo>
                  <a:pt x="6" y="138"/>
                  <a:pt x="7" y="139"/>
                  <a:pt x="6" y="142"/>
                </a:cubicBezTo>
                <a:cubicBezTo>
                  <a:pt x="5" y="144"/>
                  <a:pt x="4" y="146"/>
                  <a:pt x="4" y="148"/>
                </a:cubicBezTo>
                <a:cubicBezTo>
                  <a:pt x="4" y="149"/>
                  <a:pt x="3" y="149"/>
                  <a:pt x="3" y="150"/>
                </a:cubicBezTo>
                <a:cubicBezTo>
                  <a:pt x="3" y="152"/>
                  <a:pt x="2" y="158"/>
                  <a:pt x="2" y="165"/>
                </a:cubicBezTo>
                <a:cubicBezTo>
                  <a:pt x="1" y="170"/>
                  <a:pt x="0" y="176"/>
                  <a:pt x="0" y="179"/>
                </a:cubicBezTo>
                <a:cubicBezTo>
                  <a:pt x="0" y="183"/>
                  <a:pt x="0" y="187"/>
                  <a:pt x="0" y="191"/>
                </a:cubicBezTo>
                <a:cubicBezTo>
                  <a:pt x="0" y="195"/>
                  <a:pt x="0" y="199"/>
                  <a:pt x="1" y="203"/>
                </a:cubicBezTo>
                <a:cubicBezTo>
                  <a:pt x="1" y="207"/>
                  <a:pt x="2" y="211"/>
                  <a:pt x="2" y="215"/>
                </a:cubicBezTo>
                <a:cubicBezTo>
                  <a:pt x="2" y="219"/>
                  <a:pt x="3" y="223"/>
                  <a:pt x="3" y="227"/>
                </a:cubicBezTo>
                <a:cubicBezTo>
                  <a:pt x="4" y="231"/>
                  <a:pt x="5" y="235"/>
                  <a:pt x="6" y="239"/>
                </a:cubicBezTo>
                <a:cubicBezTo>
                  <a:pt x="6" y="243"/>
                  <a:pt x="6" y="247"/>
                  <a:pt x="7" y="251"/>
                </a:cubicBezTo>
                <a:cubicBezTo>
                  <a:pt x="8" y="255"/>
                  <a:pt x="9" y="259"/>
                  <a:pt x="10" y="263"/>
                </a:cubicBezTo>
                <a:cubicBezTo>
                  <a:pt x="11" y="266"/>
                  <a:pt x="12" y="270"/>
                  <a:pt x="13" y="274"/>
                </a:cubicBezTo>
                <a:cubicBezTo>
                  <a:pt x="14" y="278"/>
                  <a:pt x="15" y="282"/>
                  <a:pt x="17" y="286"/>
                </a:cubicBezTo>
                <a:cubicBezTo>
                  <a:pt x="18" y="290"/>
                  <a:pt x="20" y="295"/>
                  <a:pt x="21" y="300"/>
                </a:cubicBezTo>
                <a:cubicBezTo>
                  <a:pt x="22" y="304"/>
                  <a:pt x="23" y="307"/>
                  <a:pt x="24" y="311"/>
                </a:cubicBezTo>
                <a:cubicBezTo>
                  <a:pt x="25" y="315"/>
                  <a:pt x="27" y="318"/>
                  <a:pt x="28" y="322"/>
                </a:cubicBezTo>
                <a:cubicBezTo>
                  <a:pt x="29" y="326"/>
                  <a:pt x="30" y="329"/>
                  <a:pt x="31" y="333"/>
                </a:cubicBezTo>
                <a:cubicBezTo>
                  <a:pt x="32" y="337"/>
                  <a:pt x="32" y="341"/>
                  <a:pt x="33" y="344"/>
                </a:cubicBezTo>
                <a:cubicBezTo>
                  <a:pt x="34" y="348"/>
                  <a:pt x="35" y="352"/>
                  <a:pt x="36" y="356"/>
                </a:cubicBezTo>
                <a:cubicBezTo>
                  <a:pt x="37" y="359"/>
                  <a:pt x="38" y="363"/>
                  <a:pt x="38" y="367"/>
                </a:cubicBezTo>
                <a:cubicBezTo>
                  <a:pt x="39" y="371"/>
                  <a:pt x="40" y="374"/>
                  <a:pt x="40" y="378"/>
                </a:cubicBezTo>
                <a:cubicBezTo>
                  <a:pt x="41" y="382"/>
                  <a:pt x="40" y="386"/>
                  <a:pt x="41" y="390"/>
                </a:cubicBezTo>
                <a:cubicBezTo>
                  <a:pt x="41" y="394"/>
                  <a:pt x="42" y="397"/>
                  <a:pt x="42" y="401"/>
                </a:cubicBezTo>
                <a:cubicBezTo>
                  <a:pt x="42" y="405"/>
                  <a:pt x="42" y="409"/>
                  <a:pt x="42" y="413"/>
                </a:cubicBezTo>
                <a:cubicBezTo>
                  <a:pt x="42" y="417"/>
                  <a:pt x="42" y="421"/>
                  <a:pt x="42" y="424"/>
                </a:cubicBezTo>
                <a:cubicBezTo>
                  <a:pt x="41" y="428"/>
                  <a:pt x="41" y="432"/>
                  <a:pt x="41" y="436"/>
                </a:cubicBezTo>
                <a:cubicBezTo>
                  <a:pt x="41" y="440"/>
                  <a:pt x="42" y="444"/>
                  <a:pt x="43" y="448"/>
                </a:cubicBezTo>
                <a:cubicBezTo>
                  <a:pt x="44" y="452"/>
                  <a:pt x="44" y="456"/>
                  <a:pt x="46" y="460"/>
                </a:cubicBezTo>
                <a:cubicBezTo>
                  <a:pt x="48" y="464"/>
                  <a:pt x="50" y="468"/>
                  <a:pt x="52" y="471"/>
                </a:cubicBezTo>
                <a:cubicBezTo>
                  <a:pt x="54" y="475"/>
                  <a:pt x="57" y="478"/>
                  <a:pt x="60" y="481"/>
                </a:cubicBezTo>
                <a:cubicBezTo>
                  <a:pt x="63" y="484"/>
                  <a:pt x="67" y="487"/>
                  <a:pt x="70" y="489"/>
                </a:cubicBezTo>
                <a:cubicBezTo>
                  <a:pt x="74" y="491"/>
                  <a:pt x="78" y="493"/>
                  <a:pt x="82" y="495"/>
                </a:cubicBezTo>
                <a:cubicBezTo>
                  <a:pt x="86" y="496"/>
                  <a:pt x="90" y="497"/>
                  <a:pt x="95" y="498"/>
                </a:cubicBezTo>
                <a:cubicBezTo>
                  <a:pt x="99" y="498"/>
                  <a:pt x="103" y="499"/>
                  <a:pt x="108" y="499"/>
                </a:cubicBezTo>
                <a:cubicBezTo>
                  <a:pt x="108" y="499"/>
                  <a:pt x="108" y="499"/>
                  <a:pt x="109" y="499"/>
                </a:cubicBezTo>
                <a:cubicBezTo>
                  <a:pt x="113" y="499"/>
                  <a:pt x="118" y="499"/>
                  <a:pt x="122" y="498"/>
                </a:cubicBezTo>
                <a:cubicBezTo>
                  <a:pt x="126" y="498"/>
                  <a:pt x="130" y="498"/>
                  <a:pt x="135" y="497"/>
                </a:cubicBezTo>
                <a:cubicBezTo>
                  <a:pt x="139" y="497"/>
                  <a:pt x="143" y="496"/>
                  <a:pt x="147" y="496"/>
                </a:cubicBezTo>
                <a:cubicBezTo>
                  <a:pt x="151" y="495"/>
                  <a:pt x="155" y="493"/>
                  <a:pt x="160" y="492"/>
                </a:cubicBezTo>
                <a:cubicBezTo>
                  <a:pt x="164" y="491"/>
                  <a:pt x="168" y="490"/>
                  <a:pt x="172" y="489"/>
                </a:cubicBezTo>
                <a:cubicBezTo>
                  <a:pt x="176" y="489"/>
                  <a:pt x="179" y="488"/>
                  <a:pt x="183" y="487"/>
                </a:cubicBezTo>
                <a:cubicBezTo>
                  <a:pt x="186" y="486"/>
                  <a:pt x="190" y="485"/>
                  <a:pt x="193" y="485"/>
                </a:cubicBezTo>
                <a:cubicBezTo>
                  <a:pt x="197" y="484"/>
                  <a:pt x="200" y="484"/>
                  <a:pt x="204" y="484"/>
                </a:cubicBezTo>
                <a:cubicBezTo>
                  <a:pt x="207" y="483"/>
                  <a:pt x="207" y="482"/>
                  <a:pt x="211" y="482"/>
                </a:cubicBezTo>
                <a:cubicBezTo>
                  <a:pt x="214" y="481"/>
                  <a:pt x="214" y="482"/>
                  <a:pt x="218" y="481"/>
                </a:cubicBezTo>
                <a:cubicBezTo>
                  <a:pt x="221" y="481"/>
                  <a:pt x="221" y="481"/>
                  <a:pt x="225" y="480"/>
                </a:cubicBezTo>
                <a:cubicBezTo>
                  <a:pt x="230" y="479"/>
                  <a:pt x="230" y="478"/>
                  <a:pt x="236" y="477"/>
                </a:cubicBezTo>
                <a:cubicBezTo>
                  <a:pt x="238" y="476"/>
                  <a:pt x="238" y="476"/>
                  <a:pt x="240" y="475"/>
                </a:cubicBezTo>
                <a:cubicBezTo>
                  <a:pt x="243" y="475"/>
                  <a:pt x="243" y="475"/>
                  <a:pt x="245" y="475"/>
                </a:cubicBezTo>
                <a:cubicBezTo>
                  <a:pt x="248" y="474"/>
                  <a:pt x="248" y="475"/>
                  <a:pt x="250" y="474"/>
                </a:cubicBezTo>
                <a:cubicBezTo>
                  <a:pt x="254" y="474"/>
                  <a:pt x="257" y="472"/>
                  <a:pt x="261" y="471"/>
                </a:cubicBezTo>
                <a:cubicBezTo>
                  <a:pt x="265" y="471"/>
                  <a:pt x="269" y="470"/>
                  <a:pt x="273" y="470"/>
                </a:cubicBezTo>
                <a:cubicBezTo>
                  <a:pt x="276" y="469"/>
                  <a:pt x="280" y="468"/>
                  <a:pt x="284" y="467"/>
                </a:cubicBezTo>
                <a:cubicBezTo>
                  <a:pt x="288" y="466"/>
                  <a:pt x="292" y="467"/>
                  <a:pt x="295" y="466"/>
                </a:cubicBezTo>
                <a:cubicBezTo>
                  <a:pt x="299" y="465"/>
                  <a:pt x="303" y="464"/>
                  <a:pt x="307" y="464"/>
                </a:cubicBezTo>
                <a:cubicBezTo>
                  <a:pt x="310" y="463"/>
                  <a:pt x="314" y="462"/>
                  <a:pt x="318" y="461"/>
                </a:cubicBezTo>
                <a:cubicBezTo>
                  <a:pt x="322" y="461"/>
                  <a:pt x="325" y="460"/>
                  <a:pt x="329" y="459"/>
                </a:cubicBezTo>
                <a:cubicBezTo>
                  <a:pt x="333" y="458"/>
                  <a:pt x="337" y="458"/>
                  <a:pt x="341" y="458"/>
                </a:cubicBezTo>
                <a:cubicBezTo>
                  <a:pt x="345" y="457"/>
                  <a:pt x="348" y="456"/>
                  <a:pt x="352" y="455"/>
                </a:cubicBezTo>
                <a:cubicBezTo>
                  <a:pt x="356" y="454"/>
                  <a:pt x="360" y="454"/>
                  <a:pt x="364" y="454"/>
                </a:cubicBezTo>
                <a:cubicBezTo>
                  <a:pt x="367" y="453"/>
                  <a:pt x="371" y="453"/>
                  <a:pt x="375" y="452"/>
                </a:cubicBezTo>
                <a:cubicBezTo>
                  <a:pt x="379" y="452"/>
                  <a:pt x="382" y="450"/>
                  <a:pt x="386" y="450"/>
                </a:cubicBezTo>
                <a:cubicBezTo>
                  <a:pt x="390" y="449"/>
                  <a:pt x="394" y="449"/>
                  <a:pt x="398" y="448"/>
                </a:cubicBezTo>
                <a:cubicBezTo>
                  <a:pt x="402" y="448"/>
                  <a:pt x="405" y="446"/>
                  <a:pt x="409" y="446"/>
                </a:cubicBezTo>
                <a:cubicBezTo>
                  <a:pt x="413" y="445"/>
                  <a:pt x="417" y="445"/>
                  <a:pt x="420" y="444"/>
                </a:cubicBezTo>
                <a:cubicBezTo>
                  <a:pt x="424" y="443"/>
                  <a:pt x="428" y="443"/>
                  <a:pt x="432" y="442"/>
                </a:cubicBezTo>
                <a:cubicBezTo>
                  <a:pt x="436" y="442"/>
                  <a:pt x="439" y="442"/>
                  <a:pt x="443" y="441"/>
                </a:cubicBezTo>
                <a:cubicBezTo>
                  <a:pt x="447" y="441"/>
                  <a:pt x="451" y="439"/>
                  <a:pt x="454" y="439"/>
                </a:cubicBezTo>
                <a:cubicBezTo>
                  <a:pt x="457" y="439"/>
                  <a:pt x="461" y="439"/>
                  <a:pt x="464" y="438"/>
                </a:cubicBezTo>
                <a:cubicBezTo>
                  <a:pt x="468" y="438"/>
                  <a:pt x="471" y="437"/>
                  <a:pt x="474" y="437"/>
                </a:cubicBezTo>
                <a:cubicBezTo>
                  <a:pt x="478" y="437"/>
                  <a:pt x="481" y="437"/>
                  <a:pt x="485" y="436"/>
                </a:cubicBezTo>
                <a:cubicBezTo>
                  <a:pt x="489" y="436"/>
                  <a:pt x="493" y="435"/>
                  <a:pt x="497" y="434"/>
                </a:cubicBezTo>
                <a:cubicBezTo>
                  <a:pt x="502" y="434"/>
                  <a:pt x="506" y="433"/>
                  <a:pt x="510" y="433"/>
                </a:cubicBezTo>
                <a:cubicBezTo>
                  <a:pt x="516" y="432"/>
                  <a:pt x="520" y="431"/>
                  <a:pt x="522" y="430"/>
                </a:cubicBezTo>
                <a:cubicBezTo>
                  <a:pt x="526" y="430"/>
                  <a:pt x="530" y="429"/>
                  <a:pt x="534" y="429"/>
                </a:cubicBezTo>
                <a:cubicBezTo>
                  <a:pt x="538" y="428"/>
                  <a:pt x="542" y="428"/>
                  <a:pt x="546" y="428"/>
                </a:cubicBezTo>
                <a:cubicBezTo>
                  <a:pt x="550" y="427"/>
                  <a:pt x="554" y="427"/>
                  <a:pt x="557" y="426"/>
                </a:cubicBezTo>
                <a:cubicBezTo>
                  <a:pt x="563" y="426"/>
                  <a:pt x="567" y="425"/>
                  <a:pt x="569" y="425"/>
                </a:cubicBezTo>
                <a:cubicBezTo>
                  <a:pt x="570" y="425"/>
                  <a:pt x="570" y="426"/>
                  <a:pt x="571" y="426"/>
                </a:cubicBezTo>
                <a:cubicBezTo>
                  <a:pt x="575" y="425"/>
                  <a:pt x="575" y="425"/>
                  <a:pt x="579" y="424"/>
                </a:cubicBezTo>
                <a:cubicBezTo>
                  <a:pt x="583" y="424"/>
                  <a:pt x="587" y="424"/>
                  <a:pt x="591" y="423"/>
                </a:cubicBezTo>
                <a:cubicBezTo>
                  <a:pt x="594" y="423"/>
                  <a:pt x="598" y="422"/>
                  <a:pt x="602" y="422"/>
                </a:cubicBezTo>
                <a:cubicBezTo>
                  <a:pt x="606" y="421"/>
                  <a:pt x="610" y="422"/>
                  <a:pt x="614" y="421"/>
                </a:cubicBezTo>
                <a:cubicBezTo>
                  <a:pt x="617" y="421"/>
                  <a:pt x="621" y="419"/>
                  <a:pt x="625" y="419"/>
                </a:cubicBezTo>
                <a:cubicBezTo>
                  <a:pt x="629" y="418"/>
                  <a:pt x="633" y="419"/>
                  <a:pt x="636" y="419"/>
                </a:cubicBezTo>
                <a:cubicBezTo>
                  <a:pt x="640" y="418"/>
                  <a:pt x="644" y="418"/>
                  <a:pt x="648" y="417"/>
                </a:cubicBezTo>
                <a:cubicBezTo>
                  <a:pt x="652" y="417"/>
                  <a:pt x="656" y="416"/>
                  <a:pt x="659" y="416"/>
                </a:cubicBezTo>
                <a:cubicBezTo>
                  <a:pt x="664" y="416"/>
                  <a:pt x="668" y="415"/>
                  <a:pt x="672" y="414"/>
                </a:cubicBezTo>
                <a:cubicBezTo>
                  <a:pt x="676" y="414"/>
                  <a:pt x="681" y="415"/>
                  <a:pt x="685" y="414"/>
                </a:cubicBezTo>
                <a:cubicBezTo>
                  <a:pt x="689" y="414"/>
                  <a:pt x="693" y="413"/>
                  <a:pt x="697" y="413"/>
                </a:cubicBezTo>
                <a:cubicBezTo>
                  <a:pt x="702" y="412"/>
                  <a:pt x="706" y="412"/>
                  <a:pt x="710" y="412"/>
                </a:cubicBezTo>
                <a:cubicBezTo>
                  <a:pt x="715" y="412"/>
                  <a:pt x="719" y="412"/>
                  <a:pt x="723" y="411"/>
                </a:cubicBezTo>
                <a:cubicBezTo>
                  <a:pt x="727" y="411"/>
                  <a:pt x="731" y="411"/>
                  <a:pt x="735" y="411"/>
                </a:cubicBezTo>
                <a:cubicBezTo>
                  <a:pt x="739" y="411"/>
                  <a:pt x="742" y="411"/>
                  <a:pt x="746" y="411"/>
                </a:cubicBezTo>
                <a:cubicBezTo>
                  <a:pt x="750" y="411"/>
                  <a:pt x="754" y="410"/>
                  <a:pt x="758" y="410"/>
                </a:cubicBezTo>
                <a:cubicBezTo>
                  <a:pt x="762" y="409"/>
                  <a:pt x="766" y="409"/>
                  <a:pt x="770" y="409"/>
                </a:cubicBezTo>
                <a:cubicBezTo>
                  <a:pt x="774" y="409"/>
                  <a:pt x="778" y="409"/>
                  <a:pt x="782" y="409"/>
                </a:cubicBezTo>
                <a:cubicBezTo>
                  <a:pt x="786" y="409"/>
                  <a:pt x="790" y="408"/>
                  <a:pt x="794" y="408"/>
                </a:cubicBezTo>
                <a:cubicBezTo>
                  <a:pt x="799" y="408"/>
                  <a:pt x="803" y="408"/>
                  <a:pt x="807" y="408"/>
                </a:cubicBezTo>
                <a:cubicBezTo>
                  <a:pt x="811" y="408"/>
                  <a:pt x="816" y="408"/>
                  <a:pt x="820" y="408"/>
                </a:cubicBezTo>
                <a:cubicBezTo>
                  <a:pt x="824" y="408"/>
                  <a:pt x="828" y="408"/>
                  <a:pt x="832" y="408"/>
                </a:cubicBezTo>
                <a:cubicBezTo>
                  <a:pt x="836" y="408"/>
                  <a:pt x="840" y="409"/>
                  <a:pt x="844" y="409"/>
                </a:cubicBezTo>
                <a:cubicBezTo>
                  <a:pt x="848" y="409"/>
                  <a:pt x="852" y="408"/>
                  <a:pt x="856" y="408"/>
                </a:cubicBezTo>
                <a:cubicBezTo>
                  <a:pt x="860" y="408"/>
                  <a:pt x="864" y="409"/>
                  <a:pt x="868" y="409"/>
                </a:cubicBezTo>
                <a:cubicBezTo>
                  <a:pt x="872" y="409"/>
                  <a:pt x="876" y="410"/>
                  <a:pt x="880" y="410"/>
                </a:cubicBezTo>
                <a:cubicBezTo>
                  <a:pt x="884" y="410"/>
                  <a:pt x="888" y="410"/>
                  <a:pt x="892" y="410"/>
                </a:cubicBezTo>
                <a:cubicBezTo>
                  <a:pt x="896" y="410"/>
                  <a:pt x="900" y="411"/>
                  <a:pt x="904" y="411"/>
                </a:cubicBezTo>
                <a:cubicBezTo>
                  <a:pt x="908" y="411"/>
                  <a:pt x="912" y="411"/>
                  <a:pt x="916" y="411"/>
                </a:cubicBezTo>
                <a:cubicBezTo>
                  <a:pt x="920" y="412"/>
                  <a:pt x="924" y="412"/>
                  <a:pt x="928" y="412"/>
                </a:cubicBezTo>
                <a:cubicBezTo>
                  <a:pt x="932" y="412"/>
                  <a:pt x="936" y="412"/>
                  <a:pt x="940" y="413"/>
                </a:cubicBezTo>
                <a:cubicBezTo>
                  <a:pt x="944" y="413"/>
                  <a:pt x="948" y="413"/>
                  <a:pt x="952" y="413"/>
                </a:cubicBezTo>
                <a:cubicBezTo>
                  <a:pt x="956" y="414"/>
                  <a:pt x="960" y="414"/>
                  <a:pt x="964" y="414"/>
                </a:cubicBezTo>
                <a:cubicBezTo>
                  <a:pt x="968" y="414"/>
                  <a:pt x="972" y="415"/>
                  <a:pt x="976" y="415"/>
                </a:cubicBezTo>
                <a:cubicBezTo>
                  <a:pt x="980" y="415"/>
                  <a:pt x="984" y="416"/>
                  <a:pt x="988" y="416"/>
                </a:cubicBezTo>
                <a:cubicBezTo>
                  <a:pt x="992" y="416"/>
                  <a:pt x="996" y="417"/>
                  <a:pt x="1000" y="417"/>
                </a:cubicBezTo>
                <a:cubicBezTo>
                  <a:pt x="1004" y="418"/>
                  <a:pt x="1008" y="418"/>
                  <a:pt x="1012" y="418"/>
                </a:cubicBezTo>
                <a:cubicBezTo>
                  <a:pt x="1016" y="419"/>
                  <a:pt x="1020" y="419"/>
                  <a:pt x="1024" y="419"/>
                </a:cubicBezTo>
                <a:cubicBezTo>
                  <a:pt x="1028" y="419"/>
                  <a:pt x="1032" y="420"/>
                  <a:pt x="1036" y="420"/>
                </a:cubicBezTo>
                <a:cubicBezTo>
                  <a:pt x="1040" y="420"/>
                  <a:pt x="1044" y="421"/>
                  <a:pt x="1048" y="421"/>
                </a:cubicBezTo>
                <a:cubicBezTo>
                  <a:pt x="1052" y="422"/>
                  <a:pt x="1056" y="423"/>
                  <a:pt x="1060" y="423"/>
                </a:cubicBezTo>
                <a:cubicBezTo>
                  <a:pt x="1064" y="423"/>
                  <a:pt x="1068" y="424"/>
                  <a:pt x="1072" y="425"/>
                </a:cubicBezTo>
                <a:cubicBezTo>
                  <a:pt x="1076" y="425"/>
                  <a:pt x="1080" y="425"/>
                  <a:pt x="1084" y="425"/>
                </a:cubicBezTo>
                <a:cubicBezTo>
                  <a:pt x="1088" y="426"/>
                  <a:pt x="1092" y="426"/>
                  <a:pt x="1096" y="427"/>
                </a:cubicBezTo>
                <a:cubicBezTo>
                  <a:pt x="1100" y="427"/>
                  <a:pt x="1104" y="428"/>
                  <a:pt x="1108" y="428"/>
                </a:cubicBezTo>
                <a:cubicBezTo>
                  <a:pt x="1112" y="429"/>
                  <a:pt x="1116" y="429"/>
                  <a:pt x="1120" y="429"/>
                </a:cubicBezTo>
                <a:cubicBezTo>
                  <a:pt x="1124" y="430"/>
                  <a:pt x="1128" y="430"/>
                  <a:pt x="1132" y="431"/>
                </a:cubicBezTo>
                <a:cubicBezTo>
                  <a:pt x="1136" y="431"/>
                  <a:pt x="1140" y="433"/>
                  <a:pt x="1144" y="433"/>
                </a:cubicBezTo>
                <a:cubicBezTo>
                  <a:pt x="1148" y="434"/>
                  <a:pt x="1152" y="434"/>
                  <a:pt x="1156" y="435"/>
                </a:cubicBezTo>
                <a:cubicBezTo>
                  <a:pt x="1160" y="435"/>
                  <a:pt x="1164" y="435"/>
                  <a:pt x="1168" y="436"/>
                </a:cubicBezTo>
                <a:cubicBezTo>
                  <a:pt x="1172" y="436"/>
                  <a:pt x="1176" y="437"/>
                  <a:pt x="1180" y="437"/>
                </a:cubicBezTo>
                <a:cubicBezTo>
                  <a:pt x="1184" y="438"/>
                  <a:pt x="1188" y="439"/>
                  <a:pt x="1192" y="439"/>
                </a:cubicBezTo>
                <a:cubicBezTo>
                  <a:pt x="1196" y="440"/>
                  <a:pt x="1200" y="440"/>
                  <a:pt x="1204" y="441"/>
                </a:cubicBezTo>
                <a:cubicBezTo>
                  <a:pt x="1208" y="442"/>
                  <a:pt x="1212" y="442"/>
                  <a:pt x="1215" y="443"/>
                </a:cubicBezTo>
                <a:cubicBezTo>
                  <a:pt x="1219" y="444"/>
                  <a:pt x="1223" y="444"/>
                  <a:pt x="1227" y="444"/>
                </a:cubicBezTo>
                <a:cubicBezTo>
                  <a:pt x="1231" y="445"/>
                  <a:pt x="1235" y="445"/>
                  <a:pt x="1239" y="446"/>
                </a:cubicBezTo>
                <a:cubicBezTo>
                  <a:pt x="1243" y="447"/>
                  <a:pt x="1247" y="447"/>
                  <a:pt x="1251" y="448"/>
                </a:cubicBezTo>
                <a:cubicBezTo>
                  <a:pt x="1255" y="448"/>
                  <a:pt x="1259" y="449"/>
                  <a:pt x="1263" y="450"/>
                </a:cubicBezTo>
                <a:cubicBezTo>
                  <a:pt x="1267" y="450"/>
                  <a:pt x="1271" y="451"/>
                  <a:pt x="1275" y="452"/>
                </a:cubicBezTo>
                <a:cubicBezTo>
                  <a:pt x="1279" y="452"/>
                  <a:pt x="1283" y="453"/>
                  <a:pt x="1287" y="454"/>
                </a:cubicBezTo>
                <a:cubicBezTo>
                  <a:pt x="1291" y="455"/>
                  <a:pt x="1295" y="456"/>
                  <a:pt x="1298" y="456"/>
                </a:cubicBezTo>
                <a:cubicBezTo>
                  <a:pt x="1302" y="457"/>
                  <a:pt x="1306" y="458"/>
                  <a:pt x="1310" y="458"/>
                </a:cubicBezTo>
                <a:cubicBezTo>
                  <a:pt x="1314" y="459"/>
                  <a:pt x="1318" y="459"/>
                  <a:pt x="1322" y="460"/>
                </a:cubicBezTo>
                <a:cubicBezTo>
                  <a:pt x="1326" y="460"/>
                  <a:pt x="1330" y="462"/>
                  <a:pt x="1334" y="463"/>
                </a:cubicBezTo>
                <a:cubicBezTo>
                  <a:pt x="1338" y="463"/>
                  <a:pt x="1342" y="463"/>
                  <a:pt x="1346" y="464"/>
                </a:cubicBezTo>
                <a:cubicBezTo>
                  <a:pt x="1350" y="465"/>
                  <a:pt x="1354" y="465"/>
                  <a:pt x="1358" y="466"/>
                </a:cubicBezTo>
                <a:cubicBezTo>
                  <a:pt x="1362" y="467"/>
                  <a:pt x="1366" y="468"/>
                  <a:pt x="1370" y="469"/>
                </a:cubicBezTo>
                <a:cubicBezTo>
                  <a:pt x="1373" y="470"/>
                  <a:pt x="1378" y="470"/>
                  <a:pt x="1381" y="471"/>
                </a:cubicBezTo>
                <a:cubicBezTo>
                  <a:pt x="1385" y="471"/>
                  <a:pt x="1389" y="472"/>
                  <a:pt x="1393" y="473"/>
                </a:cubicBezTo>
                <a:cubicBezTo>
                  <a:pt x="1397" y="474"/>
                  <a:pt x="1401" y="475"/>
                  <a:pt x="1405" y="476"/>
                </a:cubicBezTo>
                <a:cubicBezTo>
                  <a:pt x="1409" y="476"/>
                  <a:pt x="1413" y="477"/>
                  <a:pt x="1417" y="477"/>
                </a:cubicBezTo>
                <a:cubicBezTo>
                  <a:pt x="1421" y="478"/>
                  <a:pt x="1425" y="479"/>
                  <a:pt x="1429" y="480"/>
                </a:cubicBezTo>
                <a:cubicBezTo>
                  <a:pt x="1433" y="481"/>
                  <a:pt x="1437" y="481"/>
                  <a:pt x="1441" y="482"/>
                </a:cubicBezTo>
                <a:cubicBezTo>
                  <a:pt x="1445" y="483"/>
                  <a:pt x="1448" y="484"/>
                  <a:pt x="1452" y="485"/>
                </a:cubicBezTo>
                <a:cubicBezTo>
                  <a:pt x="1456" y="486"/>
                  <a:pt x="1460" y="487"/>
                  <a:pt x="1464" y="488"/>
                </a:cubicBezTo>
                <a:cubicBezTo>
                  <a:pt x="1468" y="489"/>
                  <a:pt x="1472" y="490"/>
                  <a:pt x="1476" y="490"/>
                </a:cubicBezTo>
                <a:cubicBezTo>
                  <a:pt x="1477" y="491"/>
                  <a:pt x="1477" y="490"/>
                  <a:pt x="1478" y="490"/>
                </a:cubicBezTo>
                <a:cubicBezTo>
                  <a:pt x="1482" y="491"/>
                  <a:pt x="1486" y="492"/>
                  <a:pt x="1490" y="493"/>
                </a:cubicBezTo>
                <a:cubicBezTo>
                  <a:pt x="1494" y="494"/>
                  <a:pt x="1498" y="494"/>
                  <a:pt x="1502" y="495"/>
                </a:cubicBezTo>
                <a:cubicBezTo>
                  <a:pt x="1506" y="496"/>
                  <a:pt x="1510" y="496"/>
                  <a:pt x="1513" y="497"/>
                </a:cubicBezTo>
                <a:cubicBezTo>
                  <a:pt x="1517" y="497"/>
                  <a:pt x="1522" y="497"/>
                  <a:pt x="1526" y="497"/>
                </a:cubicBezTo>
                <a:cubicBezTo>
                  <a:pt x="1529" y="497"/>
                  <a:pt x="1533" y="497"/>
                  <a:pt x="1536" y="497"/>
                </a:cubicBezTo>
                <a:cubicBezTo>
                  <a:pt x="1540" y="496"/>
                  <a:pt x="1543" y="495"/>
                  <a:pt x="1546" y="494"/>
                </a:cubicBezTo>
                <a:cubicBezTo>
                  <a:pt x="1550" y="493"/>
                  <a:pt x="1553" y="493"/>
                  <a:pt x="1556" y="492"/>
                </a:cubicBezTo>
                <a:cubicBezTo>
                  <a:pt x="1560" y="490"/>
                  <a:pt x="1563" y="488"/>
                  <a:pt x="1566" y="486"/>
                </a:cubicBezTo>
                <a:cubicBezTo>
                  <a:pt x="1569" y="484"/>
                  <a:pt x="1572" y="481"/>
                  <a:pt x="1575" y="479"/>
                </a:cubicBezTo>
                <a:cubicBezTo>
                  <a:pt x="1578" y="476"/>
                  <a:pt x="1582" y="473"/>
                  <a:pt x="1584" y="469"/>
                </a:cubicBezTo>
                <a:cubicBezTo>
                  <a:pt x="1586" y="466"/>
                  <a:pt x="1588" y="462"/>
                  <a:pt x="1590" y="458"/>
                </a:cubicBezTo>
                <a:cubicBezTo>
                  <a:pt x="1591" y="454"/>
                  <a:pt x="1591" y="450"/>
                  <a:pt x="1592" y="446"/>
                </a:cubicBezTo>
                <a:cubicBezTo>
                  <a:pt x="1593" y="442"/>
                  <a:pt x="1594" y="438"/>
                  <a:pt x="1594" y="433"/>
                </a:cubicBezTo>
                <a:cubicBezTo>
                  <a:pt x="1594" y="429"/>
                  <a:pt x="1595" y="425"/>
                  <a:pt x="1595" y="421"/>
                </a:cubicBezTo>
                <a:cubicBezTo>
                  <a:pt x="1594" y="417"/>
                  <a:pt x="1594" y="412"/>
                  <a:pt x="1594" y="408"/>
                </a:cubicBezTo>
                <a:cubicBezTo>
                  <a:pt x="1594" y="404"/>
                  <a:pt x="1593" y="400"/>
                  <a:pt x="1593" y="396"/>
                </a:cubicBezTo>
                <a:cubicBezTo>
                  <a:pt x="1593" y="392"/>
                  <a:pt x="1594" y="388"/>
                  <a:pt x="1595" y="384"/>
                </a:cubicBezTo>
                <a:cubicBezTo>
                  <a:pt x="1595" y="380"/>
                  <a:pt x="1595" y="376"/>
                  <a:pt x="1596" y="372"/>
                </a:cubicBezTo>
                <a:cubicBezTo>
                  <a:pt x="1597" y="368"/>
                  <a:pt x="1597" y="364"/>
                  <a:pt x="1597" y="360"/>
                </a:cubicBezTo>
                <a:cubicBezTo>
                  <a:pt x="1598" y="357"/>
                  <a:pt x="1599" y="353"/>
                  <a:pt x="1600" y="349"/>
                </a:cubicBezTo>
                <a:cubicBezTo>
                  <a:pt x="1601" y="345"/>
                  <a:pt x="1602" y="341"/>
                  <a:pt x="1603" y="337"/>
                </a:cubicBezTo>
                <a:cubicBezTo>
                  <a:pt x="1604" y="333"/>
                  <a:pt x="1605" y="329"/>
                  <a:pt x="1606" y="326"/>
                </a:cubicBezTo>
                <a:cubicBezTo>
                  <a:pt x="1607" y="322"/>
                  <a:pt x="1609" y="318"/>
                  <a:pt x="1610" y="314"/>
                </a:cubicBezTo>
                <a:cubicBezTo>
                  <a:pt x="1611" y="310"/>
                  <a:pt x="1612" y="306"/>
                  <a:pt x="1613" y="303"/>
                </a:cubicBezTo>
                <a:cubicBezTo>
                  <a:pt x="1615" y="298"/>
                  <a:pt x="1616" y="293"/>
                  <a:pt x="1617" y="289"/>
                </a:cubicBezTo>
                <a:cubicBezTo>
                  <a:pt x="1619" y="284"/>
                  <a:pt x="1620" y="280"/>
                  <a:pt x="1621" y="275"/>
                </a:cubicBezTo>
                <a:cubicBezTo>
                  <a:pt x="1622" y="271"/>
                  <a:pt x="1624" y="267"/>
                  <a:pt x="1626" y="263"/>
                </a:cubicBezTo>
                <a:cubicBezTo>
                  <a:pt x="1627" y="259"/>
                  <a:pt x="1627" y="255"/>
                  <a:pt x="1628" y="251"/>
                </a:cubicBezTo>
                <a:cubicBezTo>
                  <a:pt x="1629" y="247"/>
                  <a:pt x="1630" y="243"/>
                  <a:pt x="1630" y="239"/>
                </a:cubicBezTo>
                <a:cubicBezTo>
                  <a:pt x="1631" y="235"/>
                  <a:pt x="1632" y="231"/>
                  <a:pt x="1632" y="227"/>
                </a:cubicBezTo>
                <a:cubicBezTo>
                  <a:pt x="1633" y="222"/>
                  <a:pt x="1633" y="218"/>
                  <a:pt x="1634" y="214"/>
                </a:cubicBezTo>
                <a:cubicBezTo>
                  <a:pt x="1634" y="210"/>
                  <a:pt x="1635" y="206"/>
                  <a:pt x="1635" y="202"/>
                </a:cubicBezTo>
                <a:cubicBezTo>
                  <a:pt x="1635" y="197"/>
                  <a:pt x="1635" y="193"/>
                  <a:pt x="1635" y="189"/>
                </a:cubicBezTo>
                <a:cubicBezTo>
                  <a:pt x="1635" y="185"/>
                  <a:pt x="1635" y="181"/>
                  <a:pt x="1635" y="177"/>
                </a:cubicBezTo>
                <a:close/>
                <a:moveTo>
                  <a:pt x="1607" y="111"/>
                </a:moveTo>
                <a:cubicBezTo>
                  <a:pt x="1611" y="110"/>
                  <a:pt x="1612" y="116"/>
                  <a:pt x="1609" y="117"/>
                </a:cubicBezTo>
                <a:cubicBezTo>
                  <a:pt x="1606" y="118"/>
                  <a:pt x="1602" y="112"/>
                  <a:pt x="1607" y="111"/>
                </a:cubicBezTo>
                <a:close/>
                <a:moveTo>
                  <a:pt x="1595" y="103"/>
                </a:moveTo>
                <a:cubicBezTo>
                  <a:pt x="1600" y="102"/>
                  <a:pt x="1604" y="110"/>
                  <a:pt x="1601" y="111"/>
                </a:cubicBezTo>
                <a:cubicBezTo>
                  <a:pt x="1602" y="106"/>
                  <a:pt x="1594" y="109"/>
                  <a:pt x="1595" y="103"/>
                </a:cubicBezTo>
                <a:close/>
                <a:moveTo>
                  <a:pt x="1537" y="57"/>
                </a:moveTo>
                <a:cubicBezTo>
                  <a:pt x="1538" y="57"/>
                  <a:pt x="1539" y="59"/>
                  <a:pt x="1539" y="61"/>
                </a:cubicBezTo>
                <a:cubicBezTo>
                  <a:pt x="1536" y="65"/>
                  <a:pt x="1532" y="57"/>
                  <a:pt x="1537" y="57"/>
                </a:cubicBezTo>
                <a:close/>
                <a:moveTo>
                  <a:pt x="1268" y="23"/>
                </a:moveTo>
                <a:cubicBezTo>
                  <a:pt x="1269" y="23"/>
                  <a:pt x="1269" y="23"/>
                  <a:pt x="1270" y="23"/>
                </a:cubicBezTo>
                <a:cubicBezTo>
                  <a:pt x="1269" y="24"/>
                  <a:pt x="1269" y="25"/>
                  <a:pt x="1267" y="25"/>
                </a:cubicBezTo>
                <a:cubicBezTo>
                  <a:pt x="1267" y="23"/>
                  <a:pt x="1268" y="23"/>
                  <a:pt x="1268" y="23"/>
                </a:cubicBezTo>
                <a:close/>
                <a:moveTo>
                  <a:pt x="1259" y="133"/>
                </a:moveTo>
                <a:cubicBezTo>
                  <a:pt x="1257" y="129"/>
                  <a:pt x="1257" y="124"/>
                  <a:pt x="1257" y="124"/>
                </a:cubicBezTo>
                <a:cubicBezTo>
                  <a:pt x="1257" y="124"/>
                  <a:pt x="1256" y="124"/>
                  <a:pt x="1256" y="124"/>
                </a:cubicBezTo>
                <a:cubicBezTo>
                  <a:pt x="1256" y="122"/>
                  <a:pt x="1256" y="120"/>
                  <a:pt x="1255" y="116"/>
                </a:cubicBezTo>
                <a:cubicBezTo>
                  <a:pt x="1254" y="113"/>
                  <a:pt x="1254" y="113"/>
                  <a:pt x="1254" y="110"/>
                </a:cubicBezTo>
                <a:cubicBezTo>
                  <a:pt x="1253" y="107"/>
                  <a:pt x="1254" y="107"/>
                  <a:pt x="1253" y="104"/>
                </a:cubicBezTo>
                <a:cubicBezTo>
                  <a:pt x="1253" y="103"/>
                  <a:pt x="1252" y="99"/>
                  <a:pt x="1252" y="95"/>
                </a:cubicBezTo>
                <a:cubicBezTo>
                  <a:pt x="1251" y="91"/>
                  <a:pt x="1252" y="87"/>
                  <a:pt x="1252" y="86"/>
                </a:cubicBezTo>
                <a:cubicBezTo>
                  <a:pt x="1252" y="84"/>
                  <a:pt x="1250" y="84"/>
                  <a:pt x="1252" y="82"/>
                </a:cubicBezTo>
                <a:cubicBezTo>
                  <a:pt x="1254" y="84"/>
                  <a:pt x="1255" y="87"/>
                  <a:pt x="1258" y="88"/>
                </a:cubicBezTo>
                <a:cubicBezTo>
                  <a:pt x="1261" y="91"/>
                  <a:pt x="1265" y="92"/>
                  <a:pt x="1269" y="94"/>
                </a:cubicBezTo>
                <a:cubicBezTo>
                  <a:pt x="1272" y="96"/>
                  <a:pt x="1275" y="98"/>
                  <a:pt x="1279" y="100"/>
                </a:cubicBezTo>
                <a:cubicBezTo>
                  <a:pt x="1283" y="102"/>
                  <a:pt x="1286" y="103"/>
                  <a:pt x="1290" y="105"/>
                </a:cubicBezTo>
                <a:cubicBezTo>
                  <a:pt x="1294" y="107"/>
                  <a:pt x="1297" y="108"/>
                  <a:pt x="1301" y="109"/>
                </a:cubicBezTo>
                <a:cubicBezTo>
                  <a:pt x="1305" y="111"/>
                  <a:pt x="1309" y="112"/>
                  <a:pt x="1312" y="113"/>
                </a:cubicBezTo>
                <a:cubicBezTo>
                  <a:pt x="1316" y="115"/>
                  <a:pt x="1320" y="116"/>
                  <a:pt x="1324" y="117"/>
                </a:cubicBezTo>
                <a:cubicBezTo>
                  <a:pt x="1328" y="118"/>
                  <a:pt x="1331" y="120"/>
                  <a:pt x="1335" y="121"/>
                </a:cubicBezTo>
                <a:cubicBezTo>
                  <a:pt x="1339" y="122"/>
                  <a:pt x="1343" y="123"/>
                  <a:pt x="1347" y="125"/>
                </a:cubicBezTo>
                <a:cubicBezTo>
                  <a:pt x="1351" y="126"/>
                  <a:pt x="1355" y="126"/>
                  <a:pt x="1358" y="127"/>
                </a:cubicBezTo>
                <a:cubicBezTo>
                  <a:pt x="1362" y="128"/>
                  <a:pt x="1366" y="129"/>
                  <a:pt x="1369" y="130"/>
                </a:cubicBezTo>
                <a:cubicBezTo>
                  <a:pt x="1373" y="131"/>
                  <a:pt x="1377" y="131"/>
                  <a:pt x="1381" y="132"/>
                </a:cubicBezTo>
                <a:cubicBezTo>
                  <a:pt x="1384" y="132"/>
                  <a:pt x="1388" y="133"/>
                  <a:pt x="1392" y="133"/>
                </a:cubicBezTo>
                <a:cubicBezTo>
                  <a:pt x="1396" y="134"/>
                  <a:pt x="1400" y="133"/>
                  <a:pt x="1403" y="134"/>
                </a:cubicBezTo>
                <a:cubicBezTo>
                  <a:pt x="1407" y="134"/>
                  <a:pt x="1411" y="135"/>
                  <a:pt x="1415" y="135"/>
                </a:cubicBezTo>
                <a:cubicBezTo>
                  <a:pt x="1419" y="135"/>
                  <a:pt x="1422" y="136"/>
                  <a:pt x="1426" y="136"/>
                </a:cubicBezTo>
                <a:cubicBezTo>
                  <a:pt x="1432" y="136"/>
                  <a:pt x="1438" y="137"/>
                  <a:pt x="1443" y="137"/>
                </a:cubicBezTo>
                <a:cubicBezTo>
                  <a:pt x="1445" y="137"/>
                  <a:pt x="1447" y="137"/>
                  <a:pt x="1448" y="137"/>
                </a:cubicBezTo>
                <a:cubicBezTo>
                  <a:pt x="1446" y="135"/>
                  <a:pt x="1451" y="131"/>
                  <a:pt x="1451" y="136"/>
                </a:cubicBezTo>
                <a:cubicBezTo>
                  <a:pt x="1450" y="136"/>
                  <a:pt x="1450" y="137"/>
                  <a:pt x="1450" y="137"/>
                </a:cubicBezTo>
                <a:cubicBezTo>
                  <a:pt x="1448" y="142"/>
                  <a:pt x="1447" y="142"/>
                  <a:pt x="1443" y="148"/>
                </a:cubicBezTo>
                <a:cubicBezTo>
                  <a:pt x="1441" y="152"/>
                  <a:pt x="1439" y="156"/>
                  <a:pt x="1437" y="159"/>
                </a:cubicBezTo>
                <a:cubicBezTo>
                  <a:pt x="1434" y="163"/>
                  <a:pt x="1431" y="167"/>
                  <a:pt x="1429" y="170"/>
                </a:cubicBezTo>
                <a:cubicBezTo>
                  <a:pt x="1426" y="175"/>
                  <a:pt x="1424" y="178"/>
                  <a:pt x="1422" y="181"/>
                </a:cubicBezTo>
                <a:cubicBezTo>
                  <a:pt x="1418" y="188"/>
                  <a:pt x="1416" y="192"/>
                  <a:pt x="1416" y="193"/>
                </a:cubicBezTo>
                <a:cubicBezTo>
                  <a:pt x="1412" y="192"/>
                  <a:pt x="1408" y="192"/>
                  <a:pt x="1404" y="191"/>
                </a:cubicBezTo>
                <a:cubicBezTo>
                  <a:pt x="1401" y="190"/>
                  <a:pt x="1397" y="190"/>
                  <a:pt x="1394" y="189"/>
                </a:cubicBezTo>
                <a:cubicBezTo>
                  <a:pt x="1393" y="191"/>
                  <a:pt x="1390" y="190"/>
                  <a:pt x="1389" y="190"/>
                </a:cubicBezTo>
                <a:cubicBezTo>
                  <a:pt x="1389" y="189"/>
                  <a:pt x="1389" y="188"/>
                  <a:pt x="1389" y="188"/>
                </a:cubicBezTo>
                <a:cubicBezTo>
                  <a:pt x="1387" y="188"/>
                  <a:pt x="1385" y="187"/>
                  <a:pt x="1382" y="187"/>
                </a:cubicBezTo>
                <a:cubicBezTo>
                  <a:pt x="1379" y="186"/>
                  <a:pt x="1375" y="185"/>
                  <a:pt x="1371" y="184"/>
                </a:cubicBezTo>
                <a:cubicBezTo>
                  <a:pt x="1367" y="183"/>
                  <a:pt x="1364" y="183"/>
                  <a:pt x="1360" y="182"/>
                </a:cubicBezTo>
                <a:cubicBezTo>
                  <a:pt x="1356" y="181"/>
                  <a:pt x="1352" y="181"/>
                  <a:pt x="1348" y="180"/>
                </a:cubicBezTo>
                <a:cubicBezTo>
                  <a:pt x="1345" y="179"/>
                  <a:pt x="1341" y="178"/>
                  <a:pt x="1337" y="177"/>
                </a:cubicBezTo>
                <a:cubicBezTo>
                  <a:pt x="1333" y="176"/>
                  <a:pt x="1330" y="176"/>
                  <a:pt x="1326" y="175"/>
                </a:cubicBezTo>
                <a:cubicBezTo>
                  <a:pt x="1322" y="174"/>
                  <a:pt x="1318" y="173"/>
                  <a:pt x="1314" y="173"/>
                </a:cubicBezTo>
                <a:cubicBezTo>
                  <a:pt x="1311" y="172"/>
                  <a:pt x="1307" y="171"/>
                  <a:pt x="1303" y="171"/>
                </a:cubicBezTo>
                <a:cubicBezTo>
                  <a:pt x="1299" y="170"/>
                  <a:pt x="1296" y="168"/>
                  <a:pt x="1292" y="167"/>
                </a:cubicBezTo>
                <a:cubicBezTo>
                  <a:pt x="1288" y="167"/>
                  <a:pt x="1284" y="167"/>
                  <a:pt x="1280" y="166"/>
                </a:cubicBezTo>
                <a:cubicBezTo>
                  <a:pt x="1277" y="165"/>
                  <a:pt x="1273" y="164"/>
                  <a:pt x="1269" y="163"/>
                </a:cubicBezTo>
                <a:cubicBezTo>
                  <a:pt x="1269" y="162"/>
                  <a:pt x="1268" y="160"/>
                  <a:pt x="1268" y="159"/>
                </a:cubicBezTo>
                <a:cubicBezTo>
                  <a:pt x="1267" y="157"/>
                  <a:pt x="1267" y="157"/>
                  <a:pt x="1266" y="155"/>
                </a:cubicBezTo>
                <a:cubicBezTo>
                  <a:pt x="1266" y="154"/>
                  <a:pt x="1266" y="152"/>
                  <a:pt x="1265" y="150"/>
                </a:cubicBezTo>
                <a:cubicBezTo>
                  <a:pt x="1264" y="148"/>
                  <a:pt x="1262" y="145"/>
                  <a:pt x="1262" y="142"/>
                </a:cubicBezTo>
                <a:cubicBezTo>
                  <a:pt x="1261" y="140"/>
                  <a:pt x="1260" y="137"/>
                  <a:pt x="1259" y="133"/>
                </a:cubicBezTo>
                <a:close/>
                <a:moveTo>
                  <a:pt x="1318" y="107"/>
                </a:moveTo>
                <a:cubicBezTo>
                  <a:pt x="1318" y="109"/>
                  <a:pt x="1315" y="110"/>
                  <a:pt x="1314" y="108"/>
                </a:cubicBezTo>
                <a:cubicBezTo>
                  <a:pt x="1313" y="105"/>
                  <a:pt x="1317" y="106"/>
                  <a:pt x="1318" y="107"/>
                </a:cubicBezTo>
                <a:close/>
                <a:moveTo>
                  <a:pt x="1342" y="121"/>
                </a:moveTo>
                <a:cubicBezTo>
                  <a:pt x="1343" y="120"/>
                  <a:pt x="1346" y="120"/>
                  <a:pt x="1346" y="123"/>
                </a:cubicBezTo>
                <a:cubicBezTo>
                  <a:pt x="1344" y="124"/>
                  <a:pt x="1342" y="123"/>
                  <a:pt x="1342" y="121"/>
                </a:cubicBezTo>
                <a:close/>
                <a:moveTo>
                  <a:pt x="996" y="139"/>
                </a:moveTo>
                <a:cubicBezTo>
                  <a:pt x="995" y="139"/>
                  <a:pt x="994" y="139"/>
                  <a:pt x="994" y="138"/>
                </a:cubicBezTo>
                <a:cubicBezTo>
                  <a:pt x="995" y="138"/>
                  <a:pt x="996" y="138"/>
                  <a:pt x="996" y="139"/>
                </a:cubicBezTo>
                <a:close/>
                <a:moveTo>
                  <a:pt x="984" y="134"/>
                </a:moveTo>
                <a:cubicBezTo>
                  <a:pt x="984" y="135"/>
                  <a:pt x="982" y="136"/>
                  <a:pt x="980" y="135"/>
                </a:cubicBezTo>
                <a:cubicBezTo>
                  <a:pt x="979" y="134"/>
                  <a:pt x="980" y="133"/>
                  <a:pt x="978" y="133"/>
                </a:cubicBezTo>
                <a:cubicBezTo>
                  <a:pt x="980" y="128"/>
                  <a:pt x="984" y="131"/>
                  <a:pt x="984" y="134"/>
                </a:cubicBezTo>
                <a:close/>
                <a:moveTo>
                  <a:pt x="924" y="126"/>
                </a:moveTo>
                <a:cubicBezTo>
                  <a:pt x="925" y="124"/>
                  <a:pt x="930" y="123"/>
                  <a:pt x="933" y="124"/>
                </a:cubicBezTo>
                <a:cubicBezTo>
                  <a:pt x="937" y="130"/>
                  <a:pt x="928" y="138"/>
                  <a:pt x="924" y="131"/>
                </a:cubicBezTo>
                <a:cubicBezTo>
                  <a:pt x="924" y="129"/>
                  <a:pt x="925" y="128"/>
                  <a:pt x="924" y="126"/>
                </a:cubicBezTo>
                <a:close/>
                <a:moveTo>
                  <a:pt x="921" y="122"/>
                </a:moveTo>
                <a:cubicBezTo>
                  <a:pt x="921" y="124"/>
                  <a:pt x="921" y="124"/>
                  <a:pt x="921" y="124"/>
                </a:cubicBezTo>
                <a:cubicBezTo>
                  <a:pt x="919" y="124"/>
                  <a:pt x="919" y="124"/>
                  <a:pt x="919" y="122"/>
                </a:cubicBezTo>
                <a:lnTo>
                  <a:pt x="921" y="122"/>
                </a:lnTo>
                <a:close/>
                <a:moveTo>
                  <a:pt x="819" y="121"/>
                </a:moveTo>
                <a:cubicBezTo>
                  <a:pt x="820" y="122"/>
                  <a:pt x="817" y="122"/>
                  <a:pt x="817" y="121"/>
                </a:cubicBezTo>
                <a:cubicBezTo>
                  <a:pt x="818" y="120"/>
                  <a:pt x="818" y="121"/>
                  <a:pt x="819" y="121"/>
                </a:cubicBezTo>
                <a:close/>
                <a:moveTo>
                  <a:pt x="708" y="130"/>
                </a:moveTo>
                <a:cubicBezTo>
                  <a:pt x="708" y="130"/>
                  <a:pt x="709" y="130"/>
                  <a:pt x="708" y="131"/>
                </a:cubicBezTo>
                <a:cubicBezTo>
                  <a:pt x="707" y="131"/>
                  <a:pt x="707" y="131"/>
                  <a:pt x="707" y="131"/>
                </a:cubicBezTo>
                <a:cubicBezTo>
                  <a:pt x="707" y="131"/>
                  <a:pt x="707" y="130"/>
                  <a:pt x="708" y="130"/>
                </a:cubicBezTo>
                <a:close/>
                <a:moveTo>
                  <a:pt x="708" y="133"/>
                </a:moveTo>
                <a:cubicBezTo>
                  <a:pt x="708" y="136"/>
                  <a:pt x="708" y="136"/>
                  <a:pt x="708" y="136"/>
                </a:cubicBezTo>
                <a:cubicBezTo>
                  <a:pt x="706" y="136"/>
                  <a:pt x="705" y="136"/>
                  <a:pt x="704" y="135"/>
                </a:cubicBezTo>
                <a:cubicBezTo>
                  <a:pt x="704" y="133"/>
                  <a:pt x="705" y="132"/>
                  <a:pt x="708" y="133"/>
                </a:cubicBezTo>
                <a:close/>
                <a:moveTo>
                  <a:pt x="385" y="84"/>
                </a:moveTo>
                <a:cubicBezTo>
                  <a:pt x="385" y="90"/>
                  <a:pt x="385" y="95"/>
                  <a:pt x="385" y="98"/>
                </a:cubicBezTo>
                <a:cubicBezTo>
                  <a:pt x="385" y="102"/>
                  <a:pt x="385" y="105"/>
                  <a:pt x="385" y="109"/>
                </a:cubicBezTo>
                <a:cubicBezTo>
                  <a:pt x="384" y="112"/>
                  <a:pt x="383" y="115"/>
                  <a:pt x="383" y="119"/>
                </a:cubicBezTo>
                <a:cubicBezTo>
                  <a:pt x="382" y="122"/>
                  <a:pt x="382" y="126"/>
                  <a:pt x="381" y="129"/>
                </a:cubicBezTo>
                <a:cubicBezTo>
                  <a:pt x="380" y="134"/>
                  <a:pt x="378" y="139"/>
                  <a:pt x="377" y="143"/>
                </a:cubicBezTo>
                <a:cubicBezTo>
                  <a:pt x="376" y="148"/>
                  <a:pt x="374" y="152"/>
                  <a:pt x="373" y="157"/>
                </a:cubicBezTo>
                <a:cubicBezTo>
                  <a:pt x="372" y="159"/>
                  <a:pt x="370" y="161"/>
                  <a:pt x="370" y="163"/>
                </a:cubicBezTo>
                <a:cubicBezTo>
                  <a:pt x="365" y="164"/>
                  <a:pt x="361" y="165"/>
                  <a:pt x="357" y="165"/>
                </a:cubicBezTo>
                <a:cubicBezTo>
                  <a:pt x="353" y="166"/>
                  <a:pt x="348" y="167"/>
                  <a:pt x="344" y="168"/>
                </a:cubicBezTo>
                <a:cubicBezTo>
                  <a:pt x="340" y="169"/>
                  <a:pt x="335" y="171"/>
                  <a:pt x="331" y="172"/>
                </a:cubicBezTo>
                <a:cubicBezTo>
                  <a:pt x="327" y="173"/>
                  <a:pt x="322" y="173"/>
                  <a:pt x="318" y="174"/>
                </a:cubicBezTo>
                <a:cubicBezTo>
                  <a:pt x="314" y="175"/>
                  <a:pt x="310" y="176"/>
                  <a:pt x="306" y="177"/>
                </a:cubicBezTo>
                <a:cubicBezTo>
                  <a:pt x="302" y="178"/>
                  <a:pt x="298" y="179"/>
                  <a:pt x="294" y="180"/>
                </a:cubicBezTo>
                <a:cubicBezTo>
                  <a:pt x="290" y="180"/>
                  <a:pt x="286" y="181"/>
                  <a:pt x="281" y="182"/>
                </a:cubicBezTo>
                <a:cubicBezTo>
                  <a:pt x="277" y="183"/>
                  <a:pt x="273" y="184"/>
                  <a:pt x="269" y="185"/>
                </a:cubicBezTo>
                <a:cubicBezTo>
                  <a:pt x="265" y="185"/>
                  <a:pt x="261" y="186"/>
                  <a:pt x="257" y="186"/>
                </a:cubicBezTo>
                <a:cubicBezTo>
                  <a:pt x="253" y="187"/>
                  <a:pt x="249" y="188"/>
                  <a:pt x="245" y="189"/>
                </a:cubicBezTo>
                <a:cubicBezTo>
                  <a:pt x="241" y="190"/>
                  <a:pt x="237" y="191"/>
                  <a:pt x="233" y="192"/>
                </a:cubicBezTo>
                <a:cubicBezTo>
                  <a:pt x="228" y="192"/>
                  <a:pt x="225" y="193"/>
                  <a:pt x="220" y="193"/>
                </a:cubicBezTo>
                <a:cubicBezTo>
                  <a:pt x="219" y="191"/>
                  <a:pt x="217" y="187"/>
                  <a:pt x="214" y="182"/>
                </a:cubicBezTo>
                <a:cubicBezTo>
                  <a:pt x="212" y="179"/>
                  <a:pt x="210" y="175"/>
                  <a:pt x="207" y="171"/>
                </a:cubicBezTo>
                <a:cubicBezTo>
                  <a:pt x="205" y="168"/>
                  <a:pt x="203" y="164"/>
                  <a:pt x="200" y="160"/>
                </a:cubicBezTo>
                <a:cubicBezTo>
                  <a:pt x="198" y="157"/>
                  <a:pt x="196" y="153"/>
                  <a:pt x="194" y="149"/>
                </a:cubicBezTo>
                <a:cubicBezTo>
                  <a:pt x="190" y="143"/>
                  <a:pt x="189" y="143"/>
                  <a:pt x="187" y="137"/>
                </a:cubicBezTo>
                <a:cubicBezTo>
                  <a:pt x="190" y="137"/>
                  <a:pt x="194" y="137"/>
                  <a:pt x="198" y="137"/>
                </a:cubicBezTo>
                <a:cubicBezTo>
                  <a:pt x="201" y="137"/>
                  <a:pt x="204" y="137"/>
                  <a:pt x="207" y="137"/>
                </a:cubicBezTo>
                <a:cubicBezTo>
                  <a:pt x="210" y="137"/>
                  <a:pt x="213" y="136"/>
                  <a:pt x="216" y="136"/>
                </a:cubicBezTo>
                <a:cubicBezTo>
                  <a:pt x="221" y="136"/>
                  <a:pt x="225" y="136"/>
                  <a:pt x="229" y="135"/>
                </a:cubicBezTo>
                <a:cubicBezTo>
                  <a:pt x="233" y="135"/>
                  <a:pt x="238" y="135"/>
                  <a:pt x="242" y="134"/>
                </a:cubicBezTo>
                <a:cubicBezTo>
                  <a:pt x="246" y="134"/>
                  <a:pt x="250" y="134"/>
                  <a:pt x="255" y="133"/>
                </a:cubicBezTo>
                <a:cubicBezTo>
                  <a:pt x="259" y="132"/>
                  <a:pt x="263" y="131"/>
                  <a:pt x="267" y="130"/>
                </a:cubicBezTo>
                <a:cubicBezTo>
                  <a:pt x="271" y="129"/>
                  <a:pt x="275" y="129"/>
                  <a:pt x="280" y="128"/>
                </a:cubicBezTo>
                <a:cubicBezTo>
                  <a:pt x="284" y="127"/>
                  <a:pt x="288" y="126"/>
                  <a:pt x="292" y="124"/>
                </a:cubicBezTo>
                <a:cubicBezTo>
                  <a:pt x="296" y="123"/>
                  <a:pt x="300" y="123"/>
                  <a:pt x="304" y="121"/>
                </a:cubicBezTo>
                <a:cubicBezTo>
                  <a:pt x="308" y="120"/>
                  <a:pt x="313" y="119"/>
                  <a:pt x="317" y="117"/>
                </a:cubicBezTo>
                <a:cubicBezTo>
                  <a:pt x="321" y="116"/>
                  <a:pt x="325" y="114"/>
                  <a:pt x="329" y="113"/>
                </a:cubicBezTo>
                <a:cubicBezTo>
                  <a:pt x="333" y="112"/>
                  <a:pt x="337" y="110"/>
                  <a:pt x="341" y="108"/>
                </a:cubicBezTo>
                <a:cubicBezTo>
                  <a:pt x="345" y="107"/>
                  <a:pt x="349" y="106"/>
                  <a:pt x="353" y="104"/>
                </a:cubicBezTo>
                <a:cubicBezTo>
                  <a:pt x="355" y="103"/>
                  <a:pt x="357" y="102"/>
                  <a:pt x="359" y="101"/>
                </a:cubicBezTo>
                <a:cubicBezTo>
                  <a:pt x="363" y="99"/>
                  <a:pt x="366" y="98"/>
                  <a:pt x="369" y="96"/>
                </a:cubicBezTo>
                <a:cubicBezTo>
                  <a:pt x="372" y="95"/>
                  <a:pt x="375" y="93"/>
                  <a:pt x="378" y="90"/>
                </a:cubicBezTo>
                <a:cubicBezTo>
                  <a:pt x="380" y="89"/>
                  <a:pt x="383" y="87"/>
                  <a:pt x="385" y="84"/>
                </a:cubicBezTo>
                <a:close/>
                <a:moveTo>
                  <a:pt x="275" y="120"/>
                </a:moveTo>
                <a:cubicBezTo>
                  <a:pt x="276" y="120"/>
                  <a:pt x="276" y="120"/>
                  <a:pt x="277" y="120"/>
                </a:cubicBezTo>
                <a:cubicBezTo>
                  <a:pt x="277" y="121"/>
                  <a:pt x="277" y="122"/>
                  <a:pt x="276" y="121"/>
                </a:cubicBezTo>
                <a:cubicBezTo>
                  <a:pt x="276" y="121"/>
                  <a:pt x="275" y="121"/>
                  <a:pt x="275" y="120"/>
                </a:cubicBezTo>
                <a:close/>
                <a:moveTo>
                  <a:pt x="281" y="3"/>
                </a:moveTo>
                <a:cubicBezTo>
                  <a:pt x="283" y="2"/>
                  <a:pt x="283" y="4"/>
                  <a:pt x="284" y="4"/>
                </a:cubicBezTo>
                <a:cubicBezTo>
                  <a:pt x="284" y="5"/>
                  <a:pt x="283" y="7"/>
                  <a:pt x="283" y="8"/>
                </a:cubicBezTo>
                <a:cubicBezTo>
                  <a:pt x="280" y="8"/>
                  <a:pt x="280" y="8"/>
                  <a:pt x="280" y="8"/>
                </a:cubicBezTo>
                <a:cubicBezTo>
                  <a:pt x="279" y="6"/>
                  <a:pt x="280" y="4"/>
                  <a:pt x="281" y="3"/>
                </a:cubicBezTo>
                <a:close/>
                <a:moveTo>
                  <a:pt x="215" y="12"/>
                </a:moveTo>
                <a:cubicBezTo>
                  <a:pt x="216" y="12"/>
                  <a:pt x="216" y="11"/>
                  <a:pt x="217" y="12"/>
                </a:cubicBezTo>
                <a:cubicBezTo>
                  <a:pt x="218" y="13"/>
                  <a:pt x="218" y="12"/>
                  <a:pt x="217" y="14"/>
                </a:cubicBezTo>
                <a:cubicBezTo>
                  <a:pt x="215" y="14"/>
                  <a:pt x="215" y="14"/>
                  <a:pt x="215" y="14"/>
                </a:cubicBezTo>
                <a:lnTo>
                  <a:pt x="215" y="12"/>
                </a:lnTo>
                <a:close/>
                <a:moveTo>
                  <a:pt x="161" y="33"/>
                </a:moveTo>
                <a:cubicBezTo>
                  <a:pt x="161" y="35"/>
                  <a:pt x="161" y="35"/>
                  <a:pt x="161" y="35"/>
                </a:cubicBezTo>
                <a:cubicBezTo>
                  <a:pt x="160" y="35"/>
                  <a:pt x="160" y="34"/>
                  <a:pt x="160" y="33"/>
                </a:cubicBezTo>
                <a:lnTo>
                  <a:pt x="161" y="33"/>
                </a:lnTo>
                <a:close/>
                <a:moveTo>
                  <a:pt x="118" y="56"/>
                </a:moveTo>
                <a:cubicBezTo>
                  <a:pt x="116" y="56"/>
                  <a:pt x="116" y="56"/>
                  <a:pt x="116" y="56"/>
                </a:cubicBezTo>
                <a:cubicBezTo>
                  <a:pt x="116" y="54"/>
                  <a:pt x="118" y="54"/>
                  <a:pt x="118" y="56"/>
                </a:cubicBezTo>
                <a:close/>
                <a:moveTo>
                  <a:pt x="17" y="149"/>
                </a:moveTo>
                <a:cubicBezTo>
                  <a:pt x="18" y="145"/>
                  <a:pt x="19" y="141"/>
                  <a:pt x="20" y="137"/>
                </a:cubicBezTo>
                <a:cubicBezTo>
                  <a:pt x="21" y="134"/>
                  <a:pt x="23" y="132"/>
                  <a:pt x="24" y="129"/>
                </a:cubicBezTo>
                <a:cubicBezTo>
                  <a:pt x="24" y="128"/>
                  <a:pt x="25" y="126"/>
                  <a:pt x="26" y="124"/>
                </a:cubicBezTo>
                <a:cubicBezTo>
                  <a:pt x="27" y="124"/>
                  <a:pt x="27" y="124"/>
                  <a:pt x="28" y="124"/>
                </a:cubicBezTo>
                <a:cubicBezTo>
                  <a:pt x="30" y="121"/>
                  <a:pt x="32" y="118"/>
                  <a:pt x="35" y="115"/>
                </a:cubicBezTo>
                <a:cubicBezTo>
                  <a:pt x="36" y="113"/>
                  <a:pt x="38" y="111"/>
                  <a:pt x="40" y="109"/>
                </a:cubicBezTo>
                <a:cubicBezTo>
                  <a:pt x="40" y="107"/>
                  <a:pt x="43" y="102"/>
                  <a:pt x="47" y="103"/>
                </a:cubicBezTo>
                <a:cubicBezTo>
                  <a:pt x="48" y="102"/>
                  <a:pt x="48" y="102"/>
                  <a:pt x="49" y="101"/>
                </a:cubicBezTo>
                <a:cubicBezTo>
                  <a:pt x="49" y="99"/>
                  <a:pt x="50" y="97"/>
                  <a:pt x="53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6" y="95"/>
                  <a:pt x="60" y="93"/>
                  <a:pt x="63" y="91"/>
                </a:cubicBezTo>
                <a:cubicBezTo>
                  <a:pt x="66" y="88"/>
                  <a:pt x="70" y="86"/>
                  <a:pt x="73" y="84"/>
                </a:cubicBezTo>
                <a:cubicBezTo>
                  <a:pt x="76" y="82"/>
                  <a:pt x="79" y="80"/>
                  <a:pt x="83" y="78"/>
                </a:cubicBezTo>
                <a:cubicBezTo>
                  <a:pt x="86" y="75"/>
                  <a:pt x="89" y="73"/>
                  <a:pt x="92" y="71"/>
                </a:cubicBezTo>
                <a:cubicBezTo>
                  <a:pt x="95" y="69"/>
                  <a:pt x="97" y="68"/>
                  <a:pt x="99" y="67"/>
                </a:cubicBezTo>
                <a:cubicBezTo>
                  <a:pt x="99" y="67"/>
                  <a:pt x="99" y="67"/>
                  <a:pt x="99" y="66"/>
                </a:cubicBezTo>
                <a:cubicBezTo>
                  <a:pt x="98" y="66"/>
                  <a:pt x="100" y="65"/>
                  <a:pt x="102" y="65"/>
                </a:cubicBezTo>
                <a:cubicBezTo>
                  <a:pt x="102" y="65"/>
                  <a:pt x="103" y="65"/>
                  <a:pt x="103" y="65"/>
                </a:cubicBezTo>
                <a:cubicBezTo>
                  <a:pt x="105" y="64"/>
                  <a:pt x="107" y="63"/>
                  <a:pt x="109" y="62"/>
                </a:cubicBezTo>
                <a:cubicBezTo>
                  <a:pt x="109" y="61"/>
                  <a:pt x="110" y="60"/>
                  <a:pt x="110" y="59"/>
                </a:cubicBezTo>
                <a:cubicBezTo>
                  <a:pt x="111" y="59"/>
                  <a:pt x="113" y="59"/>
                  <a:pt x="114" y="59"/>
                </a:cubicBezTo>
                <a:cubicBezTo>
                  <a:pt x="114" y="59"/>
                  <a:pt x="114" y="59"/>
                  <a:pt x="114" y="59"/>
                </a:cubicBezTo>
                <a:cubicBezTo>
                  <a:pt x="117" y="57"/>
                  <a:pt x="120" y="56"/>
                  <a:pt x="124" y="54"/>
                </a:cubicBezTo>
                <a:cubicBezTo>
                  <a:pt x="127" y="52"/>
                  <a:pt x="131" y="51"/>
                  <a:pt x="134" y="49"/>
                </a:cubicBezTo>
                <a:cubicBezTo>
                  <a:pt x="137" y="48"/>
                  <a:pt x="140" y="47"/>
                  <a:pt x="143" y="45"/>
                </a:cubicBezTo>
                <a:cubicBezTo>
                  <a:pt x="143" y="44"/>
                  <a:pt x="144" y="44"/>
                  <a:pt x="144" y="45"/>
                </a:cubicBezTo>
                <a:cubicBezTo>
                  <a:pt x="145" y="45"/>
                  <a:pt x="145" y="44"/>
                  <a:pt x="145" y="44"/>
                </a:cubicBezTo>
                <a:cubicBezTo>
                  <a:pt x="146" y="44"/>
                  <a:pt x="146" y="44"/>
                  <a:pt x="147" y="44"/>
                </a:cubicBezTo>
                <a:cubicBezTo>
                  <a:pt x="147" y="44"/>
                  <a:pt x="147" y="44"/>
                  <a:pt x="147" y="43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50" y="43"/>
                  <a:pt x="153" y="42"/>
                  <a:pt x="156" y="40"/>
                </a:cubicBezTo>
                <a:cubicBezTo>
                  <a:pt x="156" y="40"/>
                  <a:pt x="156" y="40"/>
                  <a:pt x="157" y="40"/>
                </a:cubicBezTo>
                <a:cubicBezTo>
                  <a:pt x="156" y="40"/>
                  <a:pt x="156" y="39"/>
                  <a:pt x="156" y="38"/>
                </a:cubicBezTo>
                <a:cubicBezTo>
                  <a:pt x="159" y="37"/>
                  <a:pt x="160" y="38"/>
                  <a:pt x="162" y="38"/>
                </a:cubicBezTo>
                <a:cubicBezTo>
                  <a:pt x="163" y="38"/>
                  <a:pt x="164" y="38"/>
                  <a:pt x="165" y="37"/>
                </a:cubicBezTo>
                <a:cubicBezTo>
                  <a:pt x="165" y="37"/>
                  <a:pt x="165" y="37"/>
                  <a:pt x="165" y="37"/>
                </a:cubicBezTo>
                <a:cubicBezTo>
                  <a:pt x="166" y="35"/>
                  <a:pt x="169" y="34"/>
                  <a:pt x="172" y="35"/>
                </a:cubicBezTo>
                <a:cubicBezTo>
                  <a:pt x="174" y="34"/>
                  <a:pt x="176" y="33"/>
                  <a:pt x="178" y="32"/>
                </a:cubicBezTo>
                <a:cubicBezTo>
                  <a:pt x="179" y="32"/>
                  <a:pt x="181" y="32"/>
                  <a:pt x="182" y="31"/>
                </a:cubicBezTo>
                <a:cubicBezTo>
                  <a:pt x="182" y="31"/>
                  <a:pt x="182" y="31"/>
                  <a:pt x="182" y="31"/>
                </a:cubicBezTo>
                <a:cubicBezTo>
                  <a:pt x="182" y="29"/>
                  <a:pt x="185" y="28"/>
                  <a:pt x="186" y="30"/>
                </a:cubicBezTo>
                <a:cubicBezTo>
                  <a:pt x="187" y="30"/>
                  <a:pt x="188" y="30"/>
                  <a:pt x="190" y="29"/>
                </a:cubicBezTo>
                <a:cubicBezTo>
                  <a:pt x="193" y="28"/>
                  <a:pt x="197" y="27"/>
                  <a:pt x="201" y="26"/>
                </a:cubicBezTo>
                <a:cubicBezTo>
                  <a:pt x="205" y="25"/>
                  <a:pt x="209" y="23"/>
                  <a:pt x="212" y="23"/>
                </a:cubicBezTo>
                <a:cubicBezTo>
                  <a:pt x="216" y="22"/>
                  <a:pt x="220" y="20"/>
                  <a:pt x="224" y="20"/>
                </a:cubicBezTo>
                <a:cubicBezTo>
                  <a:pt x="227" y="19"/>
                  <a:pt x="230" y="19"/>
                  <a:pt x="233" y="18"/>
                </a:cubicBezTo>
                <a:cubicBezTo>
                  <a:pt x="233" y="18"/>
                  <a:pt x="233" y="17"/>
                  <a:pt x="233" y="17"/>
                </a:cubicBezTo>
                <a:cubicBezTo>
                  <a:pt x="234" y="17"/>
                  <a:pt x="236" y="17"/>
                  <a:pt x="237" y="17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240" y="17"/>
                  <a:pt x="244" y="16"/>
                  <a:pt x="247" y="16"/>
                </a:cubicBezTo>
                <a:cubicBezTo>
                  <a:pt x="251" y="15"/>
                  <a:pt x="255" y="16"/>
                  <a:pt x="259" y="15"/>
                </a:cubicBezTo>
                <a:cubicBezTo>
                  <a:pt x="263" y="15"/>
                  <a:pt x="267" y="14"/>
                  <a:pt x="271" y="14"/>
                </a:cubicBezTo>
                <a:cubicBezTo>
                  <a:pt x="273" y="13"/>
                  <a:pt x="275" y="13"/>
                  <a:pt x="277" y="13"/>
                </a:cubicBezTo>
                <a:cubicBezTo>
                  <a:pt x="278" y="13"/>
                  <a:pt x="278" y="12"/>
                  <a:pt x="278" y="12"/>
                </a:cubicBezTo>
                <a:cubicBezTo>
                  <a:pt x="279" y="12"/>
                  <a:pt x="280" y="12"/>
                  <a:pt x="280" y="13"/>
                </a:cubicBezTo>
                <a:cubicBezTo>
                  <a:pt x="281" y="13"/>
                  <a:pt x="282" y="13"/>
                  <a:pt x="282" y="13"/>
                </a:cubicBezTo>
                <a:cubicBezTo>
                  <a:pt x="282" y="13"/>
                  <a:pt x="282" y="13"/>
                  <a:pt x="282" y="12"/>
                </a:cubicBezTo>
                <a:cubicBezTo>
                  <a:pt x="282" y="13"/>
                  <a:pt x="282" y="13"/>
                  <a:pt x="282" y="13"/>
                </a:cubicBezTo>
                <a:cubicBezTo>
                  <a:pt x="286" y="13"/>
                  <a:pt x="290" y="12"/>
                  <a:pt x="294" y="12"/>
                </a:cubicBezTo>
                <a:cubicBezTo>
                  <a:pt x="298" y="12"/>
                  <a:pt x="302" y="13"/>
                  <a:pt x="306" y="13"/>
                </a:cubicBezTo>
                <a:cubicBezTo>
                  <a:pt x="310" y="14"/>
                  <a:pt x="314" y="14"/>
                  <a:pt x="318" y="15"/>
                </a:cubicBezTo>
                <a:cubicBezTo>
                  <a:pt x="322" y="15"/>
                  <a:pt x="326" y="15"/>
                  <a:pt x="330" y="16"/>
                </a:cubicBezTo>
                <a:cubicBezTo>
                  <a:pt x="334" y="16"/>
                  <a:pt x="338" y="17"/>
                  <a:pt x="341" y="18"/>
                </a:cubicBezTo>
                <a:cubicBezTo>
                  <a:pt x="345" y="19"/>
                  <a:pt x="349" y="21"/>
                  <a:pt x="353" y="22"/>
                </a:cubicBezTo>
                <a:cubicBezTo>
                  <a:pt x="356" y="23"/>
                  <a:pt x="358" y="24"/>
                  <a:pt x="361" y="26"/>
                </a:cubicBezTo>
                <a:cubicBezTo>
                  <a:pt x="357" y="26"/>
                  <a:pt x="353" y="26"/>
                  <a:pt x="349" y="27"/>
                </a:cubicBezTo>
                <a:cubicBezTo>
                  <a:pt x="349" y="27"/>
                  <a:pt x="349" y="27"/>
                  <a:pt x="348" y="27"/>
                </a:cubicBezTo>
                <a:cubicBezTo>
                  <a:pt x="348" y="27"/>
                  <a:pt x="348" y="28"/>
                  <a:pt x="348" y="28"/>
                </a:cubicBezTo>
                <a:cubicBezTo>
                  <a:pt x="348" y="28"/>
                  <a:pt x="347" y="27"/>
                  <a:pt x="347" y="27"/>
                </a:cubicBezTo>
                <a:cubicBezTo>
                  <a:pt x="346" y="27"/>
                  <a:pt x="345" y="27"/>
                  <a:pt x="344" y="27"/>
                </a:cubicBezTo>
                <a:cubicBezTo>
                  <a:pt x="344" y="28"/>
                  <a:pt x="342" y="28"/>
                  <a:pt x="341" y="28"/>
                </a:cubicBezTo>
                <a:cubicBezTo>
                  <a:pt x="340" y="28"/>
                  <a:pt x="341" y="28"/>
                  <a:pt x="341" y="28"/>
                </a:cubicBezTo>
                <a:cubicBezTo>
                  <a:pt x="339" y="28"/>
                  <a:pt x="338" y="28"/>
                  <a:pt x="337" y="28"/>
                </a:cubicBezTo>
                <a:cubicBezTo>
                  <a:pt x="333" y="29"/>
                  <a:pt x="329" y="29"/>
                  <a:pt x="325" y="30"/>
                </a:cubicBezTo>
                <a:cubicBezTo>
                  <a:pt x="321" y="30"/>
                  <a:pt x="317" y="30"/>
                  <a:pt x="313" y="30"/>
                </a:cubicBezTo>
                <a:cubicBezTo>
                  <a:pt x="309" y="31"/>
                  <a:pt x="305" y="32"/>
                  <a:pt x="301" y="32"/>
                </a:cubicBezTo>
                <a:cubicBezTo>
                  <a:pt x="297" y="33"/>
                  <a:pt x="293" y="33"/>
                  <a:pt x="289" y="34"/>
                </a:cubicBezTo>
                <a:cubicBezTo>
                  <a:pt x="285" y="35"/>
                  <a:pt x="281" y="36"/>
                  <a:pt x="277" y="36"/>
                </a:cubicBezTo>
                <a:cubicBezTo>
                  <a:pt x="275" y="37"/>
                  <a:pt x="272" y="37"/>
                  <a:pt x="269" y="37"/>
                </a:cubicBezTo>
                <a:cubicBezTo>
                  <a:pt x="268" y="39"/>
                  <a:pt x="266" y="41"/>
                  <a:pt x="262" y="40"/>
                </a:cubicBezTo>
                <a:cubicBezTo>
                  <a:pt x="262" y="39"/>
                  <a:pt x="262" y="39"/>
                  <a:pt x="263" y="38"/>
                </a:cubicBezTo>
                <a:cubicBezTo>
                  <a:pt x="261" y="39"/>
                  <a:pt x="259" y="39"/>
                  <a:pt x="257" y="40"/>
                </a:cubicBezTo>
                <a:cubicBezTo>
                  <a:pt x="257" y="40"/>
                  <a:pt x="257" y="40"/>
                  <a:pt x="257" y="40"/>
                </a:cubicBezTo>
                <a:cubicBezTo>
                  <a:pt x="257" y="42"/>
                  <a:pt x="256" y="45"/>
                  <a:pt x="254" y="46"/>
                </a:cubicBezTo>
                <a:cubicBezTo>
                  <a:pt x="250" y="47"/>
                  <a:pt x="247" y="45"/>
                  <a:pt x="247" y="42"/>
                </a:cubicBezTo>
                <a:cubicBezTo>
                  <a:pt x="245" y="42"/>
                  <a:pt x="243" y="43"/>
                  <a:pt x="242" y="43"/>
                </a:cubicBezTo>
                <a:cubicBezTo>
                  <a:pt x="238" y="44"/>
                  <a:pt x="234" y="45"/>
                  <a:pt x="230" y="46"/>
                </a:cubicBezTo>
                <a:cubicBezTo>
                  <a:pt x="226" y="47"/>
                  <a:pt x="222" y="48"/>
                  <a:pt x="218" y="50"/>
                </a:cubicBezTo>
                <a:cubicBezTo>
                  <a:pt x="218" y="50"/>
                  <a:pt x="218" y="50"/>
                  <a:pt x="218" y="50"/>
                </a:cubicBezTo>
                <a:cubicBezTo>
                  <a:pt x="219" y="52"/>
                  <a:pt x="218" y="53"/>
                  <a:pt x="216" y="53"/>
                </a:cubicBezTo>
                <a:cubicBezTo>
                  <a:pt x="215" y="53"/>
                  <a:pt x="215" y="52"/>
                  <a:pt x="216" y="51"/>
                </a:cubicBezTo>
                <a:cubicBezTo>
                  <a:pt x="213" y="52"/>
                  <a:pt x="210" y="53"/>
                  <a:pt x="207" y="55"/>
                </a:cubicBezTo>
                <a:cubicBezTo>
                  <a:pt x="212" y="59"/>
                  <a:pt x="212" y="54"/>
                  <a:pt x="220" y="53"/>
                </a:cubicBezTo>
                <a:cubicBezTo>
                  <a:pt x="223" y="52"/>
                  <a:pt x="227" y="52"/>
                  <a:pt x="232" y="51"/>
                </a:cubicBezTo>
                <a:cubicBezTo>
                  <a:pt x="236" y="51"/>
                  <a:pt x="240" y="51"/>
                  <a:pt x="244" y="50"/>
                </a:cubicBezTo>
                <a:cubicBezTo>
                  <a:pt x="248" y="50"/>
                  <a:pt x="252" y="49"/>
                  <a:pt x="256" y="49"/>
                </a:cubicBezTo>
                <a:cubicBezTo>
                  <a:pt x="260" y="48"/>
                  <a:pt x="265" y="49"/>
                  <a:pt x="269" y="48"/>
                </a:cubicBezTo>
                <a:cubicBezTo>
                  <a:pt x="273" y="48"/>
                  <a:pt x="277" y="48"/>
                  <a:pt x="281" y="47"/>
                </a:cubicBezTo>
                <a:cubicBezTo>
                  <a:pt x="283" y="47"/>
                  <a:pt x="284" y="47"/>
                  <a:pt x="286" y="47"/>
                </a:cubicBezTo>
                <a:cubicBezTo>
                  <a:pt x="286" y="46"/>
                  <a:pt x="286" y="46"/>
                  <a:pt x="287" y="45"/>
                </a:cubicBezTo>
                <a:cubicBezTo>
                  <a:pt x="289" y="44"/>
                  <a:pt x="290" y="45"/>
                  <a:pt x="290" y="46"/>
                </a:cubicBezTo>
                <a:cubicBezTo>
                  <a:pt x="291" y="46"/>
                  <a:pt x="292" y="46"/>
                  <a:pt x="293" y="46"/>
                </a:cubicBezTo>
                <a:cubicBezTo>
                  <a:pt x="298" y="46"/>
                  <a:pt x="302" y="45"/>
                  <a:pt x="306" y="45"/>
                </a:cubicBezTo>
                <a:cubicBezTo>
                  <a:pt x="310" y="45"/>
                  <a:pt x="314" y="44"/>
                  <a:pt x="318" y="44"/>
                </a:cubicBezTo>
                <a:cubicBezTo>
                  <a:pt x="322" y="44"/>
                  <a:pt x="327" y="44"/>
                  <a:pt x="331" y="44"/>
                </a:cubicBezTo>
                <a:cubicBezTo>
                  <a:pt x="335" y="44"/>
                  <a:pt x="339" y="43"/>
                  <a:pt x="343" y="43"/>
                </a:cubicBezTo>
                <a:cubicBezTo>
                  <a:pt x="347" y="43"/>
                  <a:pt x="351" y="42"/>
                  <a:pt x="355" y="42"/>
                </a:cubicBezTo>
                <a:cubicBezTo>
                  <a:pt x="360" y="42"/>
                  <a:pt x="364" y="43"/>
                  <a:pt x="368" y="43"/>
                </a:cubicBezTo>
                <a:cubicBezTo>
                  <a:pt x="368" y="43"/>
                  <a:pt x="369" y="43"/>
                  <a:pt x="369" y="43"/>
                </a:cubicBezTo>
                <a:cubicBezTo>
                  <a:pt x="371" y="40"/>
                  <a:pt x="378" y="42"/>
                  <a:pt x="381" y="42"/>
                </a:cubicBezTo>
                <a:cubicBezTo>
                  <a:pt x="381" y="42"/>
                  <a:pt x="381" y="43"/>
                  <a:pt x="380" y="44"/>
                </a:cubicBezTo>
                <a:cubicBezTo>
                  <a:pt x="382" y="47"/>
                  <a:pt x="384" y="50"/>
                  <a:pt x="385" y="53"/>
                </a:cubicBezTo>
                <a:cubicBezTo>
                  <a:pt x="382" y="53"/>
                  <a:pt x="377" y="54"/>
                  <a:pt x="372" y="54"/>
                </a:cubicBezTo>
                <a:cubicBezTo>
                  <a:pt x="369" y="54"/>
                  <a:pt x="365" y="54"/>
                  <a:pt x="360" y="55"/>
                </a:cubicBezTo>
                <a:cubicBezTo>
                  <a:pt x="359" y="55"/>
                  <a:pt x="357" y="55"/>
                  <a:pt x="356" y="55"/>
                </a:cubicBezTo>
                <a:cubicBezTo>
                  <a:pt x="356" y="55"/>
                  <a:pt x="356" y="55"/>
                  <a:pt x="356" y="55"/>
                </a:cubicBezTo>
                <a:cubicBezTo>
                  <a:pt x="356" y="59"/>
                  <a:pt x="349" y="56"/>
                  <a:pt x="346" y="57"/>
                </a:cubicBezTo>
                <a:cubicBezTo>
                  <a:pt x="347" y="56"/>
                  <a:pt x="347" y="56"/>
                  <a:pt x="348" y="55"/>
                </a:cubicBezTo>
                <a:cubicBezTo>
                  <a:pt x="344" y="56"/>
                  <a:pt x="340" y="56"/>
                  <a:pt x="337" y="56"/>
                </a:cubicBezTo>
                <a:cubicBezTo>
                  <a:pt x="333" y="57"/>
                  <a:pt x="329" y="57"/>
                  <a:pt x="325" y="58"/>
                </a:cubicBezTo>
                <a:cubicBezTo>
                  <a:pt x="321" y="58"/>
                  <a:pt x="317" y="59"/>
                  <a:pt x="313" y="59"/>
                </a:cubicBezTo>
                <a:cubicBezTo>
                  <a:pt x="309" y="60"/>
                  <a:pt x="305" y="61"/>
                  <a:pt x="301" y="61"/>
                </a:cubicBezTo>
                <a:cubicBezTo>
                  <a:pt x="297" y="62"/>
                  <a:pt x="293" y="62"/>
                  <a:pt x="289" y="62"/>
                </a:cubicBezTo>
                <a:cubicBezTo>
                  <a:pt x="288" y="62"/>
                  <a:pt x="288" y="62"/>
                  <a:pt x="287" y="63"/>
                </a:cubicBezTo>
                <a:cubicBezTo>
                  <a:pt x="286" y="64"/>
                  <a:pt x="285" y="65"/>
                  <a:pt x="283" y="66"/>
                </a:cubicBezTo>
                <a:cubicBezTo>
                  <a:pt x="281" y="65"/>
                  <a:pt x="279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5"/>
                  <a:pt x="277" y="65"/>
                </a:cubicBezTo>
                <a:cubicBezTo>
                  <a:pt x="277" y="65"/>
                  <a:pt x="277" y="66"/>
                  <a:pt x="277" y="66"/>
                </a:cubicBezTo>
                <a:cubicBezTo>
                  <a:pt x="275" y="66"/>
                  <a:pt x="272" y="66"/>
                  <a:pt x="270" y="66"/>
                </a:cubicBezTo>
                <a:cubicBezTo>
                  <a:pt x="270" y="66"/>
                  <a:pt x="270" y="66"/>
                  <a:pt x="270" y="66"/>
                </a:cubicBezTo>
                <a:cubicBezTo>
                  <a:pt x="268" y="66"/>
                  <a:pt x="267" y="67"/>
                  <a:pt x="266" y="67"/>
                </a:cubicBezTo>
                <a:cubicBezTo>
                  <a:pt x="266" y="68"/>
                  <a:pt x="267" y="71"/>
                  <a:pt x="265" y="72"/>
                </a:cubicBezTo>
                <a:cubicBezTo>
                  <a:pt x="264" y="72"/>
                  <a:pt x="263" y="72"/>
                  <a:pt x="262" y="72"/>
                </a:cubicBezTo>
                <a:cubicBezTo>
                  <a:pt x="262" y="70"/>
                  <a:pt x="261" y="70"/>
                  <a:pt x="261" y="68"/>
                </a:cubicBezTo>
                <a:cubicBezTo>
                  <a:pt x="259" y="68"/>
                  <a:pt x="256" y="69"/>
                  <a:pt x="253" y="69"/>
                </a:cubicBezTo>
                <a:cubicBezTo>
                  <a:pt x="251" y="70"/>
                  <a:pt x="248" y="70"/>
                  <a:pt x="245" y="71"/>
                </a:cubicBezTo>
                <a:cubicBezTo>
                  <a:pt x="247" y="72"/>
                  <a:pt x="248" y="74"/>
                  <a:pt x="248" y="76"/>
                </a:cubicBezTo>
                <a:cubicBezTo>
                  <a:pt x="248" y="77"/>
                  <a:pt x="247" y="78"/>
                  <a:pt x="246" y="79"/>
                </a:cubicBezTo>
                <a:cubicBezTo>
                  <a:pt x="249" y="79"/>
                  <a:pt x="251" y="78"/>
                  <a:pt x="254" y="78"/>
                </a:cubicBezTo>
                <a:cubicBezTo>
                  <a:pt x="257" y="78"/>
                  <a:pt x="261" y="77"/>
                  <a:pt x="265" y="77"/>
                </a:cubicBezTo>
                <a:cubicBezTo>
                  <a:pt x="269" y="77"/>
                  <a:pt x="273" y="77"/>
                  <a:pt x="277" y="77"/>
                </a:cubicBezTo>
                <a:cubicBezTo>
                  <a:pt x="281" y="76"/>
                  <a:pt x="284" y="75"/>
                  <a:pt x="288" y="75"/>
                </a:cubicBezTo>
                <a:cubicBezTo>
                  <a:pt x="292" y="74"/>
                  <a:pt x="296" y="75"/>
                  <a:pt x="300" y="75"/>
                </a:cubicBezTo>
                <a:cubicBezTo>
                  <a:pt x="304" y="74"/>
                  <a:pt x="308" y="73"/>
                  <a:pt x="312" y="73"/>
                </a:cubicBezTo>
                <a:cubicBezTo>
                  <a:pt x="313" y="73"/>
                  <a:pt x="314" y="73"/>
                  <a:pt x="316" y="73"/>
                </a:cubicBezTo>
                <a:cubicBezTo>
                  <a:pt x="317" y="72"/>
                  <a:pt x="318" y="72"/>
                  <a:pt x="319" y="72"/>
                </a:cubicBezTo>
                <a:cubicBezTo>
                  <a:pt x="319" y="72"/>
                  <a:pt x="319" y="72"/>
                  <a:pt x="319" y="73"/>
                </a:cubicBezTo>
                <a:cubicBezTo>
                  <a:pt x="320" y="73"/>
                  <a:pt x="322" y="73"/>
                  <a:pt x="323" y="72"/>
                </a:cubicBezTo>
                <a:cubicBezTo>
                  <a:pt x="327" y="72"/>
                  <a:pt x="331" y="72"/>
                  <a:pt x="335" y="72"/>
                </a:cubicBezTo>
                <a:cubicBezTo>
                  <a:pt x="337" y="72"/>
                  <a:pt x="339" y="72"/>
                  <a:pt x="341" y="72"/>
                </a:cubicBezTo>
                <a:cubicBezTo>
                  <a:pt x="341" y="69"/>
                  <a:pt x="346" y="69"/>
                  <a:pt x="347" y="72"/>
                </a:cubicBezTo>
                <a:cubicBezTo>
                  <a:pt x="351" y="72"/>
                  <a:pt x="354" y="71"/>
                  <a:pt x="358" y="71"/>
                </a:cubicBezTo>
                <a:cubicBezTo>
                  <a:pt x="362" y="71"/>
                  <a:pt x="366" y="71"/>
                  <a:pt x="370" y="71"/>
                </a:cubicBezTo>
                <a:cubicBezTo>
                  <a:pt x="374" y="71"/>
                  <a:pt x="378" y="71"/>
                  <a:pt x="381" y="72"/>
                </a:cubicBezTo>
                <a:cubicBezTo>
                  <a:pt x="378" y="76"/>
                  <a:pt x="374" y="79"/>
                  <a:pt x="370" y="82"/>
                </a:cubicBezTo>
                <a:cubicBezTo>
                  <a:pt x="366" y="82"/>
                  <a:pt x="363" y="83"/>
                  <a:pt x="358" y="84"/>
                </a:cubicBezTo>
                <a:cubicBezTo>
                  <a:pt x="355" y="84"/>
                  <a:pt x="351" y="84"/>
                  <a:pt x="347" y="84"/>
                </a:cubicBezTo>
                <a:cubicBezTo>
                  <a:pt x="343" y="85"/>
                  <a:pt x="339" y="85"/>
                  <a:pt x="335" y="86"/>
                </a:cubicBezTo>
                <a:cubicBezTo>
                  <a:pt x="331" y="86"/>
                  <a:pt x="327" y="86"/>
                  <a:pt x="323" y="87"/>
                </a:cubicBezTo>
                <a:cubicBezTo>
                  <a:pt x="319" y="87"/>
                  <a:pt x="315" y="87"/>
                  <a:pt x="311" y="88"/>
                </a:cubicBezTo>
                <a:cubicBezTo>
                  <a:pt x="307" y="88"/>
                  <a:pt x="304" y="90"/>
                  <a:pt x="300" y="90"/>
                </a:cubicBezTo>
                <a:cubicBezTo>
                  <a:pt x="298" y="90"/>
                  <a:pt x="297" y="90"/>
                  <a:pt x="296" y="91"/>
                </a:cubicBezTo>
                <a:cubicBezTo>
                  <a:pt x="296" y="91"/>
                  <a:pt x="295" y="91"/>
                  <a:pt x="294" y="91"/>
                </a:cubicBezTo>
                <a:cubicBezTo>
                  <a:pt x="293" y="91"/>
                  <a:pt x="292" y="91"/>
                  <a:pt x="291" y="91"/>
                </a:cubicBezTo>
                <a:cubicBezTo>
                  <a:pt x="291" y="91"/>
                  <a:pt x="291" y="91"/>
                  <a:pt x="291" y="91"/>
                </a:cubicBezTo>
                <a:cubicBezTo>
                  <a:pt x="290" y="91"/>
                  <a:pt x="289" y="92"/>
                  <a:pt x="288" y="92"/>
                </a:cubicBezTo>
                <a:cubicBezTo>
                  <a:pt x="285" y="92"/>
                  <a:pt x="283" y="92"/>
                  <a:pt x="280" y="93"/>
                </a:cubicBezTo>
                <a:cubicBezTo>
                  <a:pt x="280" y="93"/>
                  <a:pt x="279" y="94"/>
                  <a:pt x="279" y="93"/>
                </a:cubicBezTo>
                <a:cubicBezTo>
                  <a:pt x="279" y="93"/>
                  <a:pt x="279" y="93"/>
                  <a:pt x="279" y="93"/>
                </a:cubicBezTo>
                <a:cubicBezTo>
                  <a:pt x="278" y="93"/>
                  <a:pt x="278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7" y="93"/>
                  <a:pt x="277" y="93"/>
                  <a:pt x="277" y="93"/>
                </a:cubicBezTo>
                <a:cubicBezTo>
                  <a:pt x="276" y="93"/>
                  <a:pt x="276" y="93"/>
                  <a:pt x="276" y="93"/>
                </a:cubicBezTo>
                <a:cubicBezTo>
                  <a:pt x="272" y="94"/>
                  <a:pt x="268" y="95"/>
                  <a:pt x="264" y="95"/>
                </a:cubicBezTo>
                <a:cubicBezTo>
                  <a:pt x="260" y="96"/>
                  <a:pt x="257" y="97"/>
                  <a:pt x="253" y="98"/>
                </a:cubicBezTo>
                <a:cubicBezTo>
                  <a:pt x="249" y="99"/>
                  <a:pt x="245" y="100"/>
                  <a:pt x="241" y="101"/>
                </a:cubicBezTo>
                <a:cubicBezTo>
                  <a:pt x="240" y="101"/>
                  <a:pt x="238" y="102"/>
                  <a:pt x="237" y="102"/>
                </a:cubicBezTo>
                <a:cubicBezTo>
                  <a:pt x="237" y="103"/>
                  <a:pt x="237" y="103"/>
                  <a:pt x="238" y="103"/>
                </a:cubicBezTo>
                <a:cubicBezTo>
                  <a:pt x="238" y="106"/>
                  <a:pt x="235" y="107"/>
                  <a:pt x="232" y="106"/>
                </a:cubicBezTo>
                <a:cubicBezTo>
                  <a:pt x="232" y="106"/>
                  <a:pt x="231" y="105"/>
                  <a:pt x="231" y="103"/>
                </a:cubicBezTo>
                <a:cubicBezTo>
                  <a:pt x="231" y="104"/>
                  <a:pt x="230" y="104"/>
                  <a:pt x="230" y="104"/>
                </a:cubicBezTo>
                <a:cubicBezTo>
                  <a:pt x="226" y="105"/>
                  <a:pt x="222" y="105"/>
                  <a:pt x="218" y="107"/>
                </a:cubicBezTo>
                <a:cubicBezTo>
                  <a:pt x="214" y="108"/>
                  <a:pt x="211" y="110"/>
                  <a:pt x="207" y="112"/>
                </a:cubicBezTo>
                <a:cubicBezTo>
                  <a:pt x="207" y="112"/>
                  <a:pt x="207" y="112"/>
                  <a:pt x="207" y="112"/>
                </a:cubicBezTo>
                <a:cubicBezTo>
                  <a:pt x="212" y="115"/>
                  <a:pt x="212" y="111"/>
                  <a:pt x="220" y="110"/>
                </a:cubicBezTo>
                <a:cubicBezTo>
                  <a:pt x="223" y="110"/>
                  <a:pt x="227" y="110"/>
                  <a:pt x="232" y="110"/>
                </a:cubicBezTo>
                <a:cubicBezTo>
                  <a:pt x="236" y="109"/>
                  <a:pt x="240" y="108"/>
                  <a:pt x="244" y="107"/>
                </a:cubicBezTo>
                <a:cubicBezTo>
                  <a:pt x="248" y="107"/>
                  <a:pt x="252" y="106"/>
                  <a:pt x="257" y="106"/>
                </a:cubicBezTo>
                <a:cubicBezTo>
                  <a:pt x="261" y="106"/>
                  <a:pt x="265" y="106"/>
                  <a:pt x="269" y="106"/>
                </a:cubicBezTo>
                <a:cubicBezTo>
                  <a:pt x="271" y="105"/>
                  <a:pt x="274" y="105"/>
                  <a:pt x="276" y="105"/>
                </a:cubicBezTo>
                <a:cubicBezTo>
                  <a:pt x="275" y="104"/>
                  <a:pt x="275" y="101"/>
                  <a:pt x="278" y="100"/>
                </a:cubicBezTo>
                <a:cubicBezTo>
                  <a:pt x="281" y="100"/>
                  <a:pt x="282" y="103"/>
                  <a:pt x="281" y="105"/>
                </a:cubicBezTo>
                <a:cubicBezTo>
                  <a:pt x="281" y="105"/>
                  <a:pt x="281" y="105"/>
                  <a:pt x="282" y="105"/>
                </a:cubicBezTo>
                <a:cubicBezTo>
                  <a:pt x="286" y="105"/>
                  <a:pt x="290" y="103"/>
                  <a:pt x="294" y="103"/>
                </a:cubicBezTo>
                <a:cubicBezTo>
                  <a:pt x="298" y="103"/>
                  <a:pt x="302" y="102"/>
                  <a:pt x="306" y="102"/>
                </a:cubicBezTo>
                <a:cubicBezTo>
                  <a:pt x="310" y="102"/>
                  <a:pt x="315" y="102"/>
                  <a:pt x="319" y="101"/>
                </a:cubicBezTo>
                <a:cubicBezTo>
                  <a:pt x="323" y="101"/>
                  <a:pt x="327" y="101"/>
                  <a:pt x="331" y="101"/>
                </a:cubicBezTo>
                <a:cubicBezTo>
                  <a:pt x="326" y="103"/>
                  <a:pt x="322" y="104"/>
                  <a:pt x="317" y="106"/>
                </a:cubicBezTo>
                <a:cubicBezTo>
                  <a:pt x="313" y="107"/>
                  <a:pt x="308" y="110"/>
                  <a:pt x="304" y="111"/>
                </a:cubicBezTo>
                <a:cubicBezTo>
                  <a:pt x="304" y="111"/>
                  <a:pt x="304" y="111"/>
                  <a:pt x="303" y="111"/>
                </a:cubicBezTo>
                <a:cubicBezTo>
                  <a:pt x="303" y="112"/>
                  <a:pt x="301" y="112"/>
                  <a:pt x="300" y="112"/>
                </a:cubicBezTo>
                <a:cubicBezTo>
                  <a:pt x="297" y="113"/>
                  <a:pt x="294" y="113"/>
                  <a:pt x="292" y="114"/>
                </a:cubicBezTo>
                <a:cubicBezTo>
                  <a:pt x="288" y="115"/>
                  <a:pt x="285" y="116"/>
                  <a:pt x="281" y="117"/>
                </a:cubicBezTo>
                <a:cubicBezTo>
                  <a:pt x="281" y="118"/>
                  <a:pt x="280" y="119"/>
                  <a:pt x="277" y="118"/>
                </a:cubicBezTo>
                <a:cubicBezTo>
                  <a:pt x="277" y="118"/>
                  <a:pt x="277" y="118"/>
                  <a:pt x="277" y="117"/>
                </a:cubicBezTo>
                <a:cubicBezTo>
                  <a:pt x="274" y="118"/>
                  <a:pt x="271" y="118"/>
                  <a:pt x="267" y="119"/>
                </a:cubicBezTo>
                <a:cubicBezTo>
                  <a:pt x="264" y="120"/>
                  <a:pt x="260" y="121"/>
                  <a:pt x="256" y="121"/>
                </a:cubicBezTo>
                <a:cubicBezTo>
                  <a:pt x="256" y="121"/>
                  <a:pt x="256" y="122"/>
                  <a:pt x="256" y="122"/>
                </a:cubicBezTo>
                <a:cubicBezTo>
                  <a:pt x="254" y="122"/>
                  <a:pt x="252" y="122"/>
                  <a:pt x="250" y="122"/>
                </a:cubicBezTo>
                <a:cubicBezTo>
                  <a:pt x="250" y="122"/>
                  <a:pt x="250" y="122"/>
                  <a:pt x="250" y="122"/>
                </a:cubicBezTo>
                <a:cubicBezTo>
                  <a:pt x="249" y="122"/>
                  <a:pt x="248" y="122"/>
                  <a:pt x="246" y="123"/>
                </a:cubicBezTo>
                <a:cubicBezTo>
                  <a:pt x="246" y="126"/>
                  <a:pt x="242" y="124"/>
                  <a:pt x="240" y="123"/>
                </a:cubicBezTo>
                <a:cubicBezTo>
                  <a:pt x="239" y="123"/>
                  <a:pt x="238" y="123"/>
                  <a:pt x="237" y="124"/>
                </a:cubicBezTo>
                <a:cubicBezTo>
                  <a:pt x="237" y="124"/>
                  <a:pt x="237" y="124"/>
                  <a:pt x="237" y="124"/>
                </a:cubicBezTo>
                <a:cubicBezTo>
                  <a:pt x="237" y="124"/>
                  <a:pt x="236" y="124"/>
                  <a:pt x="236" y="124"/>
                </a:cubicBezTo>
                <a:cubicBezTo>
                  <a:pt x="234" y="124"/>
                  <a:pt x="232" y="124"/>
                  <a:pt x="230" y="124"/>
                </a:cubicBezTo>
                <a:cubicBezTo>
                  <a:pt x="226" y="125"/>
                  <a:pt x="222" y="125"/>
                  <a:pt x="218" y="126"/>
                </a:cubicBezTo>
                <a:cubicBezTo>
                  <a:pt x="214" y="126"/>
                  <a:pt x="209" y="126"/>
                  <a:pt x="205" y="126"/>
                </a:cubicBezTo>
                <a:cubicBezTo>
                  <a:pt x="200" y="126"/>
                  <a:pt x="196" y="125"/>
                  <a:pt x="192" y="125"/>
                </a:cubicBezTo>
                <a:cubicBezTo>
                  <a:pt x="189" y="125"/>
                  <a:pt x="185" y="126"/>
                  <a:pt x="182" y="126"/>
                </a:cubicBezTo>
                <a:cubicBezTo>
                  <a:pt x="182" y="126"/>
                  <a:pt x="182" y="126"/>
                  <a:pt x="182" y="126"/>
                </a:cubicBezTo>
                <a:cubicBezTo>
                  <a:pt x="181" y="126"/>
                  <a:pt x="181" y="126"/>
                  <a:pt x="181" y="126"/>
                </a:cubicBezTo>
                <a:cubicBezTo>
                  <a:pt x="181" y="126"/>
                  <a:pt x="180" y="125"/>
                  <a:pt x="180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79" y="125"/>
                  <a:pt x="179" y="125"/>
                  <a:pt x="178" y="125"/>
                </a:cubicBezTo>
                <a:cubicBezTo>
                  <a:pt x="176" y="125"/>
                  <a:pt x="173" y="127"/>
                  <a:pt x="172" y="132"/>
                </a:cubicBezTo>
                <a:cubicBezTo>
                  <a:pt x="172" y="132"/>
                  <a:pt x="172" y="133"/>
                  <a:pt x="172" y="133"/>
                </a:cubicBezTo>
                <a:cubicBezTo>
                  <a:pt x="174" y="136"/>
                  <a:pt x="175" y="137"/>
                  <a:pt x="175" y="138"/>
                </a:cubicBezTo>
                <a:cubicBezTo>
                  <a:pt x="176" y="138"/>
                  <a:pt x="176" y="138"/>
                  <a:pt x="177" y="138"/>
                </a:cubicBezTo>
                <a:cubicBezTo>
                  <a:pt x="178" y="139"/>
                  <a:pt x="178" y="140"/>
                  <a:pt x="177" y="141"/>
                </a:cubicBezTo>
                <a:cubicBezTo>
                  <a:pt x="178" y="141"/>
                  <a:pt x="178" y="142"/>
                  <a:pt x="179" y="143"/>
                </a:cubicBezTo>
                <a:cubicBezTo>
                  <a:pt x="182" y="148"/>
                  <a:pt x="182" y="147"/>
                  <a:pt x="185" y="152"/>
                </a:cubicBezTo>
                <a:cubicBezTo>
                  <a:pt x="187" y="155"/>
                  <a:pt x="188" y="158"/>
                  <a:pt x="190" y="161"/>
                </a:cubicBezTo>
                <a:cubicBezTo>
                  <a:pt x="191" y="161"/>
                  <a:pt x="192" y="161"/>
                  <a:pt x="193" y="161"/>
                </a:cubicBezTo>
                <a:cubicBezTo>
                  <a:pt x="193" y="162"/>
                  <a:pt x="193" y="163"/>
                  <a:pt x="192" y="164"/>
                </a:cubicBezTo>
                <a:cubicBezTo>
                  <a:pt x="193" y="166"/>
                  <a:pt x="195" y="168"/>
                  <a:pt x="196" y="170"/>
                </a:cubicBezTo>
                <a:cubicBezTo>
                  <a:pt x="198" y="173"/>
                  <a:pt x="200" y="176"/>
                  <a:pt x="202" y="179"/>
                </a:cubicBezTo>
                <a:cubicBezTo>
                  <a:pt x="204" y="183"/>
                  <a:pt x="206" y="186"/>
                  <a:pt x="207" y="188"/>
                </a:cubicBezTo>
                <a:cubicBezTo>
                  <a:pt x="209" y="191"/>
                  <a:pt x="210" y="194"/>
                  <a:pt x="211" y="196"/>
                </a:cubicBezTo>
                <a:cubicBezTo>
                  <a:pt x="207" y="196"/>
                  <a:pt x="204" y="197"/>
                  <a:pt x="200" y="197"/>
                </a:cubicBezTo>
                <a:cubicBezTo>
                  <a:pt x="197" y="198"/>
                  <a:pt x="194" y="199"/>
                  <a:pt x="190" y="199"/>
                </a:cubicBezTo>
                <a:cubicBezTo>
                  <a:pt x="187" y="200"/>
                  <a:pt x="184" y="200"/>
                  <a:pt x="180" y="200"/>
                </a:cubicBezTo>
                <a:cubicBezTo>
                  <a:pt x="179" y="200"/>
                  <a:pt x="178" y="200"/>
                  <a:pt x="177" y="200"/>
                </a:cubicBezTo>
                <a:cubicBezTo>
                  <a:pt x="176" y="201"/>
                  <a:pt x="176" y="201"/>
                  <a:pt x="175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1" y="201"/>
                  <a:pt x="169" y="201"/>
                  <a:pt x="166" y="202"/>
                </a:cubicBezTo>
                <a:cubicBezTo>
                  <a:pt x="162" y="202"/>
                  <a:pt x="158" y="204"/>
                  <a:pt x="154" y="204"/>
                </a:cubicBezTo>
                <a:cubicBezTo>
                  <a:pt x="151" y="205"/>
                  <a:pt x="147" y="204"/>
                  <a:pt x="143" y="205"/>
                </a:cubicBezTo>
                <a:cubicBezTo>
                  <a:pt x="139" y="205"/>
                  <a:pt x="135" y="206"/>
                  <a:pt x="131" y="206"/>
                </a:cubicBezTo>
                <a:cubicBezTo>
                  <a:pt x="127" y="207"/>
                  <a:pt x="123" y="206"/>
                  <a:pt x="119" y="206"/>
                </a:cubicBezTo>
                <a:cubicBezTo>
                  <a:pt x="115" y="207"/>
                  <a:pt x="111" y="207"/>
                  <a:pt x="107" y="207"/>
                </a:cubicBezTo>
                <a:cubicBezTo>
                  <a:pt x="103" y="207"/>
                  <a:pt x="99" y="207"/>
                  <a:pt x="95" y="207"/>
                </a:cubicBezTo>
                <a:cubicBezTo>
                  <a:pt x="94" y="207"/>
                  <a:pt x="92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91" y="207"/>
                  <a:pt x="91" y="207"/>
                  <a:pt x="91" y="207"/>
                </a:cubicBezTo>
                <a:cubicBezTo>
                  <a:pt x="88" y="206"/>
                  <a:pt x="86" y="206"/>
                  <a:pt x="84" y="206"/>
                </a:cubicBezTo>
                <a:cubicBezTo>
                  <a:pt x="79" y="206"/>
                  <a:pt x="76" y="204"/>
                  <a:pt x="72" y="203"/>
                </a:cubicBezTo>
                <a:cubicBezTo>
                  <a:pt x="68" y="202"/>
                  <a:pt x="64" y="202"/>
                  <a:pt x="60" y="201"/>
                </a:cubicBezTo>
                <a:cubicBezTo>
                  <a:pt x="56" y="200"/>
                  <a:pt x="53" y="198"/>
                  <a:pt x="49" y="196"/>
                </a:cubicBezTo>
                <a:cubicBezTo>
                  <a:pt x="47" y="195"/>
                  <a:pt x="43" y="193"/>
                  <a:pt x="39" y="190"/>
                </a:cubicBezTo>
                <a:cubicBezTo>
                  <a:pt x="36" y="188"/>
                  <a:pt x="32" y="185"/>
                  <a:pt x="29" y="182"/>
                </a:cubicBezTo>
                <a:cubicBezTo>
                  <a:pt x="26" y="180"/>
                  <a:pt x="23" y="177"/>
                  <a:pt x="21" y="173"/>
                </a:cubicBezTo>
                <a:cubicBezTo>
                  <a:pt x="19" y="170"/>
                  <a:pt x="17" y="166"/>
                  <a:pt x="17" y="162"/>
                </a:cubicBezTo>
                <a:cubicBezTo>
                  <a:pt x="16" y="158"/>
                  <a:pt x="16" y="154"/>
                  <a:pt x="17" y="149"/>
                </a:cubicBezTo>
                <a:close/>
                <a:moveTo>
                  <a:pt x="261" y="45"/>
                </a:moveTo>
                <a:cubicBezTo>
                  <a:pt x="261" y="40"/>
                  <a:pt x="265" y="38"/>
                  <a:pt x="268" y="41"/>
                </a:cubicBezTo>
                <a:cubicBezTo>
                  <a:pt x="269" y="46"/>
                  <a:pt x="263" y="48"/>
                  <a:pt x="261" y="45"/>
                </a:cubicBezTo>
                <a:close/>
                <a:moveTo>
                  <a:pt x="236" y="50"/>
                </a:moveTo>
                <a:cubicBezTo>
                  <a:pt x="235" y="50"/>
                  <a:pt x="235" y="50"/>
                  <a:pt x="235" y="49"/>
                </a:cubicBezTo>
                <a:cubicBezTo>
                  <a:pt x="236" y="49"/>
                  <a:pt x="237" y="49"/>
                  <a:pt x="236" y="50"/>
                </a:cubicBezTo>
                <a:close/>
                <a:moveTo>
                  <a:pt x="228" y="106"/>
                </a:moveTo>
                <a:cubicBezTo>
                  <a:pt x="228" y="107"/>
                  <a:pt x="228" y="107"/>
                  <a:pt x="228" y="108"/>
                </a:cubicBezTo>
                <a:cubicBezTo>
                  <a:pt x="227" y="108"/>
                  <a:pt x="226" y="108"/>
                  <a:pt x="226" y="108"/>
                </a:cubicBezTo>
                <a:cubicBezTo>
                  <a:pt x="226" y="106"/>
                  <a:pt x="226" y="106"/>
                  <a:pt x="226" y="106"/>
                </a:cubicBezTo>
                <a:cubicBezTo>
                  <a:pt x="226" y="106"/>
                  <a:pt x="228" y="106"/>
                  <a:pt x="228" y="106"/>
                </a:cubicBezTo>
                <a:close/>
                <a:moveTo>
                  <a:pt x="183" y="138"/>
                </a:moveTo>
                <a:cubicBezTo>
                  <a:pt x="182" y="139"/>
                  <a:pt x="181" y="139"/>
                  <a:pt x="180" y="139"/>
                </a:cubicBezTo>
                <a:cubicBezTo>
                  <a:pt x="181" y="137"/>
                  <a:pt x="182" y="138"/>
                  <a:pt x="183" y="138"/>
                </a:cubicBezTo>
                <a:close/>
                <a:moveTo>
                  <a:pt x="48" y="397"/>
                </a:moveTo>
                <a:cubicBezTo>
                  <a:pt x="48" y="398"/>
                  <a:pt x="48" y="399"/>
                  <a:pt x="50" y="399"/>
                </a:cubicBezTo>
                <a:cubicBezTo>
                  <a:pt x="50" y="397"/>
                  <a:pt x="51" y="396"/>
                  <a:pt x="52" y="399"/>
                </a:cubicBezTo>
                <a:cubicBezTo>
                  <a:pt x="50" y="402"/>
                  <a:pt x="42" y="399"/>
                  <a:pt x="48" y="397"/>
                </a:cubicBezTo>
                <a:close/>
                <a:moveTo>
                  <a:pt x="61" y="471"/>
                </a:moveTo>
                <a:cubicBezTo>
                  <a:pt x="61" y="468"/>
                  <a:pt x="55" y="470"/>
                  <a:pt x="56" y="466"/>
                </a:cubicBezTo>
                <a:cubicBezTo>
                  <a:pt x="59" y="465"/>
                  <a:pt x="67" y="469"/>
                  <a:pt x="61" y="471"/>
                </a:cubicBezTo>
                <a:close/>
                <a:moveTo>
                  <a:pt x="1625" y="189"/>
                </a:moveTo>
                <a:cubicBezTo>
                  <a:pt x="1625" y="193"/>
                  <a:pt x="1625" y="196"/>
                  <a:pt x="1625" y="201"/>
                </a:cubicBezTo>
                <a:cubicBezTo>
                  <a:pt x="1625" y="204"/>
                  <a:pt x="1625" y="208"/>
                  <a:pt x="1624" y="212"/>
                </a:cubicBezTo>
                <a:cubicBezTo>
                  <a:pt x="1624" y="216"/>
                  <a:pt x="1623" y="220"/>
                  <a:pt x="1622" y="224"/>
                </a:cubicBezTo>
                <a:cubicBezTo>
                  <a:pt x="1622" y="227"/>
                  <a:pt x="1621" y="231"/>
                  <a:pt x="1620" y="235"/>
                </a:cubicBezTo>
                <a:cubicBezTo>
                  <a:pt x="1616" y="236"/>
                  <a:pt x="1612" y="237"/>
                  <a:pt x="1609" y="238"/>
                </a:cubicBezTo>
                <a:cubicBezTo>
                  <a:pt x="1604" y="238"/>
                  <a:pt x="1600" y="238"/>
                  <a:pt x="1596" y="239"/>
                </a:cubicBezTo>
                <a:cubicBezTo>
                  <a:pt x="1592" y="239"/>
                  <a:pt x="1588" y="240"/>
                  <a:pt x="1584" y="240"/>
                </a:cubicBezTo>
                <a:cubicBezTo>
                  <a:pt x="1580" y="241"/>
                  <a:pt x="1576" y="241"/>
                  <a:pt x="1572" y="241"/>
                </a:cubicBezTo>
                <a:cubicBezTo>
                  <a:pt x="1569" y="242"/>
                  <a:pt x="1567" y="242"/>
                  <a:pt x="1564" y="242"/>
                </a:cubicBezTo>
                <a:cubicBezTo>
                  <a:pt x="1564" y="242"/>
                  <a:pt x="1563" y="242"/>
                  <a:pt x="1563" y="242"/>
                </a:cubicBezTo>
                <a:cubicBezTo>
                  <a:pt x="1562" y="242"/>
                  <a:pt x="1561" y="243"/>
                  <a:pt x="1560" y="243"/>
                </a:cubicBezTo>
                <a:cubicBezTo>
                  <a:pt x="1557" y="243"/>
                  <a:pt x="1554" y="243"/>
                  <a:pt x="1551" y="243"/>
                </a:cubicBezTo>
                <a:cubicBezTo>
                  <a:pt x="1549" y="243"/>
                  <a:pt x="1546" y="244"/>
                  <a:pt x="1545" y="243"/>
                </a:cubicBezTo>
                <a:cubicBezTo>
                  <a:pt x="1545" y="243"/>
                  <a:pt x="1545" y="243"/>
                  <a:pt x="1545" y="243"/>
                </a:cubicBezTo>
                <a:cubicBezTo>
                  <a:pt x="1541" y="243"/>
                  <a:pt x="1538" y="243"/>
                  <a:pt x="1535" y="243"/>
                </a:cubicBezTo>
                <a:cubicBezTo>
                  <a:pt x="1531" y="243"/>
                  <a:pt x="1527" y="243"/>
                  <a:pt x="1523" y="243"/>
                </a:cubicBezTo>
                <a:cubicBezTo>
                  <a:pt x="1522" y="243"/>
                  <a:pt x="1521" y="243"/>
                  <a:pt x="1519" y="243"/>
                </a:cubicBezTo>
                <a:cubicBezTo>
                  <a:pt x="1517" y="246"/>
                  <a:pt x="1515" y="245"/>
                  <a:pt x="1514" y="244"/>
                </a:cubicBezTo>
                <a:cubicBezTo>
                  <a:pt x="1513" y="244"/>
                  <a:pt x="1512" y="244"/>
                  <a:pt x="1511" y="244"/>
                </a:cubicBezTo>
                <a:cubicBezTo>
                  <a:pt x="1507" y="244"/>
                  <a:pt x="1503" y="243"/>
                  <a:pt x="1499" y="243"/>
                </a:cubicBezTo>
                <a:cubicBezTo>
                  <a:pt x="1495" y="243"/>
                  <a:pt x="1491" y="243"/>
                  <a:pt x="1487" y="242"/>
                </a:cubicBezTo>
                <a:cubicBezTo>
                  <a:pt x="1483" y="242"/>
                  <a:pt x="1479" y="242"/>
                  <a:pt x="1474" y="242"/>
                </a:cubicBezTo>
                <a:cubicBezTo>
                  <a:pt x="1470" y="242"/>
                  <a:pt x="1466" y="241"/>
                  <a:pt x="1462" y="241"/>
                </a:cubicBezTo>
                <a:cubicBezTo>
                  <a:pt x="1466" y="242"/>
                  <a:pt x="1470" y="242"/>
                  <a:pt x="1474" y="243"/>
                </a:cubicBezTo>
                <a:cubicBezTo>
                  <a:pt x="1474" y="243"/>
                  <a:pt x="1474" y="243"/>
                  <a:pt x="1475" y="244"/>
                </a:cubicBezTo>
                <a:cubicBezTo>
                  <a:pt x="1476" y="243"/>
                  <a:pt x="1479" y="243"/>
                  <a:pt x="1481" y="243"/>
                </a:cubicBezTo>
                <a:cubicBezTo>
                  <a:pt x="1481" y="244"/>
                  <a:pt x="1481" y="245"/>
                  <a:pt x="1481" y="245"/>
                </a:cubicBezTo>
                <a:cubicBezTo>
                  <a:pt x="1483" y="246"/>
                  <a:pt x="1484" y="246"/>
                  <a:pt x="1485" y="246"/>
                </a:cubicBezTo>
                <a:cubicBezTo>
                  <a:pt x="1488" y="247"/>
                  <a:pt x="1490" y="247"/>
                  <a:pt x="1492" y="248"/>
                </a:cubicBezTo>
                <a:cubicBezTo>
                  <a:pt x="1493" y="247"/>
                  <a:pt x="1495" y="247"/>
                  <a:pt x="1497" y="247"/>
                </a:cubicBezTo>
                <a:cubicBezTo>
                  <a:pt x="1500" y="247"/>
                  <a:pt x="1501" y="249"/>
                  <a:pt x="1504" y="249"/>
                </a:cubicBezTo>
                <a:cubicBezTo>
                  <a:pt x="1504" y="249"/>
                  <a:pt x="1504" y="250"/>
                  <a:pt x="1504" y="250"/>
                </a:cubicBezTo>
                <a:cubicBezTo>
                  <a:pt x="1506" y="250"/>
                  <a:pt x="1507" y="250"/>
                  <a:pt x="1509" y="251"/>
                </a:cubicBezTo>
                <a:cubicBezTo>
                  <a:pt x="1513" y="251"/>
                  <a:pt x="1517" y="252"/>
                  <a:pt x="1521" y="253"/>
                </a:cubicBezTo>
                <a:cubicBezTo>
                  <a:pt x="1525" y="254"/>
                  <a:pt x="1528" y="254"/>
                  <a:pt x="1532" y="254"/>
                </a:cubicBezTo>
                <a:cubicBezTo>
                  <a:pt x="1536" y="255"/>
                  <a:pt x="1540" y="255"/>
                  <a:pt x="1544" y="256"/>
                </a:cubicBezTo>
                <a:cubicBezTo>
                  <a:pt x="1548" y="256"/>
                  <a:pt x="1552" y="256"/>
                  <a:pt x="1556" y="256"/>
                </a:cubicBezTo>
                <a:cubicBezTo>
                  <a:pt x="1560" y="257"/>
                  <a:pt x="1564" y="257"/>
                  <a:pt x="1568" y="257"/>
                </a:cubicBezTo>
                <a:cubicBezTo>
                  <a:pt x="1572" y="257"/>
                  <a:pt x="1576" y="258"/>
                  <a:pt x="1580" y="258"/>
                </a:cubicBezTo>
                <a:cubicBezTo>
                  <a:pt x="1584" y="258"/>
                  <a:pt x="1588" y="259"/>
                  <a:pt x="1592" y="259"/>
                </a:cubicBezTo>
                <a:cubicBezTo>
                  <a:pt x="1596" y="259"/>
                  <a:pt x="1600" y="259"/>
                  <a:pt x="1604" y="259"/>
                </a:cubicBezTo>
                <a:cubicBezTo>
                  <a:pt x="1608" y="259"/>
                  <a:pt x="1612" y="258"/>
                  <a:pt x="1616" y="258"/>
                </a:cubicBezTo>
                <a:cubicBezTo>
                  <a:pt x="1615" y="261"/>
                  <a:pt x="1614" y="265"/>
                  <a:pt x="1614" y="267"/>
                </a:cubicBezTo>
                <a:cubicBezTo>
                  <a:pt x="1613" y="270"/>
                  <a:pt x="1612" y="273"/>
                  <a:pt x="1611" y="276"/>
                </a:cubicBezTo>
                <a:cubicBezTo>
                  <a:pt x="1607" y="277"/>
                  <a:pt x="1603" y="277"/>
                  <a:pt x="1599" y="277"/>
                </a:cubicBezTo>
                <a:cubicBezTo>
                  <a:pt x="1596" y="278"/>
                  <a:pt x="1593" y="278"/>
                  <a:pt x="1590" y="279"/>
                </a:cubicBezTo>
                <a:cubicBezTo>
                  <a:pt x="1589" y="279"/>
                  <a:pt x="1589" y="280"/>
                  <a:pt x="1588" y="280"/>
                </a:cubicBezTo>
                <a:cubicBezTo>
                  <a:pt x="1587" y="280"/>
                  <a:pt x="1587" y="280"/>
                  <a:pt x="1587" y="280"/>
                </a:cubicBezTo>
                <a:cubicBezTo>
                  <a:pt x="1583" y="280"/>
                  <a:pt x="1579" y="280"/>
                  <a:pt x="1575" y="281"/>
                </a:cubicBezTo>
                <a:cubicBezTo>
                  <a:pt x="1572" y="281"/>
                  <a:pt x="1568" y="282"/>
                  <a:pt x="1565" y="282"/>
                </a:cubicBezTo>
                <a:cubicBezTo>
                  <a:pt x="1564" y="283"/>
                  <a:pt x="1562" y="284"/>
                  <a:pt x="1561" y="282"/>
                </a:cubicBezTo>
                <a:cubicBezTo>
                  <a:pt x="1557" y="282"/>
                  <a:pt x="1554" y="283"/>
                  <a:pt x="1551" y="283"/>
                </a:cubicBezTo>
                <a:cubicBezTo>
                  <a:pt x="1547" y="283"/>
                  <a:pt x="1543" y="283"/>
                  <a:pt x="1539" y="283"/>
                </a:cubicBezTo>
                <a:cubicBezTo>
                  <a:pt x="1539" y="283"/>
                  <a:pt x="1539" y="283"/>
                  <a:pt x="1539" y="283"/>
                </a:cubicBezTo>
                <a:cubicBezTo>
                  <a:pt x="1539" y="284"/>
                  <a:pt x="1539" y="285"/>
                  <a:pt x="1539" y="285"/>
                </a:cubicBezTo>
                <a:cubicBezTo>
                  <a:pt x="1538" y="285"/>
                  <a:pt x="1537" y="284"/>
                  <a:pt x="1536" y="284"/>
                </a:cubicBezTo>
                <a:cubicBezTo>
                  <a:pt x="1533" y="284"/>
                  <a:pt x="1530" y="284"/>
                  <a:pt x="1527" y="284"/>
                </a:cubicBezTo>
                <a:cubicBezTo>
                  <a:pt x="1523" y="284"/>
                  <a:pt x="1519" y="284"/>
                  <a:pt x="1515" y="284"/>
                </a:cubicBezTo>
                <a:cubicBezTo>
                  <a:pt x="1511" y="284"/>
                  <a:pt x="1507" y="284"/>
                  <a:pt x="1503" y="284"/>
                </a:cubicBezTo>
                <a:cubicBezTo>
                  <a:pt x="1499" y="283"/>
                  <a:pt x="1495" y="284"/>
                  <a:pt x="1491" y="283"/>
                </a:cubicBezTo>
                <a:cubicBezTo>
                  <a:pt x="1487" y="283"/>
                  <a:pt x="1483" y="283"/>
                  <a:pt x="1479" y="283"/>
                </a:cubicBezTo>
                <a:cubicBezTo>
                  <a:pt x="1475" y="283"/>
                  <a:pt x="1471" y="283"/>
                  <a:pt x="1467" y="282"/>
                </a:cubicBezTo>
                <a:cubicBezTo>
                  <a:pt x="1463" y="282"/>
                  <a:pt x="1459" y="282"/>
                  <a:pt x="1454" y="281"/>
                </a:cubicBezTo>
                <a:cubicBezTo>
                  <a:pt x="1459" y="282"/>
                  <a:pt x="1463" y="283"/>
                  <a:pt x="1467" y="284"/>
                </a:cubicBezTo>
                <a:cubicBezTo>
                  <a:pt x="1471" y="285"/>
                  <a:pt x="1475" y="286"/>
                  <a:pt x="1479" y="287"/>
                </a:cubicBezTo>
                <a:cubicBezTo>
                  <a:pt x="1484" y="288"/>
                  <a:pt x="1488" y="289"/>
                  <a:pt x="1492" y="289"/>
                </a:cubicBezTo>
                <a:cubicBezTo>
                  <a:pt x="1496" y="290"/>
                  <a:pt x="1500" y="291"/>
                  <a:pt x="1504" y="292"/>
                </a:cubicBezTo>
                <a:cubicBezTo>
                  <a:pt x="1508" y="292"/>
                  <a:pt x="1512" y="293"/>
                  <a:pt x="1516" y="294"/>
                </a:cubicBezTo>
                <a:cubicBezTo>
                  <a:pt x="1520" y="295"/>
                  <a:pt x="1525" y="295"/>
                  <a:pt x="1529" y="295"/>
                </a:cubicBezTo>
                <a:cubicBezTo>
                  <a:pt x="1533" y="296"/>
                  <a:pt x="1537" y="296"/>
                  <a:pt x="1541" y="296"/>
                </a:cubicBezTo>
                <a:cubicBezTo>
                  <a:pt x="1541" y="296"/>
                  <a:pt x="1541" y="296"/>
                  <a:pt x="1542" y="296"/>
                </a:cubicBezTo>
                <a:cubicBezTo>
                  <a:pt x="1542" y="296"/>
                  <a:pt x="1542" y="296"/>
                  <a:pt x="1543" y="295"/>
                </a:cubicBezTo>
                <a:cubicBezTo>
                  <a:pt x="1544" y="295"/>
                  <a:pt x="1544" y="296"/>
                  <a:pt x="1544" y="297"/>
                </a:cubicBezTo>
                <a:cubicBezTo>
                  <a:pt x="1547" y="297"/>
                  <a:pt x="1550" y="297"/>
                  <a:pt x="1554" y="297"/>
                </a:cubicBezTo>
                <a:cubicBezTo>
                  <a:pt x="1558" y="298"/>
                  <a:pt x="1562" y="298"/>
                  <a:pt x="1566" y="298"/>
                </a:cubicBezTo>
                <a:cubicBezTo>
                  <a:pt x="1570" y="298"/>
                  <a:pt x="1574" y="299"/>
                  <a:pt x="1578" y="299"/>
                </a:cubicBezTo>
                <a:cubicBezTo>
                  <a:pt x="1582" y="299"/>
                  <a:pt x="1587" y="299"/>
                  <a:pt x="1591" y="299"/>
                </a:cubicBezTo>
                <a:cubicBezTo>
                  <a:pt x="1595" y="299"/>
                  <a:pt x="1599" y="299"/>
                  <a:pt x="1603" y="299"/>
                </a:cubicBezTo>
                <a:cubicBezTo>
                  <a:pt x="1603" y="301"/>
                  <a:pt x="1603" y="302"/>
                  <a:pt x="1602" y="303"/>
                </a:cubicBezTo>
                <a:cubicBezTo>
                  <a:pt x="1601" y="307"/>
                  <a:pt x="1601" y="307"/>
                  <a:pt x="1600" y="311"/>
                </a:cubicBezTo>
                <a:cubicBezTo>
                  <a:pt x="1600" y="313"/>
                  <a:pt x="1598" y="315"/>
                  <a:pt x="1598" y="317"/>
                </a:cubicBezTo>
                <a:cubicBezTo>
                  <a:pt x="1594" y="318"/>
                  <a:pt x="1590" y="318"/>
                  <a:pt x="1586" y="319"/>
                </a:cubicBezTo>
                <a:cubicBezTo>
                  <a:pt x="1582" y="319"/>
                  <a:pt x="1579" y="321"/>
                  <a:pt x="1575" y="321"/>
                </a:cubicBezTo>
                <a:cubicBezTo>
                  <a:pt x="1571" y="321"/>
                  <a:pt x="1567" y="321"/>
                  <a:pt x="1563" y="322"/>
                </a:cubicBezTo>
                <a:cubicBezTo>
                  <a:pt x="1559" y="322"/>
                  <a:pt x="1556" y="322"/>
                  <a:pt x="1552" y="323"/>
                </a:cubicBezTo>
                <a:cubicBezTo>
                  <a:pt x="1548" y="323"/>
                  <a:pt x="1544" y="324"/>
                  <a:pt x="1540" y="324"/>
                </a:cubicBezTo>
                <a:cubicBezTo>
                  <a:pt x="1536" y="324"/>
                  <a:pt x="1533" y="324"/>
                  <a:pt x="1529" y="325"/>
                </a:cubicBezTo>
                <a:cubicBezTo>
                  <a:pt x="1526" y="325"/>
                  <a:pt x="1524" y="325"/>
                  <a:pt x="1522" y="325"/>
                </a:cubicBezTo>
                <a:cubicBezTo>
                  <a:pt x="1521" y="325"/>
                  <a:pt x="1521" y="325"/>
                  <a:pt x="1521" y="326"/>
                </a:cubicBezTo>
                <a:cubicBezTo>
                  <a:pt x="1520" y="325"/>
                  <a:pt x="1520" y="325"/>
                  <a:pt x="1519" y="325"/>
                </a:cubicBezTo>
                <a:cubicBezTo>
                  <a:pt x="1519" y="325"/>
                  <a:pt x="1518" y="325"/>
                  <a:pt x="1517" y="325"/>
                </a:cubicBezTo>
                <a:cubicBezTo>
                  <a:pt x="1513" y="325"/>
                  <a:pt x="1510" y="324"/>
                  <a:pt x="1506" y="324"/>
                </a:cubicBezTo>
                <a:cubicBezTo>
                  <a:pt x="1502" y="324"/>
                  <a:pt x="1498" y="324"/>
                  <a:pt x="1494" y="324"/>
                </a:cubicBezTo>
                <a:cubicBezTo>
                  <a:pt x="1490" y="324"/>
                  <a:pt x="1487" y="324"/>
                  <a:pt x="1483" y="324"/>
                </a:cubicBezTo>
                <a:cubicBezTo>
                  <a:pt x="1479" y="324"/>
                  <a:pt x="1475" y="323"/>
                  <a:pt x="1471" y="323"/>
                </a:cubicBezTo>
                <a:cubicBezTo>
                  <a:pt x="1467" y="323"/>
                  <a:pt x="1463" y="323"/>
                  <a:pt x="1459" y="323"/>
                </a:cubicBezTo>
                <a:cubicBezTo>
                  <a:pt x="1456" y="323"/>
                  <a:pt x="1451" y="322"/>
                  <a:pt x="1447" y="322"/>
                </a:cubicBezTo>
                <a:cubicBezTo>
                  <a:pt x="1451" y="323"/>
                  <a:pt x="1456" y="323"/>
                  <a:pt x="1460" y="324"/>
                </a:cubicBezTo>
                <a:cubicBezTo>
                  <a:pt x="1464" y="325"/>
                  <a:pt x="1468" y="326"/>
                  <a:pt x="1472" y="327"/>
                </a:cubicBezTo>
                <a:cubicBezTo>
                  <a:pt x="1476" y="328"/>
                  <a:pt x="1480" y="328"/>
                  <a:pt x="1484" y="329"/>
                </a:cubicBezTo>
                <a:cubicBezTo>
                  <a:pt x="1488" y="330"/>
                  <a:pt x="1491" y="331"/>
                  <a:pt x="1495" y="332"/>
                </a:cubicBezTo>
                <a:cubicBezTo>
                  <a:pt x="1499" y="333"/>
                  <a:pt x="1503" y="333"/>
                  <a:pt x="1507" y="334"/>
                </a:cubicBezTo>
                <a:cubicBezTo>
                  <a:pt x="1511" y="335"/>
                  <a:pt x="1515" y="334"/>
                  <a:pt x="1519" y="335"/>
                </a:cubicBezTo>
                <a:cubicBezTo>
                  <a:pt x="1523" y="335"/>
                  <a:pt x="1527" y="336"/>
                  <a:pt x="1531" y="336"/>
                </a:cubicBezTo>
                <a:cubicBezTo>
                  <a:pt x="1535" y="337"/>
                  <a:pt x="1539" y="337"/>
                  <a:pt x="1543" y="338"/>
                </a:cubicBezTo>
                <a:cubicBezTo>
                  <a:pt x="1547" y="338"/>
                  <a:pt x="1551" y="339"/>
                  <a:pt x="1555" y="339"/>
                </a:cubicBezTo>
                <a:cubicBezTo>
                  <a:pt x="1559" y="339"/>
                  <a:pt x="1563" y="339"/>
                  <a:pt x="1568" y="340"/>
                </a:cubicBezTo>
                <a:cubicBezTo>
                  <a:pt x="1569" y="340"/>
                  <a:pt x="1570" y="340"/>
                  <a:pt x="1571" y="340"/>
                </a:cubicBezTo>
                <a:cubicBezTo>
                  <a:pt x="1571" y="339"/>
                  <a:pt x="1571" y="339"/>
                  <a:pt x="1571" y="339"/>
                </a:cubicBezTo>
                <a:cubicBezTo>
                  <a:pt x="1572" y="339"/>
                  <a:pt x="1572" y="339"/>
                  <a:pt x="1572" y="339"/>
                </a:cubicBezTo>
                <a:cubicBezTo>
                  <a:pt x="1575" y="339"/>
                  <a:pt x="1577" y="339"/>
                  <a:pt x="1580" y="339"/>
                </a:cubicBezTo>
                <a:cubicBezTo>
                  <a:pt x="1584" y="339"/>
                  <a:pt x="1588" y="339"/>
                  <a:pt x="1592" y="340"/>
                </a:cubicBezTo>
                <a:cubicBezTo>
                  <a:pt x="1591" y="343"/>
                  <a:pt x="1590" y="346"/>
                  <a:pt x="1589" y="349"/>
                </a:cubicBezTo>
                <a:cubicBezTo>
                  <a:pt x="1588" y="352"/>
                  <a:pt x="1588" y="356"/>
                  <a:pt x="1588" y="359"/>
                </a:cubicBezTo>
                <a:cubicBezTo>
                  <a:pt x="1584" y="359"/>
                  <a:pt x="1579" y="359"/>
                  <a:pt x="1575" y="360"/>
                </a:cubicBezTo>
                <a:cubicBezTo>
                  <a:pt x="1573" y="360"/>
                  <a:pt x="1570" y="361"/>
                  <a:pt x="1568" y="361"/>
                </a:cubicBezTo>
                <a:cubicBezTo>
                  <a:pt x="1568" y="362"/>
                  <a:pt x="1568" y="362"/>
                  <a:pt x="1568" y="362"/>
                </a:cubicBezTo>
                <a:cubicBezTo>
                  <a:pt x="1566" y="362"/>
                  <a:pt x="1566" y="362"/>
                  <a:pt x="1566" y="361"/>
                </a:cubicBezTo>
                <a:cubicBezTo>
                  <a:pt x="1565" y="362"/>
                  <a:pt x="1564" y="362"/>
                  <a:pt x="1563" y="362"/>
                </a:cubicBezTo>
                <a:cubicBezTo>
                  <a:pt x="1559" y="362"/>
                  <a:pt x="1555" y="363"/>
                  <a:pt x="1551" y="363"/>
                </a:cubicBezTo>
                <a:cubicBezTo>
                  <a:pt x="1547" y="363"/>
                  <a:pt x="1543" y="364"/>
                  <a:pt x="1539" y="364"/>
                </a:cubicBezTo>
                <a:cubicBezTo>
                  <a:pt x="1538" y="364"/>
                  <a:pt x="1537" y="364"/>
                  <a:pt x="1536" y="364"/>
                </a:cubicBezTo>
                <a:cubicBezTo>
                  <a:pt x="1535" y="365"/>
                  <a:pt x="1535" y="364"/>
                  <a:pt x="1535" y="364"/>
                </a:cubicBezTo>
                <a:cubicBezTo>
                  <a:pt x="1532" y="364"/>
                  <a:pt x="1529" y="364"/>
                  <a:pt x="1526" y="364"/>
                </a:cubicBezTo>
                <a:cubicBezTo>
                  <a:pt x="1522" y="365"/>
                  <a:pt x="1518" y="365"/>
                  <a:pt x="1514" y="365"/>
                </a:cubicBezTo>
                <a:cubicBezTo>
                  <a:pt x="1510" y="365"/>
                  <a:pt x="1506" y="365"/>
                  <a:pt x="1502" y="365"/>
                </a:cubicBezTo>
                <a:cubicBezTo>
                  <a:pt x="1498" y="365"/>
                  <a:pt x="1494" y="365"/>
                  <a:pt x="1490" y="365"/>
                </a:cubicBezTo>
                <a:cubicBezTo>
                  <a:pt x="1486" y="365"/>
                  <a:pt x="1482" y="364"/>
                  <a:pt x="1478" y="364"/>
                </a:cubicBezTo>
                <a:cubicBezTo>
                  <a:pt x="1474" y="364"/>
                  <a:pt x="1470" y="364"/>
                  <a:pt x="1465" y="364"/>
                </a:cubicBezTo>
                <a:cubicBezTo>
                  <a:pt x="1461" y="364"/>
                  <a:pt x="1457" y="363"/>
                  <a:pt x="1453" y="363"/>
                </a:cubicBezTo>
                <a:cubicBezTo>
                  <a:pt x="1449" y="363"/>
                  <a:pt x="1445" y="363"/>
                  <a:pt x="1441" y="362"/>
                </a:cubicBezTo>
                <a:cubicBezTo>
                  <a:pt x="1445" y="363"/>
                  <a:pt x="1449" y="364"/>
                  <a:pt x="1453" y="365"/>
                </a:cubicBezTo>
                <a:cubicBezTo>
                  <a:pt x="1457" y="366"/>
                  <a:pt x="1461" y="367"/>
                  <a:pt x="1464" y="368"/>
                </a:cubicBezTo>
                <a:cubicBezTo>
                  <a:pt x="1468" y="369"/>
                  <a:pt x="1472" y="369"/>
                  <a:pt x="1476" y="370"/>
                </a:cubicBezTo>
                <a:cubicBezTo>
                  <a:pt x="1480" y="370"/>
                  <a:pt x="1484" y="371"/>
                  <a:pt x="1488" y="372"/>
                </a:cubicBezTo>
                <a:cubicBezTo>
                  <a:pt x="1492" y="373"/>
                  <a:pt x="1496" y="374"/>
                  <a:pt x="1500" y="374"/>
                </a:cubicBezTo>
                <a:cubicBezTo>
                  <a:pt x="1504" y="375"/>
                  <a:pt x="1508" y="376"/>
                  <a:pt x="1512" y="376"/>
                </a:cubicBezTo>
                <a:cubicBezTo>
                  <a:pt x="1516" y="377"/>
                  <a:pt x="1520" y="377"/>
                  <a:pt x="1524" y="377"/>
                </a:cubicBezTo>
                <a:cubicBezTo>
                  <a:pt x="1528" y="378"/>
                  <a:pt x="1532" y="378"/>
                  <a:pt x="1536" y="378"/>
                </a:cubicBezTo>
                <a:cubicBezTo>
                  <a:pt x="1540" y="378"/>
                  <a:pt x="1544" y="379"/>
                  <a:pt x="1548" y="379"/>
                </a:cubicBezTo>
                <a:cubicBezTo>
                  <a:pt x="1552" y="379"/>
                  <a:pt x="1556" y="380"/>
                  <a:pt x="1560" y="380"/>
                </a:cubicBezTo>
                <a:cubicBezTo>
                  <a:pt x="1564" y="380"/>
                  <a:pt x="1568" y="380"/>
                  <a:pt x="1572" y="380"/>
                </a:cubicBezTo>
                <a:cubicBezTo>
                  <a:pt x="1576" y="380"/>
                  <a:pt x="1580" y="380"/>
                  <a:pt x="1584" y="380"/>
                </a:cubicBezTo>
                <a:cubicBezTo>
                  <a:pt x="1583" y="383"/>
                  <a:pt x="1583" y="386"/>
                  <a:pt x="1582" y="389"/>
                </a:cubicBezTo>
                <a:cubicBezTo>
                  <a:pt x="1582" y="392"/>
                  <a:pt x="1583" y="396"/>
                  <a:pt x="1583" y="399"/>
                </a:cubicBezTo>
                <a:cubicBezTo>
                  <a:pt x="1582" y="399"/>
                  <a:pt x="1582" y="399"/>
                  <a:pt x="1581" y="399"/>
                </a:cubicBezTo>
                <a:cubicBezTo>
                  <a:pt x="1580" y="400"/>
                  <a:pt x="1578" y="401"/>
                  <a:pt x="1577" y="400"/>
                </a:cubicBezTo>
                <a:cubicBezTo>
                  <a:pt x="1575" y="400"/>
                  <a:pt x="1573" y="401"/>
                  <a:pt x="1571" y="401"/>
                </a:cubicBezTo>
                <a:cubicBezTo>
                  <a:pt x="1566" y="401"/>
                  <a:pt x="1562" y="401"/>
                  <a:pt x="1558" y="402"/>
                </a:cubicBezTo>
                <a:cubicBezTo>
                  <a:pt x="1554" y="402"/>
                  <a:pt x="1550" y="402"/>
                  <a:pt x="1546" y="403"/>
                </a:cubicBezTo>
                <a:cubicBezTo>
                  <a:pt x="1545" y="403"/>
                  <a:pt x="1545" y="403"/>
                  <a:pt x="1544" y="403"/>
                </a:cubicBezTo>
                <a:cubicBezTo>
                  <a:pt x="1544" y="403"/>
                  <a:pt x="1544" y="404"/>
                  <a:pt x="1545" y="404"/>
                </a:cubicBezTo>
                <a:cubicBezTo>
                  <a:pt x="1544" y="404"/>
                  <a:pt x="1543" y="403"/>
                  <a:pt x="1542" y="403"/>
                </a:cubicBezTo>
                <a:cubicBezTo>
                  <a:pt x="1539" y="404"/>
                  <a:pt x="1536" y="404"/>
                  <a:pt x="1533" y="405"/>
                </a:cubicBezTo>
                <a:cubicBezTo>
                  <a:pt x="1529" y="405"/>
                  <a:pt x="1525" y="405"/>
                  <a:pt x="1521" y="405"/>
                </a:cubicBezTo>
                <a:cubicBezTo>
                  <a:pt x="1517" y="405"/>
                  <a:pt x="1513" y="406"/>
                  <a:pt x="1508" y="406"/>
                </a:cubicBezTo>
                <a:cubicBezTo>
                  <a:pt x="1504" y="406"/>
                  <a:pt x="1500" y="405"/>
                  <a:pt x="1496" y="405"/>
                </a:cubicBezTo>
                <a:cubicBezTo>
                  <a:pt x="1492" y="405"/>
                  <a:pt x="1488" y="405"/>
                  <a:pt x="1484" y="405"/>
                </a:cubicBezTo>
                <a:cubicBezTo>
                  <a:pt x="1479" y="405"/>
                  <a:pt x="1475" y="406"/>
                  <a:pt x="1471" y="405"/>
                </a:cubicBezTo>
                <a:cubicBezTo>
                  <a:pt x="1467" y="405"/>
                  <a:pt x="1463" y="405"/>
                  <a:pt x="1459" y="405"/>
                </a:cubicBezTo>
                <a:cubicBezTo>
                  <a:pt x="1455" y="404"/>
                  <a:pt x="1451" y="404"/>
                  <a:pt x="1446" y="404"/>
                </a:cubicBezTo>
                <a:cubicBezTo>
                  <a:pt x="1442" y="404"/>
                  <a:pt x="1438" y="403"/>
                  <a:pt x="1434" y="403"/>
                </a:cubicBezTo>
                <a:cubicBezTo>
                  <a:pt x="1437" y="404"/>
                  <a:pt x="1441" y="404"/>
                  <a:pt x="1445" y="405"/>
                </a:cubicBezTo>
                <a:cubicBezTo>
                  <a:pt x="1445" y="404"/>
                  <a:pt x="1446" y="405"/>
                  <a:pt x="1448" y="406"/>
                </a:cubicBezTo>
                <a:cubicBezTo>
                  <a:pt x="1451" y="406"/>
                  <a:pt x="1454" y="407"/>
                  <a:pt x="1457" y="408"/>
                </a:cubicBezTo>
                <a:cubicBezTo>
                  <a:pt x="1461" y="408"/>
                  <a:pt x="1464" y="409"/>
                  <a:pt x="1468" y="410"/>
                </a:cubicBezTo>
                <a:cubicBezTo>
                  <a:pt x="1472" y="411"/>
                  <a:pt x="1476" y="411"/>
                  <a:pt x="1480" y="412"/>
                </a:cubicBezTo>
                <a:cubicBezTo>
                  <a:pt x="1483" y="413"/>
                  <a:pt x="1487" y="413"/>
                  <a:pt x="1491" y="414"/>
                </a:cubicBezTo>
                <a:cubicBezTo>
                  <a:pt x="1495" y="415"/>
                  <a:pt x="1499" y="416"/>
                  <a:pt x="1502" y="417"/>
                </a:cubicBezTo>
                <a:cubicBezTo>
                  <a:pt x="1506" y="417"/>
                  <a:pt x="1510" y="417"/>
                  <a:pt x="1514" y="418"/>
                </a:cubicBezTo>
                <a:cubicBezTo>
                  <a:pt x="1518" y="418"/>
                  <a:pt x="1522" y="418"/>
                  <a:pt x="1526" y="418"/>
                </a:cubicBezTo>
                <a:cubicBezTo>
                  <a:pt x="1528" y="418"/>
                  <a:pt x="1531" y="419"/>
                  <a:pt x="1534" y="419"/>
                </a:cubicBezTo>
                <a:cubicBezTo>
                  <a:pt x="1534" y="419"/>
                  <a:pt x="1534" y="418"/>
                  <a:pt x="1535" y="418"/>
                </a:cubicBezTo>
                <a:cubicBezTo>
                  <a:pt x="1536" y="418"/>
                  <a:pt x="1536" y="419"/>
                  <a:pt x="1536" y="419"/>
                </a:cubicBezTo>
                <a:cubicBezTo>
                  <a:pt x="1537" y="419"/>
                  <a:pt x="1537" y="419"/>
                  <a:pt x="1537" y="419"/>
                </a:cubicBezTo>
                <a:cubicBezTo>
                  <a:pt x="1541" y="420"/>
                  <a:pt x="1545" y="420"/>
                  <a:pt x="1549" y="421"/>
                </a:cubicBezTo>
                <a:cubicBezTo>
                  <a:pt x="1552" y="421"/>
                  <a:pt x="1556" y="421"/>
                  <a:pt x="1560" y="421"/>
                </a:cubicBezTo>
                <a:cubicBezTo>
                  <a:pt x="1564" y="421"/>
                  <a:pt x="1568" y="421"/>
                  <a:pt x="1572" y="421"/>
                </a:cubicBezTo>
                <a:cubicBezTo>
                  <a:pt x="1576" y="421"/>
                  <a:pt x="1580" y="420"/>
                  <a:pt x="1584" y="420"/>
                </a:cubicBezTo>
                <a:cubicBezTo>
                  <a:pt x="1584" y="426"/>
                  <a:pt x="1583" y="432"/>
                  <a:pt x="1583" y="438"/>
                </a:cubicBezTo>
                <a:cubicBezTo>
                  <a:pt x="1579" y="438"/>
                  <a:pt x="1575" y="439"/>
                  <a:pt x="1571" y="440"/>
                </a:cubicBezTo>
                <a:cubicBezTo>
                  <a:pt x="1567" y="440"/>
                  <a:pt x="1563" y="441"/>
                  <a:pt x="1559" y="442"/>
                </a:cubicBezTo>
                <a:cubicBezTo>
                  <a:pt x="1555" y="442"/>
                  <a:pt x="1551" y="442"/>
                  <a:pt x="1547" y="442"/>
                </a:cubicBezTo>
                <a:cubicBezTo>
                  <a:pt x="1547" y="442"/>
                  <a:pt x="1548" y="442"/>
                  <a:pt x="1548" y="443"/>
                </a:cubicBezTo>
                <a:cubicBezTo>
                  <a:pt x="1545" y="446"/>
                  <a:pt x="1542" y="445"/>
                  <a:pt x="1542" y="443"/>
                </a:cubicBezTo>
                <a:cubicBezTo>
                  <a:pt x="1539" y="444"/>
                  <a:pt x="1537" y="444"/>
                  <a:pt x="1535" y="444"/>
                </a:cubicBezTo>
                <a:cubicBezTo>
                  <a:pt x="1531" y="445"/>
                  <a:pt x="1527" y="445"/>
                  <a:pt x="1523" y="445"/>
                </a:cubicBezTo>
                <a:cubicBezTo>
                  <a:pt x="1519" y="446"/>
                  <a:pt x="1515" y="446"/>
                  <a:pt x="1511" y="446"/>
                </a:cubicBezTo>
                <a:cubicBezTo>
                  <a:pt x="1507" y="446"/>
                  <a:pt x="1503" y="446"/>
                  <a:pt x="1499" y="446"/>
                </a:cubicBezTo>
                <a:cubicBezTo>
                  <a:pt x="1495" y="446"/>
                  <a:pt x="1491" y="446"/>
                  <a:pt x="1487" y="446"/>
                </a:cubicBezTo>
                <a:cubicBezTo>
                  <a:pt x="1483" y="446"/>
                  <a:pt x="1479" y="446"/>
                  <a:pt x="1475" y="446"/>
                </a:cubicBezTo>
                <a:cubicBezTo>
                  <a:pt x="1475" y="446"/>
                  <a:pt x="1475" y="446"/>
                  <a:pt x="1475" y="446"/>
                </a:cubicBezTo>
                <a:cubicBezTo>
                  <a:pt x="1474" y="446"/>
                  <a:pt x="1474" y="446"/>
                  <a:pt x="1474" y="446"/>
                </a:cubicBezTo>
                <a:cubicBezTo>
                  <a:pt x="1470" y="446"/>
                  <a:pt x="1467" y="445"/>
                  <a:pt x="1463" y="445"/>
                </a:cubicBezTo>
                <a:cubicBezTo>
                  <a:pt x="1459" y="445"/>
                  <a:pt x="1455" y="445"/>
                  <a:pt x="1451" y="444"/>
                </a:cubicBezTo>
                <a:cubicBezTo>
                  <a:pt x="1447" y="444"/>
                  <a:pt x="1443" y="445"/>
                  <a:pt x="1439" y="445"/>
                </a:cubicBezTo>
                <a:cubicBezTo>
                  <a:pt x="1435" y="444"/>
                  <a:pt x="1431" y="444"/>
                  <a:pt x="1426" y="443"/>
                </a:cubicBezTo>
                <a:cubicBezTo>
                  <a:pt x="1430" y="444"/>
                  <a:pt x="1434" y="445"/>
                  <a:pt x="1438" y="445"/>
                </a:cubicBezTo>
                <a:cubicBezTo>
                  <a:pt x="1442" y="446"/>
                  <a:pt x="1446" y="448"/>
                  <a:pt x="1449" y="449"/>
                </a:cubicBezTo>
                <a:cubicBezTo>
                  <a:pt x="1453" y="449"/>
                  <a:pt x="1457" y="450"/>
                  <a:pt x="1461" y="451"/>
                </a:cubicBezTo>
                <a:cubicBezTo>
                  <a:pt x="1465" y="451"/>
                  <a:pt x="1468" y="452"/>
                  <a:pt x="1472" y="453"/>
                </a:cubicBezTo>
                <a:cubicBezTo>
                  <a:pt x="1476" y="453"/>
                  <a:pt x="1480" y="454"/>
                  <a:pt x="1484" y="454"/>
                </a:cubicBezTo>
                <a:cubicBezTo>
                  <a:pt x="1487" y="455"/>
                  <a:pt x="1491" y="456"/>
                  <a:pt x="1495" y="457"/>
                </a:cubicBezTo>
                <a:cubicBezTo>
                  <a:pt x="1499" y="457"/>
                  <a:pt x="1503" y="457"/>
                  <a:pt x="1506" y="458"/>
                </a:cubicBezTo>
                <a:cubicBezTo>
                  <a:pt x="1510" y="458"/>
                  <a:pt x="1514" y="459"/>
                  <a:pt x="1518" y="459"/>
                </a:cubicBezTo>
                <a:cubicBezTo>
                  <a:pt x="1522" y="459"/>
                  <a:pt x="1526" y="460"/>
                  <a:pt x="1529" y="460"/>
                </a:cubicBezTo>
                <a:cubicBezTo>
                  <a:pt x="1533" y="460"/>
                  <a:pt x="1537" y="460"/>
                  <a:pt x="1541" y="461"/>
                </a:cubicBezTo>
                <a:cubicBezTo>
                  <a:pt x="1545" y="461"/>
                  <a:pt x="1549" y="461"/>
                  <a:pt x="1553" y="461"/>
                </a:cubicBezTo>
                <a:cubicBezTo>
                  <a:pt x="1556" y="461"/>
                  <a:pt x="1560" y="461"/>
                  <a:pt x="1564" y="461"/>
                </a:cubicBezTo>
                <a:cubicBezTo>
                  <a:pt x="1568" y="461"/>
                  <a:pt x="1572" y="461"/>
                  <a:pt x="1576" y="461"/>
                </a:cubicBezTo>
                <a:cubicBezTo>
                  <a:pt x="1576" y="461"/>
                  <a:pt x="1576" y="461"/>
                  <a:pt x="1576" y="461"/>
                </a:cubicBezTo>
                <a:cubicBezTo>
                  <a:pt x="1575" y="464"/>
                  <a:pt x="1573" y="466"/>
                  <a:pt x="1571" y="467"/>
                </a:cubicBezTo>
                <a:cubicBezTo>
                  <a:pt x="1571" y="468"/>
                  <a:pt x="1571" y="468"/>
                  <a:pt x="1570" y="468"/>
                </a:cubicBezTo>
                <a:cubicBezTo>
                  <a:pt x="1570" y="469"/>
                  <a:pt x="1569" y="470"/>
                  <a:pt x="1568" y="470"/>
                </a:cubicBezTo>
                <a:cubicBezTo>
                  <a:pt x="1565" y="473"/>
                  <a:pt x="1563" y="476"/>
                  <a:pt x="1559" y="478"/>
                </a:cubicBezTo>
                <a:cubicBezTo>
                  <a:pt x="1556" y="480"/>
                  <a:pt x="1551" y="481"/>
                  <a:pt x="1548" y="482"/>
                </a:cubicBezTo>
                <a:cubicBezTo>
                  <a:pt x="1544" y="484"/>
                  <a:pt x="1540" y="485"/>
                  <a:pt x="1536" y="486"/>
                </a:cubicBezTo>
                <a:cubicBezTo>
                  <a:pt x="1532" y="486"/>
                  <a:pt x="1528" y="486"/>
                  <a:pt x="1524" y="486"/>
                </a:cubicBezTo>
                <a:cubicBezTo>
                  <a:pt x="1520" y="486"/>
                  <a:pt x="1515" y="486"/>
                  <a:pt x="1511" y="486"/>
                </a:cubicBezTo>
                <a:cubicBezTo>
                  <a:pt x="1506" y="485"/>
                  <a:pt x="1502" y="484"/>
                  <a:pt x="1498" y="483"/>
                </a:cubicBezTo>
                <a:cubicBezTo>
                  <a:pt x="1491" y="481"/>
                  <a:pt x="1491" y="481"/>
                  <a:pt x="1485" y="480"/>
                </a:cubicBezTo>
                <a:cubicBezTo>
                  <a:pt x="1479" y="478"/>
                  <a:pt x="1479" y="480"/>
                  <a:pt x="1472" y="478"/>
                </a:cubicBezTo>
                <a:cubicBezTo>
                  <a:pt x="1468" y="477"/>
                  <a:pt x="1465" y="476"/>
                  <a:pt x="1461" y="475"/>
                </a:cubicBezTo>
                <a:cubicBezTo>
                  <a:pt x="1457" y="475"/>
                  <a:pt x="1453" y="473"/>
                  <a:pt x="1449" y="473"/>
                </a:cubicBezTo>
                <a:cubicBezTo>
                  <a:pt x="1445" y="472"/>
                  <a:pt x="1441" y="471"/>
                  <a:pt x="1437" y="470"/>
                </a:cubicBezTo>
                <a:cubicBezTo>
                  <a:pt x="1434" y="469"/>
                  <a:pt x="1429" y="469"/>
                  <a:pt x="1426" y="468"/>
                </a:cubicBezTo>
                <a:cubicBezTo>
                  <a:pt x="1424" y="468"/>
                  <a:pt x="1422" y="467"/>
                  <a:pt x="1420" y="467"/>
                </a:cubicBezTo>
                <a:cubicBezTo>
                  <a:pt x="1420" y="467"/>
                  <a:pt x="1420" y="467"/>
                  <a:pt x="1420" y="468"/>
                </a:cubicBezTo>
                <a:cubicBezTo>
                  <a:pt x="1418" y="467"/>
                  <a:pt x="1418" y="467"/>
                  <a:pt x="1418" y="466"/>
                </a:cubicBezTo>
                <a:cubicBezTo>
                  <a:pt x="1416" y="466"/>
                  <a:pt x="1415" y="466"/>
                  <a:pt x="1414" y="465"/>
                </a:cubicBezTo>
                <a:cubicBezTo>
                  <a:pt x="1410" y="465"/>
                  <a:pt x="1406" y="464"/>
                  <a:pt x="1402" y="464"/>
                </a:cubicBezTo>
                <a:cubicBezTo>
                  <a:pt x="1402" y="464"/>
                  <a:pt x="1402" y="464"/>
                  <a:pt x="1402" y="464"/>
                </a:cubicBezTo>
                <a:cubicBezTo>
                  <a:pt x="1401" y="464"/>
                  <a:pt x="1399" y="464"/>
                  <a:pt x="1397" y="464"/>
                </a:cubicBezTo>
                <a:cubicBezTo>
                  <a:pt x="1397" y="463"/>
                  <a:pt x="1397" y="463"/>
                  <a:pt x="1397" y="462"/>
                </a:cubicBezTo>
                <a:cubicBezTo>
                  <a:pt x="1395" y="462"/>
                  <a:pt x="1393" y="461"/>
                  <a:pt x="1390" y="461"/>
                </a:cubicBezTo>
                <a:cubicBezTo>
                  <a:pt x="1387" y="460"/>
                  <a:pt x="1383" y="459"/>
                  <a:pt x="1379" y="458"/>
                </a:cubicBezTo>
                <a:cubicBezTo>
                  <a:pt x="1375" y="457"/>
                  <a:pt x="1371" y="456"/>
                  <a:pt x="1367" y="456"/>
                </a:cubicBezTo>
                <a:cubicBezTo>
                  <a:pt x="1363" y="455"/>
                  <a:pt x="1359" y="454"/>
                  <a:pt x="1355" y="453"/>
                </a:cubicBezTo>
                <a:cubicBezTo>
                  <a:pt x="1352" y="453"/>
                  <a:pt x="1348" y="452"/>
                  <a:pt x="1344" y="451"/>
                </a:cubicBezTo>
                <a:cubicBezTo>
                  <a:pt x="1340" y="450"/>
                  <a:pt x="1336" y="450"/>
                  <a:pt x="1332" y="449"/>
                </a:cubicBezTo>
                <a:cubicBezTo>
                  <a:pt x="1328" y="449"/>
                  <a:pt x="1324" y="448"/>
                  <a:pt x="1320" y="448"/>
                </a:cubicBezTo>
                <a:cubicBezTo>
                  <a:pt x="1316" y="447"/>
                  <a:pt x="1312" y="446"/>
                  <a:pt x="1308" y="446"/>
                </a:cubicBezTo>
                <a:cubicBezTo>
                  <a:pt x="1304" y="445"/>
                  <a:pt x="1301" y="444"/>
                  <a:pt x="1297" y="444"/>
                </a:cubicBezTo>
                <a:cubicBezTo>
                  <a:pt x="1293" y="443"/>
                  <a:pt x="1289" y="441"/>
                  <a:pt x="1285" y="441"/>
                </a:cubicBezTo>
                <a:cubicBezTo>
                  <a:pt x="1281" y="440"/>
                  <a:pt x="1277" y="439"/>
                  <a:pt x="1273" y="439"/>
                </a:cubicBezTo>
                <a:cubicBezTo>
                  <a:pt x="1269" y="438"/>
                  <a:pt x="1265" y="438"/>
                  <a:pt x="1261" y="437"/>
                </a:cubicBezTo>
                <a:cubicBezTo>
                  <a:pt x="1257" y="436"/>
                  <a:pt x="1254" y="435"/>
                  <a:pt x="1250" y="435"/>
                </a:cubicBezTo>
                <a:cubicBezTo>
                  <a:pt x="1246" y="434"/>
                  <a:pt x="1242" y="434"/>
                  <a:pt x="1238" y="433"/>
                </a:cubicBezTo>
                <a:cubicBezTo>
                  <a:pt x="1234" y="433"/>
                  <a:pt x="1230" y="432"/>
                  <a:pt x="1226" y="431"/>
                </a:cubicBezTo>
                <a:cubicBezTo>
                  <a:pt x="1222" y="431"/>
                  <a:pt x="1218" y="431"/>
                  <a:pt x="1214" y="430"/>
                </a:cubicBezTo>
                <a:cubicBezTo>
                  <a:pt x="1210" y="429"/>
                  <a:pt x="1206" y="429"/>
                  <a:pt x="1202" y="428"/>
                </a:cubicBezTo>
                <a:cubicBezTo>
                  <a:pt x="1198" y="428"/>
                  <a:pt x="1194" y="427"/>
                  <a:pt x="1191" y="426"/>
                </a:cubicBezTo>
                <a:cubicBezTo>
                  <a:pt x="1187" y="425"/>
                  <a:pt x="1183" y="425"/>
                  <a:pt x="1179" y="425"/>
                </a:cubicBezTo>
                <a:cubicBezTo>
                  <a:pt x="1175" y="424"/>
                  <a:pt x="1171" y="424"/>
                  <a:pt x="1167" y="423"/>
                </a:cubicBezTo>
                <a:cubicBezTo>
                  <a:pt x="1163" y="423"/>
                  <a:pt x="1159" y="422"/>
                  <a:pt x="1155" y="422"/>
                </a:cubicBezTo>
                <a:cubicBezTo>
                  <a:pt x="1151" y="421"/>
                  <a:pt x="1147" y="420"/>
                  <a:pt x="1143" y="419"/>
                </a:cubicBezTo>
                <a:cubicBezTo>
                  <a:pt x="1139" y="419"/>
                  <a:pt x="1135" y="419"/>
                  <a:pt x="1131" y="419"/>
                </a:cubicBezTo>
                <a:cubicBezTo>
                  <a:pt x="1127" y="418"/>
                  <a:pt x="1123" y="418"/>
                  <a:pt x="1119" y="417"/>
                </a:cubicBezTo>
                <a:cubicBezTo>
                  <a:pt x="1115" y="417"/>
                  <a:pt x="1111" y="416"/>
                  <a:pt x="1107" y="416"/>
                </a:cubicBezTo>
                <a:cubicBezTo>
                  <a:pt x="1103" y="415"/>
                  <a:pt x="1099" y="415"/>
                  <a:pt x="1096" y="414"/>
                </a:cubicBezTo>
                <a:cubicBezTo>
                  <a:pt x="1092" y="414"/>
                  <a:pt x="1088" y="414"/>
                  <a:pt x="1084" y="413"/>
                </a:cubicBezTo>
                <a:cubicBezTo>
                  <a:pt x="1080" y="413"/>
                  <a:pt x="1076" y="412"/>
                  <a:pt x="1072" y="411"/>
                </a:cubicBezTo>
                <a:cubicBezTo>
                  <a:pt x="1068" y="411"/>
                  <a:pt x="1064" y="410"/>
                  <a:pt x="1060" y="410"/>
                </a:cubicBezTo>
                <a:cubicBezTo>
                  <a:pt x="1056" y="410"/>
                  <a:pt x="1052" y="409"/>
                  <a:pt x="1048" y="409"/>
                </a:cubicBezTo>
                <a:cubicBezTo>
                  <a:pt x="1044" y="408"/>
                  <a:pt x="1040" y="408"/>
                  <a:pt x="1036" y="408"/>
                </a:cubicBezTo>
                <a:cubicBezTo>
                  <a:pt x="1032" y="407"/>
                  <a:pt x="1028" y="407"/>
                  <a:pt x="1024" y="406"/>
                </a:cubicBezTo>
                <a:cubicBezTo>
                  <a:pt x="1020" y="406"/>
                  <a:pt x="1016" y="406"/>
                  <a:pt x="1012" y="406"/>
                </a:cubicBezTo>
                <a:cubicBezTo>
                  <a:pt x="1008" y="405"/>
                  <a:pt x="1004" y="405"/>
                  <a:pt x="1000" y="405"/>
                </a:cubicBezTo>
                <a:cubicBezTo>
                  <a:pt x="997" y="404"/>
                  <a:pt x="993" y="403"/>
                  <a:pt x="989" y="403"/>
                </a:cubicBezTo>
                <a:cubicBezTo>
                  <a:pt x="985" y="403"/>
                  <a:pt x="981" y="403"/>
                  <a:pt x="977" y="402"/>
                </a:cubicBezTo>
                <a:cubicBezTo>
                  <a:pt x="973" y="402"/>
                  <a:pt x="969" y="402"/>
                  <a:pt x="965" y="401"/>
                </a:cubicBezTo>
                <a:cubicBezTo>
                  <a:pt x="961" y="401"/>
                  <a:pt x="957" y="400"/>
                  <a:pt x="953" y="400"/>
                </a:cubicBezTo>
                <a:cubicBezTo>
                  <a:pt x="949" y="400"/>
                  <a:pt x="945" y="400"/>
                  <a:pt x="941" y="400"/>
                </a:cubicBezTo>
                <a:cubicBezTo>
                  <a:pt x="938" y="400"/>
                  <a:pt x="934" y="400"/>
                  <a:pt x="930" y="399"/>
                </a:cubicBezTo>
                <a:cubicBezTo>
                  <a:pt x="926" y="399"/>
                  <a:pt x="922" y="399"/>
                  <a:pt x="918" y="399"/>
                </a:cubicBezTo>
                <a:cubicBezTo>
                  <a:pt x="914" y="399"/>
                  <a:pt x="910" y="398"/>
                  <a:pt x="906" y="398"/>
                </a:cubicBezTo>
                <a:cubicBezTo>
                  <a:pt x="902" y="398"/>
                  <a:pt x="898" y="397"/>
                  <a:pt x="894" y="397"/>
                </a:cubicBezTo>
                <a:cubicBezTo>
                  <a:pt x="890" y="396"/>
                  <a:pt x="886" y="397"/>
                  <a:pt x="882" y="397"/>
                </a:cubicBezTo>
                <a:cubicBezTo>
                  <a:pt x="878" y="397"/>
                  <a:pt x="875" y="396"/>
                  <a:pt x="871" y="395"/>
                </a:cubicBezTo>
                <a:cubicBezTo>
                  <a:pt x="867" y="395"/>
                  <a:pt x="863" y="395"/>
                  <a:pt x="859" y="395"/>
                </a:cubicBezTo>
                <a:cubicBezTo>
                  <a:pt x="855" y="395"/>
                  <a:pt x="851" y="395"/>
                  <a:pt x="847" y="395"/>
                </a:cubicBezTo>
                <a:cubicBezTo>
                  <a:pt x="843" y="395"/>
                  <a:pt x="839" y="395"/>
                  <a:pt x="835" y="395"/>
                </a:cubicBezTo>
                <a:cubicBezTo>
                  <a:pt x="831" y="395"/>
                  <a:pt x="827" y="395"/>
                  <a:pt x="823" y="395"/>
                </a:cubicBezTo>
                <a:cubicBezTo>
                  <a:pt x="819" y="395"/>
                  <a:pt x="816" y="394"/>
                  <a:pt x="812" y="394"/>
                </a:cubicBezTo>
                <a:cubicBezTo>
                  <a:pt x="807" y="394"/>
                  <a:pt x="802" y="395"/>
                  <a:pt x="797" y="395"/>
                </a:cubicBezTo>
                <a:cubicBezTo>
                  <a:pt x="792" y="395"/>
                  <a:pt x="787" y="395"/>
                  <a:pt x="783" y="395"/>
                </a:cubicBezTo>
                <a:cubicBezTo>
                  <a:pt x="779" y="395"/>
                  <a:pt x="775" y="396"/>
                  <a:pt x="770" y="396"/>
                </a:cubicBezTo>
                <a:cubicBezTo>
                  <a:pt x="766" y="396"/>
                  <a:pt x="762" y="395"/>
                  <a:pt x="758" y="395"/>
                </a:cubicBezTo>
                <a:cubicBezTo>
                  <a:pt x="754" y="395"/>
                  <a:pt x="750" y="395"/>
                  <a:pt x="745" y="395"/>
                </a:cubicBezTo>
                <a:cubicBezTo>
                  <a:pt x="742" y="396"/>
                  <a:pt x="738" y="396"/>
                  <a:pt x="733" y="396"/>
                </a:cubicBezTo>
                <a:cubicBezTo>
                  <a:pt x="729" y="397"/>
                  <a:pt x="725" y="397"/>
                  <a:pt x="721" y="397"/>
                </a:cubicBezTo>
                <a:cubicBezTo>
                  <a:pt x="717" y="398"/>
                  <a:pt x="713" y="397"/>
                  <a:pt x="709" y="397"/>
                </a:cubicBezTo>
                <a:cubicBezTo>
                  <a:pt x="705" y="398"/>
                  <a:pt x="701" y="399"/>
                  <a:pt x="697" y="399"/>
                </a:cubicBezTo>
                <a:cubicBezTo>
                  <a:pt x="693" y="399"/>
                  <a:pt x="689" y="399"/>
                  <a:pt x="685" y="399"/>
                </a:cubicBezTo>
                <a:cubicBezTo>
                  <a:pt x="681" y="400"/>
                  <a:pt x="677" y="400"/>
                  <a:pt x="673" y="400"/>
                </a:cubicBezTo>
                <a:cubicBezTo>
                  <a:pt x="669" y="400"/>
                  <a:pt x="665" y="401"/>
                  <a:pt x="661" y="402"/>
                </a:cubicBezTo>
                <a:cubicBezTo>
                  <a:pt x="657" y="402"/>
                  <a:pt x="653" y="402"/>
                  <a:pt x="649" y="402"/>
                </a:cubicBezTo>
                <a:cubicBezTo>
                  <a:pt x="645" y="403"/>
                  <a:pt x="641" y="404"/>
                  <a:pt x="636" y="404"/>
                </a:cubicBezTo>
                <a:cubicBezTo>
                  <a:pt x="632" y="405"/>
                  <a:pt x="628" y="405"/>
                  <a:pt x="624" y="406"/>
                </a:cubicBezTo>
                <a:cubicBezTo>
                  <a:pt x="620" y="406"/>
                  <a:pt x="616" y="406"/>
                  <a:pt x="612" y="407"/>
                </a:cubicBezTo>
                <a:cubicBezTo>
                  <a:pt x="608" y="407"/>
                  <a:pt x="604" y="407"/>
                  <a:pt x="600" y="407"/>
                </a:cubicBezTo>
                <a:cubicBezTo>
                  <a:pt x="596" y="408"/>
                  <a:pt x="592" y="409"/>
                  <a:pt x="588" y="409"/>
                </a:cubicBezTo>
                <a:cubicBezTo>
                  <a:pt x="584" y="410"/>
                  <a:pt x="580" y="410"/>
                  <a:pt x="576" y="410"/>
                </a:cubicBezTo>
                <a:cubicBezTo>
                  <a:pt x="572" y="411"/>
                  <a:pt x="568" y="411"/>
                  <a:pt x="564" y="412"/>
                </a:cubicBezTo>
                <a:cubicBezTo>
                  <a:pt x="560" y="412"/>
                  <a:pt x="556" y="412"/>
                  <a:pt x="552" y="413"/>
                </a:cubicBezTo>
                <a:cubicBezTo>
                  <a:pt x="548" y="413"/>
                  <a:pt x="544" y="414"/>
                  <a:pt x="540" y="415"/>
                </a:cubicBezTo>
                <a:cubicBezTo>
                  <a:pt x="536" y="415"/>
                  <a:pt x="532" y="416"/>
                  <a:pt x="528" y="416"/>
                </a:cubicBezTo>
                <a:cubicBezTo>
                  <a:pt x="524" y="417"/>
                  <a:pt x="520" y="417"/>
                  <a:pt x="516" y="417"/>
                </a:cubicBezTo>
                <a:cubicBezTo>
                  <a:pt x="512" y="418"/>
                  <a:pt x="508" y="419"/>
                  <a:pt x="504" y="419"/>
                </a:cubicBezTo>
                <a:cubicBezTo>
                  <a:pt x="500" y="420"/>
                  <a:pt x="496" y="420"/>
                  <a:pt x="492" y="420"/>
                </a:cubicBezTo>
                <a:cubicBezTo>
                  <a:pt x="488" y="421"/>
                  <a:pt x="484" y="422"/>
                  <a:pt x="480" y="422"/>
                </a:cubicBezTo>
                <a:cubicBezTo>
                  <a:pt x="476" y="423"/>
                  <a:pt x="472" y="424"/>
                  <a:pt x="468" y="424"/>
                </a:cubicBezTo>
                <a:cubicBezTo>
                  <a:pt x="464" y="425"/>
                  <a:pt x="460" y="425"/>
                  <a:pt x="456" y="425"/>
                </a:cubicBezTo>
                <a:cubicBezTo>
                  <a:pt x="452" y="426"/>
                  <a:pt x="448" y="427"/>
                  <a:pt x="444" y="428"/>
                </a:cubicBezTo>
                <a:cubicBezTo>
                  <a:pt x="440" y="428"/>
                  <a:pt x="436" y="428"/>
                  <a:pt x="432" y="429"/>
                </a:cubicBezTo>
                <a:cubicBezTo>
                  <a:pt x="428" y="430"/>
                  <a:pt x="425" y="431"/>
                  <a:pt x="421" y="431"/>
                </a:cubicBezTo>
                <a:cubicBezTo>
                  <a:pt x="417" y="432"/>
                  <a:pt x="413" y="432"/>
                  <a:pt x="409" y="432"/>
                </a:cubicBezTo>
                <a:cubicBezTo>
                  <a:pt x="405" y="433"/>
                  <a:pt x="401" y="435"/>
                  <a:pt x="397" y="435"/>
                </a:cubicBezTo>
                <a:cubicBezTo>
                  <a:pt x="393" y="436"/>
                  <a:pt x="389" y="436"/>
                  <a:pt x="385" y="436"/>
                </a:cubicBezTo>
                <a:cubicBezTo>
                  <a:pt x="381" y="437"/>
                  <a:pt x="377" y="437"/>
                  <a:pt x="373" y="438"/>
                </a:cubicBezTo>
                <a:cubicBezTo>
                  <a:pt x="369" y="439"/>
                  <a:pt x="365" y="440"/>
                  <a:pt x="361" y="440"/>
                </a:cubicBezTo>
                <a:cubicBezTo>
                  <a:pt x="357" y="441"/>
                  <a:pt x="353" y="442"/>
                  <a:pt x="349" y="443"/>
                </a:cubicBezTo>
                <a:cubicBezTo>
                  <a:pt x="345" y="444"/>
                  <a:pt x="341" y="444"/>
                  <a:pt x="337" y="444"/>
                </a:cubicBezTo>
                <a:cubicBezTo>
                  <a:pt x="333" y="445"/>
                  <a:pt x="329" y="447"/>
                  <a:pt x="326" y="447"/>
                </a:cubicBezTo>
                <a:cubicBezTo>
                  <a:pt x="322" y="448"/>
                  <a:pt x="318" y="448"/>
                  <a:pt x="314" y="449"/>
                </a:cubicBezTo>
                <a:cubicBezTo>
                  <a:pt x="310" y="450"/>
                  <a:pt x="306" y="450"/>
                  <a:pt x="302" y="451"/>
                </a:cubicBezTo>
                <a:cubicBezTo>
                  <a:pt x="298" y="452"/>
                  <a:pt x="294" y="452"/>
                  <a:pt x="290" y="453"/>
                </a:cubicBezTo>
                <a:cubicBezTo>
                  <a:pt x="286" y="454"/>
                  <a:pt x="282" y="454"/>
                  <a:pt x="278" y="455"/>
                </a:cubicBezTo>
                <a:cubicBezTo>
                  <a:pt x="274" y="456"/>
                  <a:pt x="270" y="457"/>
                  <a:pt x="266" y="458"/>
                </a:cubicBezTo>
                <a:cubicBezTo>
                  <a:pt x="262" y="458"/>
                  <a:pt x="258" y="459"/>
                  <a:pt x="254" y="460"/>
                </a:cubicBezTo>
                <a:cubicBezTo>
                  <a:pt x="250" y="461"/>
                  <a:pt x="246" y="461"/>
                  <a:pt x="242" y="462"/>
                </a:cubicBezTo>
                <a:cubicBezTo>
                  <a:pt x="238" y="463"/>
                  <a:pt x="234" y="464"/>
                  <a:pt x="230" y="465"/>
                </a:cubicBezTo>
                <a:cubicBezTo>
                  <a:pt x="226" y="465"/>
                  <a:pt x="222" y="466"/>
                  <a:pt x="218" y="467"/>
                </a:cubicBezTo>
                <a:cubicBezTo>
                  <a:pt x="215" y="468"/>
                  <a:pt x="211" y="469"/>
                  <a:pt x="207" y="470"/>
                </a:cubicBezTo>
                <a:cubicBezTo>
                  <a:pt x="203" y="470"/>
                  <a:pt x="199" y="471"/>
                  <a:pt x="195" y="472"/>
                </a:cubicBezTo>
                <a:cubicBezTo>
                  <a:pt x="192" y="473"/>
                  <a:pt x="188" y="473"/>
                  <a:pt x="185" y="473"/>
                </a:cubicBezTo>
                <a:cubicBezTo>
                  <a:pt x="182" y="474"/>
                  <a:pt x="178" y="475"/>
                  <a:pt x="175" y="476"/>
                </a:cubicBezTo>
                <a:cubicBezTo>
                  <a:pt x="172" y="477"/>
                  <a:pt x="168" y="478"/>
                  <a:pt x="165" y="478"/>
                </a:cubicBezTo>
                <a:cubicBezTo>
                  <a:pt x="162" y="479"/>
                  <a:pt x="158" y="479"/>
                  <a:pt x="154" y="480"/>
                </a:cubicBezTo>
                <a:cubicBezTo>
                  <a:pt x="151" y="481"/>
                  <a:pt x="147" y="482"/>
                  <a:pt x="143" y="483"/>
                </a:cubicBezTo>
                <a:cubicBezTo>
                  <a:pt x="140" y="483"/>
                  <a:pt x="136" y="484"/>
                  <a:pt x="132" y="484"/>
                </a:cubicBezTo>
                <a:cubicBezTo>
                  <a:pt x="129" y="485"/>
                  <a:pt x="125" y="486"/>
                  <a:pt x="121" y="486"/>
                </a:cubicBezTo>
                <a:cubicBezTo>
                  <a:pt x="118" y="486"/>
                  <a:pt x="114" y="486"/>
                  <a:pt x="110" y="486"/>
                </a:cubicBezTo>
                <a:cubicBezTo>
                  <a:pt x="109" y="486"/>
                  <a:pt x="107" y="486"/>
                  <a:pt x="105" y="486"/>
                </a:cubicBezTo>
                <a:cubicBezTo>
                  <a:pt x="105" y="486"/>
                  <a:pt x="105" y="486"/>
                  <a:pt x="105" y="486"/>
                </a:cubicBezTo>
                <a:cubicBezTo>
                  <a:pt x="105" y="486"/>
                  <a:pt x="104" y="487"/>
                  <a:pt x="104" y="487"/>
                </a:cubicBezTo>
                <a:cubicBezTo>
                  <a:pt x="100" y="487"/>
                  <a:pt x="95" y="486"/>
                  <a:pt x="91" y="485"/>
                </a:cubicBezTo>
                <a:cubicBezTo>
                  <a:pt x="87" y="484"/>
                  <a:pt x="83" y="482"/>
                  <a:pt x="79" y="480"/>
                </a:cubicBezTo>
                <a:cubicBezTo>
                  <a:pt x="75" y="477"/>
                  <a:pt x="72" y="474"/>
                  <a:pt x="69" y="471"/>
                </a:cubicBezTo>
                <a:cubicBezTo>
                  <a:pt x="66" y="468"/>
                  <a:pt x="63" y="465"/>
                  <a:pt x="60" y="461"/>
                </a:cubicBezTo>
                <a:cubicBezTo>
                  <a:pt x="65" y="461"/>
                  <a:pt x="68" y="461"/>
                  <a:pt x="72" y="461"/>
                </a:cubicBezTo>
                <a:cubicBezTo>
                  <a:pt x="77" y="461"/>
                  <a:pt x="81" y="461"/>
                  <a:pt x="85" y="461"/>
                </a:cubicBezTo>
                <a:cubicBezTo>
                  <a:pt x="89" y="460"/>
                  <a:pt x="93" y="460"/>
                  <a:pt x="97" y="460"/>
                </a:cubicBezTo>
                <a:cubicBezTo>
                  <a:pt x="101" y="460"/>
                  <a:pt x="105" y="460"/>
                  <a:pt x="109" y="460"/>
                </a:cubicBezTo>
                <a:cubicBezTo>
                  <a:pt x="112" y="459"/>
                  <a:pt x="115" y="459"/>
                  <a:pt x="118" y="459"/>
                </a:cubicBezTo>
                <a:cubicBezTo>
                  <a:pt x="119" y="458"/>
                  <a:pt x="121" y="457"/>
                  <a:pt x="123" y="459"/>
                </a:cubicBezTo>
                <a:cubicBezTo>
                  <a:pt x="127" y="458"/>
                  <a:pt x="130" y="458"/>
                  <a:pt x="133" y="457"/>
                </a:cubicBezTo>
                <a:cubicBezTo>
                  <a:pt x="137" y="457"/>
                  <a:pt x="142" y="456"/>
                  <a:pt x="146" y="455"/>
                </a:cubicBezTo>
                <a:cubicBezTo>
                  <a:pt x="150" y="455"/>
                  <a:pt x="154" y="454"/>
                  <a:pt x="158" y="453"/>
                </a:cubicBezTo>
                <a:cubicBezTo>
                  <a:pt x="162" y="453"/>
                  <a:pt x="166" y="452"/>
                  <a:pt x="170" y="451"/>
                </a:cubicBezTo>
                <a:cubicBezTo>
                  <a:pt x="173" y="450"/>
                  <a:pt x="177" y="449"/>
                  <a:pt x="182" y="449"/>
                </a:cubicBezTo>
                <a:cubicBezTo>
                  <a:pt x="185" y="448"/>
                  <a:pt x="190" y="447"/>
                  <a:pt x="194" y="447"/>
                </a:cubicBezTo>
                <a:cubicBezTo>
                  <a:pt x="198" y="446"/>
                  <a:pt x="202" y="444"/>
                  <a:pt x="206" y="443"/>
                </a:cubicBezTo>
                <a:cubicBezTo>
                  <a:pt x="202" y="444"/>
                  <a:pt x="198" y="444"/>
                  <a:pt x="194" y="444"/>
                </a:cubicBezTo>
                <a:cubicBezTo>
                  <a:pt x="190" y="444"/>
                  <a:pt x="186" y="445"/>
                  <a:pt x="182" y="445"/>
                </a:cubicBezTo>
                <a:cubicBezTo>
                  <a:pt x="178" y="445"/>
                  <a:pt x="174" y="445"/>
                  <a:pt x="170" y="445"/>
                </a:cubicBezTo>
                <a:cubicBezTo>
                  <a:pt x="166" y="445"/>
                  <a:pt x="162" y="445"/>
                  <a:pt x="158" y="446"/>
                </a:cubicBezTo>
                <a:cubicBezTo>
                  <a:pt x="157" y="446"/>
                  <a:pt x="156" y="446"/>
                  <a:pt x="154" y="446"/>
                </a:cubicBezTo>
                <a:cubicBezTo>
                  <a:pt x="153" y="447"/>
                  <a:pt x="152" y="446"/>
                  <a:pt x="151" y="446"/>
                </a:cubicBezTo>
                <a:cubicBezTo>
                  <a:pt x="150" y="446"/>
                  <a:pt x="148" y="446"/>
                  <a:pt x="147" y="446"/>
                </a:cubicBezTo>
                <a:cubicBezTo>
                  <a:pt x="143" y="446"/>
                  <a:pt x="139" y="446"/>
                  <a:pt x="135" y="446"/>
                </a:cubicBezTo>
                <a:cubicBezTo>
                  <a:pt x="131" y="446"/>
                  <a:pt x="127" y="446"/>
                  <a:pt x="123" y="446"/>
                </a:cubicBezTo>
                <a:cubicBezTo>
                  <a:pt x="119" y="446"/>
                  <a:pt x="115" y="446"/>
                  <a:pt x="111" y="445"/>
                </a:cubicBezTo>
                <a:cubicBezTo>
                  <a:pt x="107" y="445"/>
                  <a:pt x="103" y="445"/>
                  <a:pt x="99" y="444"/>
                </a:cubicBezTo>
                <a:cubicBezTo>
                  <a:pt x="96" y="444"/>
                  <a:pt x="92" y="443"/>
                  <a:pt x="88" y="443"/>
                </a:cubicBezTo>
                <a:cubicBezTo>
                  <a:pt x="87" y="443"/>
                  <a:pt x="86" y="443"/>
                  <a:pt x="85" y="443"/>
                </a:cubicBezTo>
                <a:cubicBezTo>
                  <a:pt x="86" y="444"/>
                  <a:pt x="82" y="447"/>
                  <a:pt x="79" y="443"/>
                </a:cubicBezTo>
                <a:cubicBezTo>
                  <a:pt x="79" y="442"/>
                  <a:pt x="80" y="442"/>
                  <a:pt x="81" y="442"/>
                </a:cubicBezTo>
                <a:cubicBezTo>
                  <a:pt x="79" y="442"/>
                  <a:pt x="78" y="442"/>
                  <a:pt x="76" y="441"/>
                </a:cubicBezTo>
                <a:cubicBezTo>
                  <a:pt x="74" y="441"/>
                  <a:pt x="71" y="441"/>
                  <a:pt x="69" y="440"/>
                </a:cubicBezTo>
                <a:cubicBezTo>
                  <a:pt x="68" y="441"/>
                  <a:pt x="68" y="441"/>
                  <a:pt x="67" y="441"/>
                </a:cubicBezTo>
                <a:cubicBezTo>
                  <a:pt x="67" y="441"/>
                  <a:pt x="67" y="440"/>
                  <a:pt x="67" y="440"/>
                </a:cubicBezTo>
                <a:cubicBezTo>
                  <a:pt x="66" y="440"/>
                  <a:pt x="65" y="440"/>
                  <a:pt x="64" y="440"/>
                </a:cubicBezTo>
                <a:cubicBezTo>
                  <a:pt x="61" y="439"/>
                  <a:pt x="57" y="439"/>
                  <a:pt x="53" y="438"/>
                </a:cubicBezTo>
                <a:cubicBezTo>
                  <a:pt x="53" y="437"/>
                  <a:pt x="52" y="436"/>
                  <a:pt x="52" y="435"/>
                </a:cubicBezTo>
                <a:cubicBezTo>
                  <a:pt x="52" y="433"/>
                  <a:pt x="52" y="431"/>
                  <a:pt x="53" y="429"/>
                </a:cubicBezTo>
                <a:cubicBezTo>
                  <a:pt x="51" y="432"/>
                  <a:pt x="49" y="434"/>
                  <a:pt x="48" y="431"/>
                </a:cubicBezTo>
                <a:cubicBezTo>
                  <a:pt x="52" y="431"/>
                  <a:pt x="49" y="423"/>
                  <a:pt x="53" y="424"/>
                </a:cubicBezTo>
                <a:cubicBezTo>
                  <a:pt x="53" y="423"/>
                  <a:pt x="54" y="422"/>
                  <a:pt x="54" y="421"/>
                </a:cubicBezTo>
                <a:cubicBezTo>
                  <a:pt x="58" y="421"/>
                  <a:pt x="62" y="420"/>
                  <a:pt x="66" y="420"/>
                </a:cubicBezTo>
                <a:cubicBezTo>
                  <a:pt x="70" y="420"/>
                  <a:pt x="74" y="420"/>
                  <a:pt x="78" y="420"/>
                </a:cubicBezTo>
                <a:cubicBezTo>
                  <a:pt x="82" y="420"/>
                  <a:pt x="86" y="420"/>
                  <a:pt x="90" y="420"/>
                </a:cubicBezTo>
                <a:cubicBezTo>
                  <a:pt x="90" y="420"/>
                  <a:pt x="90" y="420"/>
                  <a:pt x="90" y="420"/>
                </a:cubicBezTo>
                <a:cubicBezTo>
                  <a:pt x="91" y="419"/>
                  <a:pt x="91" y="418"/>
                  <a:pt x="92" y="418"/>
                </a:cubicBezTo>
                <a:cubicBezTo>
                  <a:pt x="93" y="419"/>
                  <a:pt x="93" y="419"/>
                  <a:pt x="94" y="420"/>
                </a:cubicBezTo>
                <a:cubicBezTo>
                  <a:pt x="97" y="419"/>
                  <a:pt x="99" y="419"/>
                  <a:pt x="102" y="419"/>
                </a:cubicBezTo>
                <a:cubicBezTo>
                  <a:pt x="106" y="418"/>
                  <a:pt x="110" y="418"/>
                  <a:pt x="114" y="418"/>
                </a:cubicBezTo>
                <a:cubicBezTo>
                  <a:pt x="118" y="418"/>
                  <a:pt x="123" y="417"/>
                  <a:pt x="127" y="417"/>
                </a:cubicBezTo>
                <a:cubicBezTo>
                  <a:pt x="131" y="416"/>
                  <a:pt x="134" y="415"/>
                  <a:pt x="139" y="414"/>
                </a:cubicBezTo>
                <a:cubicBezTo>
                  <a:pt x="143" y="414"/>
                  <a:pt x="147" y="413"/>
                  <a:pt x="151" y="412"/>
                </a:cubicBezTo>
                <a:cubicBezTo>
                  <a:pt x="154" y="412"/>
                  <a:pt x="158" y="411"/>
                  <a:pt x="163" y="410"/>
                </a:cubicBezTo>
                <a:cubicBezTo>
                  <a:pt x="166" y="409"/>
                  <a:pt x="171" y="409"/>
                  <a:pt x="175" y="408"/>
                </a:cubicBezTo>
                <a:cubicBezTo>
                  <a:pt x="176" y="408"/>
                  <a:pt x="178" y="408"/>
                  <a:pt x="180" y="407"/>
                </a:cubicBezTo>
                <a:cubicBezTo>
                  <a:pt x="179" y="407"/>
                  <a:pt x="179" y="407"/>
                  <a:pt x="178" y="406"/>
                </a:cubicBezTo>
                <a:cubicBezTo>
                  <a:pt x="182" y="403"/>
                  <a:pt x="183" y="405"/>
                  <a:pt x="183" y="407"/>
                </a:cubicBezTo>
                <a:cubicBezTo>
                  <a:pt x="184" y="406"/>
                  <a:pt x="185" y="406"/>
                  <a:pt x="187" y="406"/>
                </a:cubicBezTo>
                <a:cubicBezTo>
                  <a:pt x="191" y="405"/>
                  <a:pt x="195" y="404"/>
                  <a:pt x="199" y="403"/>
                </a:cubicBezTo>
                <a:cubicBezTo>
                  <a:pt x="195" y="403"/>
                  <a:pt x="190" y="404"/>
                  <a:pt x="186" y="404"/>
                </a:cubicBezTo>
                <a:cubicBezTo>
                  <a:pt x="182" y="404"/>
                  <a:pt x="178" y="404"/>
                  <a:pt x="174" y="404"/>
                </a:cubicBezTo>
                <a:cubicBezTo>
                  <a:pt x="170" y="404"/>
                  <a:pt x="166" y="405"/>
                  <a:pt x="162" y="405"/>
                </a:cubicBezTo>
                <a:cubicBezTo>
                  <a:pt x="158" y="405"/>
                  <a:pt x="154" y="405"/>
                  <a:pt x="150" y="405"/>
                </a:cubicBezTo>
                <a:cubicBezTo>
                  <a:pt x="146" y="405"/>
                  <a:pt x="142" y="406"/>
                  <a:pt x="138" y="406"/>
                </a:cubicBezTo>
                <a:cubicBezTo>
                  <a:pt x="134" y="406"/>
                  <a:pt x="130" y="405"/>
                  <a:pt x="126" y="405"/>
                </a:cubicBezTo>
                <a:cubicBezTo>
                  <a:pt x="122" y="405"/>
                  <a:pt x="118" y="406"/>
                  <a:pt x="114" y="405"/>
                </a:cubicBezTo>
                <a:cubicBezTo>
                  <a:pt x="110" y="405"/>
                  <a:pt x="106" y="404"/>
                  <a:pt x="101" y="404"/>
                </a:cubicBezTo>
                <a:cubicBezTo>
                  <a:pt x="98" y="404"/>
                  <a:pt x="93" y="404"/>
                  <a:pt x="89" y="404"/>
                </a:cubicBezTo>
                <a:cubicBezTo>
                  <a:pt x="88" y="404"/>
                  <a:pt x="86" y="403"/>
                  <a:pt x="84" y="403"/>
                </a:cubicBezTo>
                <a:cubicBezTo>
                  <a:pt x="84" y="404"/>
                  <a:pt x="83" y="404"/>
                  <a:pt x="82" y="404"/>
                </a:cubicBezTo>
                <a:cubicBezTo>
                  <a:pt x="83" y="404"/>
                  <a:pt x="83" y="403"/>
                  <a:pt x="83" y="403"/>
                </a:cubicBezTo>
                <a:cubicBezTo>
                  <a:pt x="81" y="403"/>
                  <a:pt x="79" y="403"/>
                  <a:pt x="77" y="403"/>
                </a:cubicBezTo>
                <a:cubicBezTo>
                  <a:pt x="73" y="402"/>
                  <a:pt x="69" y="401"/>
                  <a:pt x="65" y="400"/>
                </a:cubicBezTo>
                <a:cubicBezTo>
                  <a:pt x="61" y="400"/>
                  <a:pt x="58" y="399"/>
                  <a:pt x="53" y="399"/>
                </a:cubicBezTo>
                <a:cubicBezTo>
                  <a:pt x="53" y="396"/>
                  <a:pt x="52" y="393"/>
                  <a:pt x="52" y="390"/>
                </a:cubicBezTo>
                <a:cubicBezTo>
                  <a:pt x="52" y="386"/>
                  <a:pt x="52" y="383"/>
                  <a:pt x="51" y="380"/>
                </a:cubicBezTo>
                <a:cubicBezTo>
                  <a:pt x="55" y="380"/>
                  <a:pt x="60" y="380"/>
                  <a:pt x="63" y="380"/>
                </a:cubicBezTo>
                <a:cubicBezTo>
                  <a:pt x="67" y="380"/>
                  <a:pt x="71" y="380"/>
                  <a:pt x="75" y="380"/>
                </a:cubicBezTo>
                <a:cubicBezTo>
                  <a:pt x="79" y="380"/>
                  <a:pt x="83" y="379"/>
                  <a:pt x="87" y="379"/>
                </a:cubicBezTo>
                <a:cubicBezTo>
                  <a:pt x="91" y="378"/>
                  <a:pt x="95" y="379"/>
                  <a:pt x="99" y="378"/>
                </a:cubicBezTo>
                <a:cubicBezTo>
                  <a:pt x="103" y="378"/>
                  <a:pt x="107" y="378"/>
                  <a:pt x="110" y="377"/>
                </a:cubicBezTo>
                <a:cubicBezTo>
                  <a:pt x="114" y="377"/>
                  <a:pt x="118" y="376"/>
                  <a:pt x="122" y="375"/>
                </a:cubicBezTo>
                <a:cubicBezTo>
                  <a:pt x="126" y="375"/>
                  <a:pt x="130" y="374"/>
                  <a:pt x="134" y="374"/>
                </a:cubicBezTo>
                <a:cubicBezTo>
                  <a:pt x="137" y="373"/>
                  <a:pt x="141" y="372"/>
                  <a:pt x="145" y="371"/>
                </a:cubicBezTo>
                <a:cubicBezTo>
                  <a:pt x="149" y="371"/>
                  <a:pt x="153" y="371"/>
                  <a:pt x="157" y="370"/>
                </a:cubicBezTo>
                <a:cubicBezTo>
                  <a:pt x="161" y="369"/>
                  <a:pt x="165" y="369"/>
                  <a:pt x="168" y="368"/>
                </a:cubicBezTo>
                <a:cubicBezTo>
                  <a:pt x="172" y="367"/>
                  <a:pt x="176" y="366"/>
                  <a:pt x="180" y="365"/>
                </a:cubicBezTo>
                <a:cubicBezTo>
                  <a:pt x="184" y="364"/>
                  <a:pt x="187" y="363"/>
                  <a:pt x="191" y="362"/>
                </a:cubicBezTo>
                <a:cubicBezTo>
                  <a:pt x="187" y="363"/>
                  <a:pt x="183" y="363"/>
                  <a:pt x="180" y="364"/>
                </a:cubicBezTo>
                <a:cubicBezTo>
                  <a:pt x="175" y="364"/>
                  <a:pt x="171" y="363"/>
                  <a:pt x="167" y="363"/>
                </a:cubicBezTo>
                <a:cubicBezTo>
                  <a:pt x="163" y="364"/>
                  <a:pt x="159" y="365"/>
                  <a:pt x="156" y="365"/>
                </a:cubicBezTo>
                <a:cubicBezTo>
                  <a:pt x="151" y="365"/>
                  <a:pt x="147" y="365"/>
                  <a:pt x="144" y="365"/>
                </a:cubicBezTo>
                <a:cubicBezTo>
                  <a:pt x="140" y="365"/>
                  <a:pt x="136" y="365"/>
                  <a:pt x="132" y="365"/>
                </a:cubicBezTo>
                <a:cubicBezTo>
                  <a:pt x="128" y="365"/>
                  <a:pt x="124" y="365"/>
                  <a:pt x="120" y="365"/>
                </a:cubicBezTo>
                <a:cubicBezTo>
                  <a:pt x="116" y="365"/>
                  <a:pt x="112" y="365"/>
                  <a:pt x="108" y="365"/>
                </a:cubicBezTo>
                <a:cubicBezTo>
                  <a:pt x="104" y="364"/>
                  <a:pt x="100" y="364"/>
                  <a:pt x="96" y="364"/>
                </a:cubicBezTo>
                <a:cubicBezTo>
                  <a:pt x="95" y="364"/>
                  <a:pt x="94" y="364"/>
                  <a:pt x="93" y="364"/>
                </a:cubicBezTo>
                <a:cubicBezTo>
                  <a:pt x="92" y="364"/>
                  <a:pt x="91" y="365"/>
                  <a:pt x="91" y="363"/>
                </a:cubicBezTo>
                <a:cubicBezTo>
                  <a:pt x="88" y="363"/>
                  <a:pt x="86" y="363"/>
                  <a:pt x="84" y="363"/>
                </a:cubicBezTo>
                <a:cubicBezTo>
                  <a:pt x="80" y="362"/>
                  <a:pt x="76" y="362"/>
                  <a:pt x="72" y="362"/>
                </a:cubicBezTo>
                <a:cubicBezTo>
                  <a:pt x="68" y="361"/>
                  <a:pt x="65" y="361"/>
                  <a:pt x="61" y="361"/>
                </a:cubicBezTo>
                <a:cubicBezTo>
                  <a:pt x="61" y="362"/>
                  <a:pt x="61" y="362"/>
                  <a:pt x="59" y="362"/>
                </a:cubicBezTo>
                <a:cubicBezTo>
                  <a:pt x="59" y="362"/>
                  <a:pt x="59" y="361"/>
                  <a:pt x="59" y="361"/>
                </a:cubicBezTo>
                <a:cubicBezTo>
                  <a:pt x="56" y="360"/>
                  <a:pt x="52" y="359"/>
                  <a:pt x="48" y="359"/>
                </a:cubicBezTo>
                <a:cubicBezTo>
                  <a:pt x="48" y="355"/>
                  <a:pt x="47" y="352"/>
                  <a:pt x="46" y="349"/>
                </a:cubicBezTo>
                <a:cubicBezTo>
                  <a:pt x="46" y="346"/>
                  <a:pt x="45" y="343"/>
                  <a:pt x="44" y="340"/>
                </a:cubicBezTo>
                <a:cubicBezTo>
                  <a:pt x="48" y="340"/>
                  <a:pt x="52" y="339"/>
                  <a:pt x="55" y="339"/>
                </a:cubicBezTo>
                <a:cubicBezTo>
                  <a:pt x="55" y="339"/>
                  <a:pt x="55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60" y="339"/>
                  <a:pt x="64" y="339"/>
                  <a:pt x="68" y="339"/>
                </a:cubicBezTo>
                <a:cubicBezTo>
                  <a:pt x="72" y="339"/>
                  <a:pt x="76" y="338"/>
                  <a:pt x="79" y="338"/>
                </a:cubicBezTo>
                <a:cubicBezTo>
                  <a:pt x="83" y="338"/>
                  <a:pt x="87" y="338"/>
                  <a:pt x="91" y="338"/>
                </a:cubicBezTo>
                <a:cubicBezTo>
                  <a:pt x="95" y="337"/>
                  <a:pt x="99" y="337"/>
                  <a:pt x="103" y="336"/>
                </a:cubicBezTo>
                <a:cubicBezTo>
                  <a:pt x="107" y="336"/>
                  <a:pt x="111" y="335"/>
                  <a:pt x="115" y="335"/>
                </a:cubicBezTo>
                <a:cubicBezTo>
                  <a:pt x="119" y="334"/>
                  <a:pt x="122" y="334"/>
                  <a:pt x="126" y="333"/>
                </a:cubicBezTo>
                <a:cubicBezTo>
                  <a:pt x="130" y="333"/>
                  <a:pt x="134" y="332"/>
                  <a:pt x="138" y="331"/>
                </a:cubicBezTo>
                <a:cubicBezTo>
                  <a:pt x="142" y="331"/>
                  <a:pt x="146" y="331"/>
                  <a:pt x="150" y="330"/>
                </a:cubicBezTo>
                <a:cubicBezTo>
                  <a:pt x="154" y="329"/>
                  <a:pt x="157" y="328"/>
                  <a:pt x="161" y="327"/>
                </a:cubicBezTo>
                <a:cubicBezTo>
                  <a:pt x="165" y="326"/>
                  <a:pt x="169" y="325"/>
                  <a:pt x="173" y="324"/>
                </a:cubicBezTo>
                <a:cubicBezTo>
                  <a:pt x="176" y="323"/>
                  <a:pt x="180" y="323"/>
                  <a:pt x="184" y="322"/>
                </a:cubicBezTo>
                <a:cubicBezTo>
                  <a:pt x="180" y="322"/>
                  <a:pt x="176" y="322"/>
                  <a:pt x="172" y="322"/>
                </a:cubicBezTo>
                <a:cubicBezTo>
                  <a:pt x="168" y="322"/>
                  <a:pt x="164" y="324"/>
                  <a:pt x="160" y="324"/>
                </a:cubicBezTo>
                <a:cubicBezTo>
                  <a:pt x="156" y="324"/>
                  <a:pt x="152" y="324"/>
                  <a:pt x="148" y="324"/>
                </a:cubicBezTo>
                <a:cubicBezTo>
                  <a:pt x="143" y="324"/>
                  <a:pt x="139" y="324"/>
                  <a:pt x="135" y="324"/>
                </a:cubicBezTo>
                <a:cubicBezTo>
                  <a:pt x="131" y="324"/>
                  <a:pt x="127" y="324"/>
                  <a:pt x="123" y="324"/>
                </a:cubicBezTo>
                <a:cubicBezTo>
                  <a:pt x="119" y="324"/>
                  <a:pt x="115" y="324"/>
                  <a:pt x="111" y="324"/>
                </a:cubicBezTo>
                <a:cubicBezTo>
                  <a:pt x="110" y="324"/>
                  <a:pt x="109" y="324"/>
                  <a:pt x="108" y="324"/>
                </a:cubicBezTo>
                <a:cubicBezTo>
                  <a:pt x="108" y="325"/>
                  <a:pt x="107" y="325"/>
                  <a:pt x="105" y="326"/>
                </a:cubicBezTo>
                <a:cubicBezTo>
                  <a:pt x="106" y="325"/>
                  <a:pt x="106" y="325"/>
                  <a:pt x="105" y="324"/>
                </a:cubicBezTo>
                <a:cubicBezTo>
                  <a:pt x="103" y="324"/>
                  <a:pt x="101" y="324"/>
                  <a:pt x="99" y="324"/>
                </a:cubicBezTo>
                <a:cubicBezTo>
                  <a:pt x="95" y="324"/>
                  <a:pt x="91" y="323"/>
                  <a:pt x="87" y="323"/>
                </a:cubicBezTo>
                <a:cubicBezTo>
                  <a:pt x="83" y="323"/>
                  <a:pt x="79" y="323"/>
                  <a:pt x="74" y="323"/>
                </a:cubicBezTo>
                <a:cubicBezTo>
                  <a:pt x="70" y="322"/>
                  <a:pt x="66" y="321"/>
                  <a:pt x="62" y="321"/>
                </a:cubicBezTo>
                <a:cubicBezTo>
                  <a:pt x="58" y="320"/>
                  <a:pt x="54" y="320"/>
                  <a:pt x="50" y="320"/>
                </a:cubicBezTo>
                <a:cubicBezTo>
                  <a:pt x="46" y="319"/>
                  <a:pt x="42" y="319"/>
                  <a:pt x="38" y="318"/>
                </a:cubicBezTo>
                <a:cubicBezTo>
                  <a:pt x="37" y="315"/>
                  <a:pt x="36" y="312"/>
                  <a:pt x="35" y="309"/>
                </a:cubicBezTo>
                <a:cubicBezTo>
                  <a:pt x="34" y="305"/>
                  <a:pt x="33" y="302"/>
                  <a:pt x="32" y="299"/>
                </a:cubicBezTo>
                <a:cubicBezTo>
                  <a:pt x="36" y="299"/>
                  <a:pt x="41" y="299"/>
                  <a:pt x="45" y="299"/>
                </a:cubicBezTo>
                <a:cubicBezTo>
                  <a:pt x="49" y="299"/>
                  <a:pt x="53" y="299"/>
                  <a:pt x="57" y="299"/>
                </a:cubicBezTo>
                <a:cubicBezTo>
                  <a:pt x="60" y="299"/>
                  <a:pt x="63" y="299"/>
                  <a:pt x="66" y="299"/>
                </a:cubicBezTo>
                <a:cubicBezTo>
                  <a:pt x="67" y="298"/>
                  <a:pt x="68" y="298"/>
                  <a:pt x="68" y="298"/>
                </a:cubicBezTo>
                <a:cubicBezTo>
                  <a:pt x="69" y="298"/>
                  <a:pt x="69" y="298"/>
                  <a:pt x="69" y="298"/>
                </a:cubicBezTo>
                <a:cubicBezTo>
                  <a:pt x="72" y="298"/>
                  <a:pt x="75" y="298"/>
                  <a:pt x="78" y="298"/>
                </a:cubicBezTo>
                <a:cubicBezTo>
                  <a:pt x="79" y="297"/>
                  <a:pt x="79" y="297"/>
                  <a:pt x="81" y="297"/>
                </a:cubicBezTo>
                <a:cubicBezTo>
                  <a:pt x="81" y="297"/>
                  <a:pt x="81" y="297"/>
                  <a:pt x="81" y="298"/>
                </a:cubicBezTo>
                <a:cubicBezTo>
                  <a:pt x="81" y="298"/>
                  <a:pt x="81" y="298"/>
                  <a:pt x="81" y="298"/>
                </a:cubicBezTo>
                <a:cubicBezTo>
                  <a:pt x="82" y="297"/>
                  <a:pt x="82" y="297"/>
                  <a:pt x="83" y="297"/>
                </a:cubicBezTo>
                <a:cubicBezTo>
                  <a:pt x="83" y="296"/>
                  <a:pt x="83" y="295"/>
                  <a:pt x="84" y="295"/>
                </a:cubicBezTo>
                <a:cubicBezTo>
                  <a:pt x="85" y="296"/>
                  <a:pt x="85" y="297"/>
                  <a:pt x="86" y="297"/>
                </a:cubicBezTo>
                <a:cubicBezTo>
                  <a:pt x="89" y="297"/>
                  <a:pt x="91" y="296"/>
                  <a:pt x="93" y="296"/>
                </a:cubicBezTo>
                <a:cubicBezTo>
                  <a:pt x="97" y="296"/>
                  <a:pt x="101" y="296"/>
                  <a:pt x="105" y="295"/>
                </a:cubicBezTo>
                <a:cubicBezTo>
                  <a:pt x="109" y="295"/>
                  <a:pt x="113" y="293"/>
                  <a:pt x="117" y="293"/>
                </a:cubicBezTo>
                <a:cubicBezTo>
                  <a:pt x="121" y="292"/>
                  <a:pt x="125" y="292"/>
                  <a:pt x="129" y="291"/>
                </a:cubicBezTo>
                <a:cubicBezTo>
                  <a:pt x="133" y="290"/>
                  <a:pt x="137" y="290"/>
                  <a:pt x="142" y="289"/>
                </a:cubicBezTo>
                <a:cubicBezTo>
                  <a:pt x="145" y="288"/>
                  <a:pt x="149" y="288"/>
                  <a:pt x="153" y="287"/>
                </a:cubicBezTo>
                <a:cubicBezTo>
                  <a:pt x="157" y="286"/>
                  <a:pt x="161" y="284"/>
                  <a:pt x="165" y="284"/>
                </a:cubicBezTo>
                <a:cubicBezTo>
                  <a:pt x="169" y="283"/>
                  <a:pt x="173" y="282"/>
                  <a:pt x="177" y="281"/>
                </a:cubicBezTo>
                <a:cubicBezTo>
                  <a:pt x="173" y="282"/>
                  <a:pt x="169" y="282"/>
                  <a:pt x="166" y="282"/>
                </a:cubicBezTo>
                <a:cubicBezTo>
                  <a:pt x="162" y="282"/>
                  <a:pt x="158" y="282"/>
                  <a:pt x="154" y="282"/>
                </a:cubicBezTo>
                <a:cubicBezTo>
                  <a:pt x="150" y="283"/>
                  <a:pt x="146" y="283"/>
                  <a:pt x="142" y="283"/>
                </a:cubicBezTo>
                <a:cubicBezTo>
                  <a:pt x="138" y="283"/>
                  <a:pt x="134" y="283"/>
                  <a:pt x="130" y="283"/>
                </a:cubicBezTo>
                <a:cubicBezTo>
                  <a:pt x="126" y="283"/>
                  <a:pt x="123" y="284"/>
                  <a:pt x="119" y="284"/>
                </a:cubicBezTo>
                <a:cubicBezTo>
                  <a:pt x="115" y="284"/>
                  <a:pt x="111" y="284"/>
                  <a:pt x="107" y="284"/>
                </a:cubicBezTo>
                <a:cubicBezTo>
                  <a:pt x="103" y="284"/>
                  <a:pt x="99" y="284"/>
                  <a:pt x="95" y="284"/>
                </a:cubicBezTo>
                <a:cubicBezTo>
                  <a:pt x="94" y="284"/>
                  <a:pt x="92" y="284"/>
                  <a:pt x="91" y="283"/>
                </a:cubicBezTo>
                <a:cubicBezTo>
                  <a:pt x="90" y="284"/>
                  <a:pt x="89" y="285"/>
                  <a:pt x="88" y="285"/>
                </a:cubicBezTo>
                <a:cubicBezTo>
                  <a:pt x="88" y="284"/>
                  <a:pt x="88" y="284"/>
                  <a:pt x="88" y="283"/>
                </a:cubicBezTo>
                <a:cubicBezTo>
                  <a:pt x="87" y="283"/>
                  <a:pt x="85" y="283"/>
                  <a:pt x="84" y="283"/>
                </a:cubicBezTo>
                <a:cubicBezTo>
                  <a:pt x="80" y="282"/>
                  <a:pt x="76" y="283"/>
                  <a:pt x="72" y="282"/>
                </a:cubicBezTo>
                <a:cubicBezTo>
                  <a:pt x="70" y="282"/>
                  <a:pt x="69" y="282"/>
                  <a:pt x="67" y="282"/>
                </a:cubicBezTo>
                <a:cubicBezTo>
                  <a:pt x="65" y="285"/>
                  <a:pt x="62" y="283"/>
                  <a:pt x="62" y="281"/>
                </a:cubicBezTo>
                <a:cubicBezTo>
                  <a:pt x="61" y="281"/>
                  <a:pt x="61" y="281"/>
                  <a:pt x="60" y="281"/>
                </a:cubicBezTo>
                <a:cubicBezTo>
                  <a:pt x="57" y="280"/>
                  <a:pt x="53" y="280"/>
                  <a:pt x="49" y="280"/>
                </a:cubicBezTo>
                <a:cubicBezTo>
                  <a:pt x="46" y="280"/>
                  <a:pt x="43" y="279"/>
                  <a:pt x="40" y="279"/>
                </a:cubicBezTo>
                <a:cubicBezTo>
                  <a:pt x="40" y="279"/>
                  <a:pt x="40" y="279"/>
                  <a:pt x="40" y="280"/>
                </a:cubicBezTo>
                <a:cubicBezTo>
                  <a:pt x="38" y="280"/>
                  <a:pt x="37" y="279"/>
                  <a:pt x="36" y="278"/>
                </a:cubicBezTo>
                <a:cubicBezTo>
                  <a:pt x="32" y="278"/>
                  <a:pt x="29" y="278"/>
                  <a:pt x="25" y="277"/>
                </a:cubicBezTo>
                <a:cubicBezTo>
                  <a:pt x="25" y="275"/>
                  <a:pt x="24" y="273"/>
                  <a:pt x="24" y="271"/>
                </a:cubicBezTo>
                <a:cubicBezTo>
                  <a:pt x="22" y="269"/>
                  <a:pt x="20" y="267"/>
                  <a:pt x="23" y="266"/>
                </a:cubicBezTo>
                <a:cubicBezTo>
                  <a:pt x="22" y="264"/>
                  <a:pt x="21" y="261"/>
                  <a:pt x="20" y="258"/>
                </a:cubicBezTo>
                <a:cubicBezTo>
                  <a:pt x="24" y="258"/>
                  <a:pt x="28" y="259"/>
                  <a:pt x="32" y="259"/>
                </a:cubicBezTo>
                <a:cubicBezTo>
                  <a:pt x="36" y="259"/>
                  <a:pt x="40" y="258"/>
                  <a:pt x="44" y="258"/>
                </a:cubicBezTo>
                <a:cubicBezTo>
                  <a:pt x="48" y="258"/>
                  <a:pt x="52" y="258"/>
                  <a:pt x="55" y="258"/>
                </a:cubicBezTo>
                <a:cubicBezTo>
                  <a:pt x="59" y="258"/>
                  <a:pt x="63" y="258"/>
                  <a:pt x="67" y="258"/>
                </a:cubicBezTo>
                <a:cubicBezTo>
                  <a:pt x="71" y="258"/>
                  <a:pt x="75" y="257"/>
                  <a:pt x="79" y="257"/>
                </a:cubicBezTo>
                <a:cubicBezTo>
                  <a:pt x="83" y="257"/>
                  <a:pt x="86" y="256"/>
                  <a:pt x="90" y="256"/>
                </a:cubicBezTo>
                <a:cubicBezTo>
                  <a:pt x="91" y="256"/>
                  <a:pt x="91" y="256"/>
                  <a:pt x="92" y="256"/>
                </a:cubicBezTo>
                <a:cubicBezTo>
                  <a:pt x="91" y="255"/>
                  <a:pt x="90" y="255"/>
                  <a:pt x="90" y="255"/>
                </a:cubicBezTo>
                <a:cubicBezTo>
                  <a:pt x="90" y="253"/>
                  <a:pt x="92" y="253"/>
                  <a:pt x="95" y="253"/>
                </a:cubicBezTo>
                <a:cubicBezTo>
                  <a:pt x="94" y="253"/>
                  <a:pt x="95" y="253"/>
                  <a:pt x="95" y="254"/>
                </a:cubicBezTo>
                <a:cubicBezTo>
                  <a:pt x="94" y="255"/>
                  <a:pt x="93" y="254"/>
                  <a:pt x="92" y="256"/>
                </a:cubicBezTo>
                <a:cubicBezTo>
                  <a:pt x="95" y="255"/>
                  <a:pt x="99" y="255"/>
                  <a:pt x="102" y="254"/>
                </a:cubicBezTo>
                <a:cubicBezTo>
                  <a:pt x="106" y="254"/>
                  <a:pt x="109" y="253"/>
                  <a:pt x="113" y="252"/>
                </a:cubicBezTo>
                <a:cubicBezTo>
                  <a:pt x="116" y="252"/>
                  <a:pt x="120" y="251"/>
                  <a:pt x="123" y="250"/>
                </a:cubicBezTo>
                <a:cubicBezTo>
                  <a:pt x="123" y="250"/>
                  <a:pt x="123" y="249"/>
                  <a:pt x="123" y="249"/>
                </a:cubicBezTo>
                <a:cubicBezTo>
                  <a:pt x="126" y="249"/>
                  <a:pt x="127" y="247"/>
                  <a:pt x="130" y="247"/>
                </a:cubicBezTo>
                <a:cubicBezTo>
                  <a:pt x="133" y="247"/>
                  <a:pt x="134" y="247"/>
                  <a:pt x="135" y="248"/>
                </a:cubicBezTo>
                <a:cubicBezTo>
                  <a:pt x="136" y="248"/>
                  <a:pt x="136" y="248"/>
                  <a:pt x="136" y="248"/>
                </a:cubicBezTo>
                <a:cubicBezTo>
                  <a:pt x="137" y="248"/>
                  <a:pt x="139" y="247"/>
                  <a:pt x="140" y="247"/>
                </a:cubicBezTo>
                <a:cubicBezTo>
                  <a:pt x="141" y="247"/>
                  <a:pt x="141" y="247"/>
                  <a:pt x="142" y="247"/>
                </a:cubicBezTo>
                <a:cubicBezTo>
                  <a:pt x="142" y="247"/>
                  <a:pt x="142" y="247"/>
                  <a:pt x="142" y="247"/>
                </a:cubicBezTo>
                <a:cubicBezTo>
                  <a:pt x="143" y="247"/>
                  <a:pt x="145" y="246"/>
                  <a:pt x="146" y="246"/>
                </a:cubicBezTo>
                <a:cubicBezTo>
                  <a:pt x="146" y="245"/>
                  <a:pt x="146" y="244"/>
                  <a:pt x="146" y="243"/>
                </a:cubicBezTo>
                <a:cubicBezTo>
                  <a:pt x="148" y="243"/>
                  <a:pt x="152" y="243"/>
                  <a:pt x="153" y="245"/>
                </a:cubicBezTo>
                <a:cubicBezTo>
                  <a:pt x="155" y="244"/>
                  <a:pt x="157" y="244"/>
                  <a:pt x="159" y="243"/>
                </a:cubicBezTo>
                <a:cubicBezTo>
                  <a:pt x="162" y="242"/>
                  <a:pt x="166" y="242"/>
                  <a:pt x="170" y="241"/>
                </a:cubicBezTo>
                <a:cubicBezTo>
                  <a:pt x="166" y="241"/>
                  <a:pt x="162" y="242"/>
                  <a:pt x="158" y="242"/>
                </a:cubicBezTo>
                <a:cubicBezTo>
                  <a:pt x="154" y="242"/>
                  <a:pt x="150" y="242"/>
                  <a:pt x="146" y="242"/>
                </a:cubicBezTo>
                <a:cubicBezTo>
                  <a:pt x="142" y="243"/>
                  <a:pt x="138" y="243"/>
                  <a:pt x="134" y="243"/>
                </a:cubicBezTo>
                <a:cubicBezTo>
                  <a:pt x="130" y="244"/>
                  <a:pt x="126" y="243"/>
                  <a:pt x="122" y="243"/>
                </a:cubicBezTo>
                <a:cubicBezTo>
                  <a:pt x="119" y="244"/>
                  <a:pt x="116" y="243"/>
                  <a:pt x="113" y="243"/>
                </a:cubicBezTo>
                <a:cubicBezTo>
                  <a:pt x="112" y="245"/>
                  <a:pt x="110" y="246"/>
                  <a:pt x="107" y="243"/>
                </a:cubicBezTo>
                <a:cubicBezTo>
                  <a:pt x="107" y="243"/>
                  <a:pt x="107" y="243"/>
                  <a:pt x="108" y="243"/>
                </a:cubicBezTo>
                <a:cubicBezTo>
                  <a:pt x="105" y="243"/>
                  <a:pt x="102" y="243"/>
                  <a:pt x="99" y="243"/>
                </a:cubicBezTo>
                <a:cubicBezTo>
                  <a:pt x="95" y="243"/>
                  <a:pt x="91" y="243"/>
                  <a:pt x="87" y="243"/>
                </a:cubicBezTo>
                <a:cubicBezTo>
                  <a:pt x="85" y="243"/>
                  <a:pt x="84" y="243"/>
                  <a:pt x="82" y="243"/>
                </a:cubicBezTo>
                <a:cubicBezTo>
                  <a:pt x="82" y="243"/>
                  <a:pt x="82" y="243"/>
                  <a:pt x="82" y="243"/>
                </a:cubicBezTo>
                <a:cubicBezTo>
                  <a:pt x="80" y="244"/>
                  <a:pt x="77" y="243"/>
                  <a:pt x="76" y="242"/>
                </a:cubicBezTo>
                <a:cubicBezTo>
                  <a:pt x="75" y="242"/>
                  <a:pt x="75" y="242"/>
                  <a:pt x="75" y="242"/>
                </a:cubicBezTo>
                <a:cubicBezTo>
                  <a:pt x="72" y="242"/>
                  <a:pt x="69" y="242"/>
                  <a:pt x="65" y="242"/>
                </a:cubicBezTo>
                <a:cubicBezTo>
                  <a:pt x="64" y="242"/>
                  <a:pt x="63" y="243"/>
                  <a:pt x="62" y="242"/>
                </a:cubicBezTo>
                <a:cubicBezTo>
                  <a:pt x="59" y="241"/>
                  <a:pt x="55" y="241"/>
                  <a:pt x="51" y="241"/>
                </a:cubicBezTo>
                <a:cubicBezTo>
                  <a:pt x="47" y="240"/>
                  <a:pt x="43" y="239"/>
                  <a:pt x="39" y="239"/>
                </a:cubicBezTo>
                <a:cubicBezTo>
                  <a:pt x="36" y="238"/>
                  <a:pt x="32" y="238"/>
                  <a:pt x="28" y="237"/>
                </a:cubicBezTo>
                <a:cubicBezTo>
                  <a:pt x="24" y="237"/>
                  <a:pt x="20" y="236"/>
                  <a:pt x="16" y="235"/>
                </a:cubicBezTo>
                <a:cubicBezTo>
                  <a:pt x="15" y="232"/>
                  <a:pt x="15" y="228"/>
                  <a:pt x="14" y="225"/>
                </a:cubicBezTo>
                <a:cubicBezTo>
                  <a:pt x="14" y="221"/>
                  <a:pt x="13" y="217"/>
                  <a:pt x="13" y="214"/>
                </a:cubicBezTo>
                <a:cubicBezTo>
                  <a:pt x="13" y="210"/>
                  <a:pt x="12" y="206"/>
                  <a:pt x="12" y="202"/>
                </a:cubicBezTo>
                <a:cubicBezTo>
                  <a:pt x="12" y="201"/>
                  <a:pt x="12" y="199"/>
                  <a:pt x="12" y="198"/>
                </a:cubicBezTo>
                <a:cubicBezTo>
                  <a:pt x="11" y="198"/>
                  <a:pt x="10" y="198"/>
                  <a:pt x="10" y="199"/>
                </a:cubicBezTo>
                <a:cubicBezTo>
                  <a:pt x="9" y="194"/>
                  <a:pt x="4" y="195"/>
                  <a:pt x="2" y="191"/>
                </a:cubicBezTo>
                <a:cubicBezTo>
                  <a:pt x="4" y="189"/>
                  <a:pt x="8" y="191"/>
                  <a:pt x="11" y="193"/>
                </a:cubicBezTo>
                <a:cubicBezTo>
                  <a:pt x="11" y="192"/>
                  <a:pt x="11" y="192"/>
                  <a:pt x="11" y="191"/>
                </a:cubicBezTo>
                <a:cubicBezTo>
                  <a:pt x="11" y="187"/>
                  <a:pt x="11" y="184"/>
                  <a:pt x="11" y="181"/>
                </a:cubicBezTo>
                <a:cubicBezTo>
                  <a:pt x="12" y="183"/>
                  <a:pt x="13" y="185"/>
                  <a:pt x="15" y="187"/>
                </a:cubicBezTo>
                <a:cubicBezTo>
                  <a:pt x="16" y="186"/>
                  <a:pt x="17" y="187"/>
                  <a:pt x="18" y="188"/>
                </a:cubicBezTo>
                <a:cubicBezTo>
                  <a:pt x="18" y="188"/>
                  <a:pt x="17" y="189"/>
                  <a:pt x="17" y="189"/>
                </a:cubicBezTo>
                <a:cubicBezTo>
                  <a:pt x="17" y="189"/>
                  <a:pt x="18" y="190"/>
                  <a:pt x="18" y="190"/>
                </a:cubicBezTo>
                <a:cubicBezTo>
                  <a:pt x="21" y="194"/>
                  <a:pt x="24" y="197"/>
                  <a:pt x="28" y="199"/>
                </a:cubicBezTo>
                <a:cubicBezTo>
                  <a:pt x="31" y="202"/>
                  <a:pt x="35" y="204"/>
                  <a:pt x="38" y="206"/>
                </a:cubicBezTo>
                <a:cubicBezTo>
                  <a:pt x="42" y="208"/>
                  <a:pt x="46" y="209"/>
                  <a:pt x="50" y="210"/>
                </a:cubicBezTo>
                <a:cubicBezTo>
                  <a:pt x="54" y="212"/>
                  <a:pt x="58" y="214"/>
                  <a:pt x="62" y="215"/>
                </a:cubicBezTo>
                <a:cubicBezTo>
                  <a:pt x="67" y="216"/>
                  <a:pt x="71" y="217"/>
                  <a:pt x="75" y="218"/>
                </a:cubicBezTo>
                <a:cubicBezTo>
                  <a:pt x="80" y="219"/>
                  <a:pt x="84" y="219"/>
                  <a:pt x="87" y="219"/>
                </a:cubicBezTo>
                <a:cubicBezTo>
                  <a:pt x="91" y="219"/>
                  <a:pt x="94" y="219"/>
                  <a:pt x="98" y="219"/>
                </a:cubicBezTo>
                <a:cubicBezTo>
                  <a:pt x="101" y="220"/>
                  <a:pt x="104" y="220"/>
                  <a:pt x="108" y="220"/>
                </a:cubicBezTo>
                <a:cubicBezTo>
                  <a:pt x="112" y="220"/>
                  <a:pt x="116" y="220"/>
                  <a:pt x="120" y="220"/>
                </a:cubicBezTo>
                <a:cubicBezTo>
                  <a:pt x="120" y="220"/>
                  <a:pt x="121" y="220"/>
                  <a:pt x="121" y="220"/>
                </a:cubicBezTo>
                <a:cubicBezTo>
                  <a:pt x="121" y="220"/>
                  <a:pt x="121" y="219"/>
                  <a:pt x="121" y="218"/>
                </a:cubicBezTo>
                <a:cubicBezTo>
                  <a:pt x="123" y="218"/>
                  <a:pt x="125" y="218"/>
                  <a:pt x="126" y="220"/>
                </a:cubicBezTo>
                <a:cubicBezTo>
                  <a:pt x="127" y="220"/>
                  <a:pt x="129" y="219"/>
                  <a:pt x="130" y="219"/>
                </a:cubicBezTo>
                <a:cubicBezTo>
                  <a:pt x="131" y="218"/>
                  <a:pt x="133" y="218"/>
                  <a:pt x="136" y="218"/>
                </a:cubicBezTo>
                <a:cubicBezTo>
                  <a:pt x="136" y="218"/>
                  <a:pt x="136" y="218"/>
                  <a:pt x="136" y="219"/>
                </a:cubicBezTo>
                <a:cubicBezTo>
                  <a:pt x="138" y="218"/>
                  <a:pt x="141" y="218"/>
                  <a:pt x="143" y="218"/>
                </a:cubicBezTo>
                <a:cubicBezTo>
                  <a:pt x="147" y="217"/>
                  <a:pt x="151" y="218"/>
                  <a:pt x="155" y="217"/>
                </a:cubicBezTo>
                <a:cubicBezTo>
                  <a:pt x="159" y="217"/>
                  <a:pt x="163" y="216"/>
                  <a:pt x="167" y="215"/>
                </a:cubicBezTo>
                <a:cubicBezTo>
                  <a:pt x="170" y="215"/>
                  <a:pt x="174" y="215"/>
                  <a:pt x="178" y="214"/>
                </a:cubicBezTo>
                <a:cubicBezTo>
                  <a:pt x="182" y="213"/>
                  <a:pt x="186" y="213"/>
                  <a:pt x="190" y="212"/>
                </a:cubicBezTo>
                <a:cubicBezTo>
                  <a:pt x="194" y="212"/>
                  <a:pt x="198" y="211"/>
                  <a:pt x="202" y="210"/>
                </a:cubicBezTo>
                <a:cubicBezTo>
                  <a:pt x="207" y="210"/>
                  <a:pt x="211" y="209"/>
                  <a:pt x="215" y="208"/>
                </a:cubicBezTo>
                <a:cubicBezTo>
                  <a:pt x="219" y="208"/>
                  <a:pt x="223" y="208"/>
                  <a:pt x="227" y="207"/>
                </a:cubicBezTo>
                <a:cubicBezTo>
                  <a:pt x="232" y="206"/>
                  <a:pt x="236" y="204"/>
                  <a:pt x="240" y="203"/>
                </a:cubicBezTo>
                <a:cubicBezTo>
                  <a:pt x="244" y="203"/>
                  <a:pt x="248" y="203"/>
                  <a:pt x="252" y="202"/>
                </a:cubicBezTo>
                <a:cubicBezTo>
                  <a:pt x="256" y="201"/>
                  <a:pt x="260" y="200"/>
                  <a:pt x="265" y="199"/>
                </a:cubicBezTo>
                <a:cubicBezTo>
                  <a:pt x="269" y="198"/>
                  <a:pt x="273" y="198"/>
                  <a:pt x="277" y="197"/>
                </a:cubicBezTo>
                <a:cubicBezTo>
                  <a:pt x="281" y="196"/>
                  <a:pt x="285" y="195"/>
                  <a:pt x="290" y="194"/>
                </a:cubicBezTo>
                <a:cubicBezTo>
                  <a:pt x="293" y="193"/>
                  <a:pt x="297" y="193"/>
                  <a:pt x="301" y="192"/>
                </a:cubicBezTo>
                <a:cubicBezTo>
                  <a:pt x="304" y="192"/>
                  <a:pt x="308" y="190"/>
                  <a:pt x="312" y="189"/>
                </a:cubicBezTo>
                <a:cubicBezTo>
                  <a:pt x="315" y="188"/>
                  <a:pt x="319" y="188"/>
                  <a:pt x="323" y="188"/>
                </a:cubicBezTo>
                <a:cubicBezTo>
                  <a:pt x="327" y="187"/>
                  <a:pt x="330" y="186"/>
                  <a:pt x="334" y="185"/>
                </a:cubicBezTo>
                <a:cubicBezTo>
                  <a:pt x="339" y="185"/>
                  <a:pt x="343" y="183"/>
                  <a:pt x="347" y="182"/>
                </a:cubicBezTo>
                <a:cubicBezTo>
                  <a:pt x="352" y="181"/>
                  <a:pt x="356" y="181"/>
                  <a:pt x="361" y="180"/>
                </a:cubicBezTo>
                <a:cubicBezTo>
                  <a:pt x="365" y="180"/>
                  <a:pt x="370" y="178"/>
                  <a:pt x="374" y="178"/>
                </a:cubicBezTo>
                <a:cubicBezTo>
                  <a:pt x="380" y="176"/>
                  <a:pt x="385" y="174"/>
                  <a:pt x="386" y="173"/>
                </a:cubicBezTo>
                <a:cubicBezTo>
                  <a:pt x="391" y="173"/>
                  <a:pt x="395" y="172"/>
                  <a:pt x="398" y="172"/>
                </a:cubicBezTo>
                <a:cubicBezTo>
                  <a:pt x="402" y="171"/>
                  <a:pt x="407" y="170"/>
                  <a:pt x="410" y="170"/>
                </a:cubicBezTo>
                <a:cubicBezTo>
                  <a:pt x="414" y="169"/>
                  <a:pt x="418" y="168"/>
                  <a:pt x="422" y="168"/>
                </a:cubicBezTo>
                <a:cubicBezTo>
                  <a:pt x="426" y="167"/>
                  <a:pt x="430" y="166"/>
                  <a:pt x="434" y="165"/>
                </a:cubicBezTo>
                <a:cubicBezTo>
                  <a:pt x="439" y="165"/>
                  <a:pt x="442" y="164"/>
                  <a:pt x="446" y="163"/>
                </a:cubicBezTo>
                <a:cubicBezTo>
                  <a:pt x="452" y="163"/>
                  <a:pt x="456" y="162"/>
                  <a:pt x="458" y="162"/>
                </a:cubicBezTo>
                <a:cubicBezTo>
                  <a:pt x="461" y="162"/>
                  <a:pt x="465" y="162"/>
                  <a:pt x="470" y="161"/>
                </a:cubicBezTo>
                <a:cubicBezTo>
                  <a:pt x="473" y="160"/>
                  <a:pt x="477" y="159"/>
                  <a:pt x="481" y="159"/>
                </a:cubicBezTo>
                <a:cubicBezTo>
                  <a:pt x="485" y="158"/>
                  <a:pt x="489" y="158"/>
                  <a:pt x="493" y="157"/>
                </a:cubicBezTo>
                <a:cubicBezTo>
                  <a:pt x="497" y="156"/>
                  <a:pt x="500" y="156"/>
                  <a:pt x="504" y="155"/>
                </a:cubicBezTo>
                <a:cubicBezTo>
                  <a:pt x="508" y="155"/>
                  <a:pt x="512" y="155"/>
                  <a:pt x="516" y="154"/>
                </a:cubicBezTo>
                <a:cubicBezTo>
                  <a:pt x="520" y="154"/>
                  <a:pt x="524" y="152"/>
                  <a:pt x="528" y="152"/>
                </a:cubicBezTo>
                <a:cubicBezTo>
                  <a:pt x="532" y="151"/>
                  <a:pt x="535" y="151"/>
                  <a:pt x="539" y="151"/>
                </a:cubicBezTo>
                <a:cubicBezTo>
                  <a:pt x="543" y="150"/>
                  <a:pt x="547" y="149"/>
                  <a:pt x="551" y="149"/>
                </a:cubicBezTo>
                <a:cubicBezTo>
                  <a:pt x="555" y="148"/>
                  <a:pt x="559" y="149"/>
                  <a:pt x="563" y="148"/>
                </a:cubicBezTo>
                <a:cubicBezTo>
                  <a:pt x="567" y="148"/>
                  <a:pt x="571" y="147"/>
                  <a:pt x="574" y="146"/>
                </a:cubicBezTo>
                <a:cubicBezTo>
                  <a:pt x="579" y="146"/>
                  <a:pt x="583" y="146"/>
                  <a:pt x="586" y="146"/>
                </a:cubicBezTo>
                <a:cubicBezTo>
                  <a:pt x="590" y="145"/>
                  <a:pt x="594" y="145"/>
                  <a:pt x="598" y="144"/>
                </a:cubicBezTo>
                <a:cubicBezTo>
                  <a:pt x="602" y="144"/>
                  <a:pt x="605" y="144"/>
                  <a:pt x="609" y="144"/>
                </a:cubicBezTo>
                <a:cubicBezTo>
                  <a:pt x="613" y="143"/>
                  <a:pt x="617" y="142"/>
                  <a:pt x="621" y="142"/>
                </a:cubicBezTo>
                <a:cubicBezTo>
                  <a:pt x="625" y="142"/>
                  <a:pt x="629" y="142"/>
                  <a:pt x="632" y="142"/>
                </a:cubicBezTo>
                <a:cubicBezTo>
                  <a:pt x="636" y="142"/>
                  <a:pt x="640" y="140"/>
                  <a:pt x="644" y="140"/>
                </a:cubicBezTo>
                <a:cubicBezTo>
                  <a:pt x="648" y="140"/>
                  <a:pt x="652" y="140"/>
                  <a:pt x="656" y="140"/>
                </a:cubicBezTo>
                <a:cubicBezTo>
                  <a:pt x="660" y="140"/>
                  <a:pt x="663" y="139"/>
                  <a:pt x="667" y="139"/>
                </a:cubicBezTo>
                <a:cubicBezTo>
                  <a:pt x="671" y="138"/>
                  <a:pt x="675" y="139"/>
                  <a:pt x="679" y="139"/>
                </a:cubicBezTo>
                <a:cubicBezTo>
                  <a:pt x="683" y="139"/>
                  <a:pt x="687" y="137"/>
                  <a:pt x="691" y="137"/>
                </a:cubicBezTo>
                <a:cubicBezTo>
                  <a:pt x="695" y="137"/>
                  <a:pt x="699" y="137"/>
                  <a:pt x="703" y="136"/>
                </a:cubicBezTo>
                <a:cubicBezTo>
                  <a:pt x="707" y="136"/>
                  <a:pt x="711" y="136"/>
                  <a:pt x="715" y="136"/>
                </a:cubicBezTo>
                <a:cubicBezTo>
                  <a:pt x="719" y="136"/>
                  <a:pt x="723" y="136"/>
                  <a:pt x="728" y="136"/>
                </a:cubicBezTo>
                <a:cubicBezTo>
                  <a:pt x="732" y="135"/>
                  <a:pt x="736" y="135"/>
                  <a:pt x="740" y="135"/>
                </a:cubicBezTo>
                <a:cubicBezTo>
                  <a:pt x="744" y="135"/>
                  <a:pt x="748" y="135"/>
                  <a:pt x="752" y="135"/>
                </a:cubicBezTo>
                <a:cubicBezTo>
                  <a:pt x="752" y="135"/>
                  <a:pt x="753" y="135"/>
                  <a:pt x="753" y="135"/>
                </a:cubicBezTo>
                <a:cubicBezTo>
                  <a:pt x="753" y="131"/>
                  <a:pt x="757" y="131"/>
                  <a:pt x="760" y="133"/>
                </a:cubicBezTo>
                <a:cubicBezTo>
                  <a:pt x="760" y="134"/>
                  <a:pt x="760" y="134"/>
                  <a:pt x="760" y="135"/>
                </a:cubicBezTo>
                <a:cubicBezTo>
                  <a:pt x="762" y="135"/>
                  <a:pt x="763" y="135"/>
                  <a:pt x="764" y="135"/>
                </a:cubicBezTo>
                <a:cubicBezTo>
                  <a:pt x="768" y="135"/>
                  <a:pt x="772" y="135"/>
                  <a:pt x="776" y="135"/>
                </a:cubicBezTo>
                <a:cubicBezTo>
                  <a:pt x="780" y="134"/>
                  <a:pt x="783" y="134"/>
                  <a:pt x="787" y="134"/>
                </a:cubicBezTo>
                <a:cubicBezTo>
                  <a:pt x="791" y="134"/>
                  <a:pt x="795" y="133"/>
                  <a:pt x="799" y="133"/>
                </a:cubicBezTo>
                <a:cubicBezTo>
                  <a:pt x="802" y="133"/>
                  <a:pt x="806" y="134"/>
                  <a:pt x="809" y="134"/>
                </a:cubicBezTo>
                <a:cubicBezTo>
                  <a:pt x="809" y="133"/>
                  <a:pt x="810" y="133"/>
                  <a:pt x="811" y="133"/>
                </a:cubicBezTo>
                <a:cubicBezTo>
                  <a:pt x="811" y="134"/>
                  <a:pt x="811" y="134"/>
                  <a:pt x="811" y="134"/>
                </a:cubicBezTo>
                <a:cubicBezTo>
                  <a:pt x="814" y="134"/>
                  <a:pt x="818" y="134"/>
                  <a:pt x="821" y="134"/>
                </a:cubicBezTo>
                <a:cubicBezTo>
                  <a:pt x="825" y="134"/>
                  <a:pt x="829" y="133"/>
                  <a:pt x="833" y="133"/>
                </a:cubicBezTo>
                <a:cubicBezTo>
                  <a:pt x="837" y="133"/>
                  <a:pt x="841" y="133"/>
                  <a:pt x="845" y="133"/>
                </a:cubicBezTo>
                <a:cubicBezTo>
                  <a:pt x="849" y="133"/>
                  <a:pt x="853" y="134"/>
                  <a:pt x="857" y="134"/>
                </a:cubicBezTo>
                <a:cubicBezTo>
                  <a:pt x="859" y="134"/>
                  <a:pt x="860" y="134"/>
                  <a:pt x="861" y="134"/>
                </a:cubicBezTo>
                <a:cubicBezTo>
                  <a:pt x="862" y="130"/>
                  <a:pt x="867" y="130"/>
                  <a:pt x="868" y="134"/>
                </a:cubicBezTo>
                <a:cubicBezTo>
                  <a:pt x="868" y="134"/>
                  <a:pt x="868" y="134"/>
                  <a:pt x="868" y="134"/>
                </a:cubicBezTo>
                <a:cubicBezTo>
                  <a:pt x="869" y="134"/>
                  <a:pt x="869" y="134"/>
                  <a:pt x="869" y="134"/>
                </a:cubicBezTo>
                <a:cubicBezTo>
                  <a:pt x="873" y="134"/>
                  <a:pt x="877" y="134"/>
                  <a:pt x="881" y="135"/>
                </a:cubicBezTo>
                <a:cubicBezTo>
                  <a:pt x="885" y="135"/>
                  <a:pt x="889" y="135"/>
                  <a:pt x="893" y="135"/>
                </a:cubicBezTo>
                <a:cubicBezTo>
                  <a:pt x="897" y="135"/>
                  <a:pt x="901" y="135"/>
                  <a:pt x="905" y="135"/>
                </a:cubicBezTo>
                <a:cubicBezTo>
                  <a:pt x="909" y="135"/>
                  <a:pt x="913" y="136"/>
                  <a:pt x="917" y="136"/>
                </a:cubicBezTo>
                <a:cubicBezTo>
                  <a:pt x="921" y="136"/>
                  <a:pt x="925" y="135"/>
                  <a:pt x="929" y="136"/>
                </a:cubicBezTo>
                <a:cubicBezTo>
                  <a:pt x="933" y="136"/>
                  <a:pt x="937" y="136"/>
                  <a:pt x="941" y="137"/>
                </a:cubicBezTo>
                <a:cubicBezTo>
                  <a:pt x="945" y="137"/>
                  <a:pt x="949" y="137"/>
                  <a:pt x="953" y="137"/>
                </a:cubicBezTo>
                <a:cubicBezTo>
                  <a:pt x="957" y="138"/>
                  <a:pt x="961" y="138"/>
                  <a:pt x="965" y="138"/>
                </a:cubicBezTo>
                <a:cubicBezTo>
                  <a:pt x="964" y="137"/>
                  <a:pt x="965" y="136"/>
                  <a:pt x="967" y="136"/>
                </a:cubicBezTo>
                <a:cubicBezTo>
                  <a:pt x="968" y="136"/>
                  <a:pt x="969" y="137"/>
                  <a:pt x="969" y="138"/>
                </a:cubicBezTo>
                <a:cubicBezTo>
                  <a:pt x="972" y="138"/>
                  <a:pt x="975" y="138"/>
                  <a:pt x="977" y="138"/>
                </a:cubicBezTo>
                <a:cubicBezTo>
                  <a:pt x="981" y="139"/>
                  <a:pt x="985" y="139"/>
                  <a:pt x="989" y="140"/>
                </a:cubicBezTo>
                <a:cubicBezTo>
                  <a:pt x="993" y="140"/>
                  <a:pt x="997" y="140"/>
                  <a:pt x="1001" y="141"/>
                </a:cubicBezTo>
                <a:cubicBezTo>
                  <a:pt x="1005" y="141"/>
                  <a:pt x="1009" y="141"/>
                  <a:pt x="1013" y="141"/>
                </a:cubicBezTo>
                <a:cubicBezTo>
                  <a:pt x="1017" y="141"/>
                  <a:pt x="1021" y="142"/>
                  <a:pt x="1025" y="142"/>
                </a:cubicBezTo>
                <a:cubicBezTo>
                  <a:pt x="1028" y="143"/>
                  <a:pt x="1032" y="143"/>
                  <a:pt x="1035" y="143"/>
                </a:cubicBezTo>
                <a:cubicBezTo>
                  <a:pt x="1035" y="142"/>
                  <a:pt x="1035" y="142"/>
                  <a:pt x="1035" y="141"/>
                </a:cubicBezTo>
                <a:cubicBezTo>
                  <a:pt x="1036" y="141"/>
                  <a:pt x="1037" y="142"/>
                  <a:pt x="1036" y="143"/>
                </a:cubicBezTo>
                <a:cubicBezTo>
                  <a:pt x="1037" y="143"/>
                  <a:pt x="1037" y="143"/>
                  <a:pt x="1037" y="143"/>
                </a:cubicBezTo>
                <a:cubicBezTo>
                  <a:pt x="1038" y="143"/>
                  <a:pt x="1039" y="143"/>
                  <a:pt x="1040" y="143"/>
                </a:cubicBezTo>
                <a:cubicBezTo>
                  <a:pt x="1040" y="143"/>
                  <a:pt x="1040" y="143"/>
                  <a:pt x="1040" y="143"/>
                </a:cubicBezTo>
                <a:cubicBezTo>
                  <a:pt x="1040" y="142"/>
                  <a:pt x="1040" y="141"/>
                  <a:pt x="1040" y="140"/>
                </a:cubicBezTo>
                <a:cubicBezTo>
                  <a:pt x="1040" y="140"/>
                  <a:pt x="1041" y="140"/>
                  <a:pt x="1041" y="139"/>
                </a:cubicBezTo>
                <a:cubicBezTo>
                  <a:pt x="1042" y="139"/>
                  <a:pt x="1043" y="139"/>
                  <a:pt x="1043" y="140"/>
                </a:cubicBezTo>
                <a:cubicBezTo>
                  <a:pt x="1044" y="140"/>
                  <a:pt x="1043" y="138"/>
                  <a:pt x="1045" y="138"/>
                </a:cubicBezTo>
                <a:cubicBezTo>
                  <a:pt x="1045" y="137"/>
                  <a:pt x="1045" y="136"/>
                  <a:pt x="1046" y="134"/>
                </a:cubicBezTo>
                <a:cubicBezTo>
                  <a:pt x="1052" y="132"/>
                  <a:pt x="1049" y="140"/>
                  <a:pt x="1050" y="142"/>
                </a:cubicBezTo>
                <a:cubicBezTo>
                  <a:pt x="1047" y="146"/>
                  <a:pt x="1044" y="142"/>
                  <a:pt x="1041" y="143"/>
                </a:cubicBezTo>
                <a:cubicBezTo>
                  <a:pt x="1041" y="143"/>
                  <a:pt x="1042" y="143"/>
                  <a:pt x="1042" y="143"/>
                </a:cubicBezTo>
                <a:cubicBezTo>
                  <a:pt x="1044" y="144"/>
                  <a:pt x="1047" y="144"/>
                  <a:pt x="1049" y="144"/>
                </a:cubicBezTo>
                <a:cubicBezTo>
                  <a:pt x="1053" y="145"/>
                  <a:pt x="1057" y="145"/>
                  <a:pt x="1061" y="146"/>
                </a:cubicBezTo>
                <a:cubicBezTo>
                  <a:pt x="1065" y="146"/>
                  <a:pt x="1069" y="146"/>
                  <a:pt x="1073" y="146"/>
                </a:cubicBezTo>
                <a:cubicBezTo>
                  <a:pt x="1077" y="147"/>
                  <a:pt x="1081" y="147"/>
                  <a:pt x="1085" y="148"/>
                </a:cubicBezTo>
                <a:cubicBezTo>
                  <a:pt x="1089" y="148"/>
                  <a:pt x="1093" y="149"/>
                  <a:pt x="1097" y="149"/>
                </a:cubicBezTo>
                <a:cubicBezTo>
                  <a:pt x="1101" y="150"/>
                  <a:pt x="1105" y="150"/>
                  <a:pt x="1109" y="151"/>
                </a:cubicBezTo>
                <a:cubicBezTo>
                  <a:pt x="1113" y="151"/>
                  <a:pt x="1117" y="152"/>
                  <a:pt x="1121" y="152"/>
                </a:cubicBezTo>
                <a:cubicBezTo>
                  <a:pt x="1125" y="153"/>
                  <a:pt x="1129" y="153"/>
                  <a:pt x="1133" y="153"/>
                </a:cubicBezTo>
                <a:cubicBezTo>
                  <a:pt x="1137" y="154"/>
                  <a:pt x="1141" y="155"/>
                  <a:pt x="1145" y="155"/>
                </a:cubicBezTo>
                <a:cubicBezTo>
                  <a:pt x="1149" y="156"/>
                  <a:pt x="1153" y="157"/>
                  <a:pt x="1157" y="157"/>
                </a:cubicBezTo>
                <a:cubicBezTo>
                  <a:pt x="1161" y="158"/>
                  <a:pt x="1165" y="158"/>
                  <a:pt x="1169" y="159"/>
                </a:cubicBezTo>
                <a:cubicBezTo>
                  <a:pt x="1173" y="160"/>
                  <a:pt x="1177" y="160"/>
                  <a:pt x="1181" y="160"/>
                </a:cubicBezTo>
                <a:cubicBezTo>
                  <a:pt x="1185" y="161"/>
                  <a:pt x="1189" y="161"/>
                  <a:pt x="1193" y="162"/>
                </a:cubicBezTo>
                <a:cubicBezTo>
                  <a:pt x="1197" y="163"/>
                  <a:pt x="1201" y="164"/>
                  <a:pt x="1205" y="165"/>
                </a:cubicBezTo>
                <a:cubicBezTo>
                  <a:pt x="1209" y="165"/>
                  <a:pt x="1213" y="166"/>
                  <a:pt x="1217" y="166"/>
                </a:cubicBezTo>
                <a:cubicBezTo>
                  <a:pt x="1220" y="167"/>
                  <a:pt x="1225" y="168"/>
                  <a:pt x="1228" y="168"/>
                </a:cubicBezTo>
                <a:cubicBezTo>
                  <a:pt x="1232" y="169"/>
                  <a:pt x="1236" y="170"/>
                  <a:pt x="1240" y="171"/>
                </a:cubicBezTo>
                <a:cubicBezTo>
                  <a:pt x="1244" y="172"/>
                  <a:pt x="1248" y="171"/>
                  <a:pt x="1252" y="172"/>
                </a:cubicBezTo>
                <a:cubicBezTo>
                  <a:pt x="1256" y="173"/>
                  <a:pt x="1260" y="174"/>
                  <a:pt x="1264" y="174"/>
                </a:cubicBezTo>
                <a:cubicBezTo>
                  <a:pt x="1268" y="175"/>
                  <a:pt x="1272" y="176"/>
                  <a:pt x="1275" y="177"/>
                </a:cubicBezTo>
                <a:cubicBezTo>
                  <a:pt x="1279" y="178"/>
                  <a:pt x="1283" y="178"/>
                  <a:pt x="1287" y="179"/>
                </a:cubicBezTo>
                <a:cubicBezTo>
                  <a:pt x="1291" y="180"/>
                  <a:pt x="1295" y="181"/>
                  <a:pt x="1299" y="182"/>
                </a:cubicBezTo>
                <a:cubicBezTo>
                  <a:pt x="1303" y="183"/>
                  <a:pt x="1307" y="183"/>
                  <a:pt x="1310" y="184"/>
                </a:cubicBezTo>
                <a:cubicBezTo>
                  <a:pt x="1314" y="185"/>
                  <a:pt x="1318" y="187"/>
                  <a:pt x="1322" y="187"/>
                </a:cubicBezTo>
                <a:cubicBezTo>
                  <a:pt x="1326" y="188"/>
                  <a:pt x="1330" y="188"/>
                  <a:pt x="1334" y="189"/>
                </a:cubicBezTo>
                <a:cubicBezTo>
                  <a:pt x="1338" y="190"/>
                  <a:pt x="1341" y="191"/>
                  <a:pt x="1345" y="192"/>
                </a:cubicBezTo>
                <a:cubicBezTo>
                  <a:pt x="1349" y="193"/>
                  <a:pt x="1353" y="194"/>
                  <a:pt x="1357" y="195"/>
                </a:cubicBezTo>
                <a:cubicBezTo>
                  <a:pt x="1361" y="196"/>
                  <a:pt x="1365" y="196"/>
                  <a:pt x="1369" y="197"/>
                </a:cubicBezTo>
                <a:cubicBezTo>
                  <a:pt x="1373" y="198"/>
                  <a:pt x="1377" y="198"/>
                  <a:pt x="1381" y="199"/>
                </a:cubicBezTo>
                <a:cubicBezTo>
                  <a:pt x="1385" y="200"/>
                  <a:pt x="1389" y="200"/>
                  <a:pt x="1393" y="201"/>
                </a:cubicBezTo>
                <a:cubicBezTo>
                  <a:pt x="1396" y="202"/>
                  <a:pt x="1400" y="203"/>
                  <a:pt x="1404" y="203"/>
                </a:cubicBezTo>
                <a:cubicBezTo>
                  <a:pt x="1408" y="204"/>
                  <a:pt x="1412" y="205"/>
                  <a:pt x="1416" y="206"/>
                </a:cubicBezTo>
                <a:cubicBezTo>
                  <a:pt x="1420" y="207"/>
                  <a:pt x="1424" y="207"/>
                  <a:pt x="1428" y="208"/>
                </a:cubicBezTo>
                <a:cubicBezTo>
                  <a:pt x="1432" y="208"/>
                  <a:pt x="1436" y="209"/>
                  <a:pt x="1440" y="209"/>
                </a:cubicBezTo>
                <a:cubicBezTo>
                  <a:pt x="1444" y="210"/>
                  <a:pt x="1448" y="211"/>
                  <a:pt x="1452" y="212"/>
                </a:cubicBezTo>
                <a:cubicBezTo>
                  <a:pt x="1456" y="212"/>
                  <a:pt x="1459" y="213"/>
                  <a:pt x="1463" y="213"/>
                </a:cubicBezTo>
                <a:cubicBezTo>
                  <a:pt x="1467" y="214"/>
                  <a:pt x="1471" y="214"/>
                  <a:pt x="1475" y="215"/>
                </a:cubicBezTo>
                <a:cubicBezTo>
                  <a:pt x="1479" y="215"/>
                  <a:pt x="1483" y="215"/>
                  <a:pt x="1487" y="216"/>
                </a:cubicBezTo>
                <a:cubicBezTo>
                  <a:pt x="1491" y="216"/>
                  <a:pt x="1495" y="216"/>
                  <a:pt x="1499" y="217"/>
                </a:cubicBezTo>
                <a:cubicBezTo>
                  <a:pt x="1503" y="217"/>
                  <a:pt x="1507" y="217"/>
                  <a:pt x="1511" y="217"/>
                </a:cubicBezTo>
                <a:cubicBezTo>
                  <a:pt x="1514" y="218"/>
                  <a:pt x="1518" y="218"/>
                  <a:pt x="1521" y="218"/>
                </a:cubicBezTo>
                <a:cubicBezTo>
                  <a:pt x="1524" y="218"/>
                  <a:pt x="1527" y="218"/>
                  <a:pt x="1530" y="218"/>
                </a:cubicBezTo>
                <a:cubicBezTo>
                  <a:pt x="1535" y="218"/>
                  <a:pt x="1539" y="218"/>
                  <a:pt x="1543" y="218"/>
                </a:cubicBezTo>
                <a:cubicBezTo>
                  <a:pt x="1548" y="218"/>
                  <a:pt x="1552" y="217"/>
                  <a:pt x="1556" y="216"/>
                </a:cubicBezTo>
                <a:cubicBezTo>
                  <a:pt x="1561" y="216"/>
                  <a:pt x="1565" y="215"/>
                  <a:pt x="1569" y="214"/>
                </a:cubicBezTo>
                <a:cubicBezTo>
                  <a:pt x="1573" y="213"/>
                  <a:pt x="1578" y="212"/>
                  <a:pt x="1582" y="211"/>
                </a:cubicBezTo>
                <a:cubicBezTo>
                  <a:pt x="1585" y="209"/>
                  <a:pt x="1589" y="208"/>
                  <a:pt x="1592" y="207"/>
                </a:cubicBezTo>
                <a:cubicBezTo>
                  <a:pt x="1595" y="205"/>
                  <a:pt x="1598" y="202"/>
                  <a:pt x="1601" y="200"/>
                </a:cubicBezTo>
                <a:cubicBezTo>
                  <a:pt x="1605" y="198"/>
                  <a:pt x="1608" y="196"/>
                  <a:pt x="1610" y="194"/>
                </a:cubicBezTo>
                <a:cubicBezTo>
                  <a:pt x="1613" y="191"/>
                  <a:pt x="1616" y="189"/>
                  <a:pt x="1619" y="186"/>
                </a:cubicBezTo>
                <a:cubicBezTo>
                  <a:pt x="1621" y="183"/>
                  <a:pt x="1623" y="181"/>
                  <a:pt x="1625" y="178"/>
                </a:cubicBezTo>
                <a:cubicBezTo>
                  <a:pt x="1625" y="181"/>
                  <a:pt x="1625" y="185"/>
                  <a:pt x="1625" y="189"/>
                </a:cubicBezTo>
                <a:close/>
                <a:moveTo>
                  <a:pt x="71" y="252"/>
                </a:moveTo>
                <a:cubicBezTo>
                  <a:pt x="72" y="253"/>
                  <a:pt x="73" y="253"/>
                  <a:pt x="73" y="254"/>
                </a:cubicBezTo>
                <a:cubicBezTo>
                  <a:pt x="72" y="255"/>
                  <a:pt x="71" y="254"/>
                  <a:pt x="71" y="254"/>
                </a:cubicBezTo>
                <a:cubicBezTo>
                  <a:pt x="70" y="253"/>
                  <a:pt x="71" y="253"/>
                  <a:pt x="71" y="252"/>
                </a:cubicBezTo>
                <a:close/>
                <a:moveTo>
                  <a:pt x="1479" y="204"/>
                </a:moveTo>
                <a:cubicBezTo>
                  <a:pt x="1481" y="204"/>
                  <a:pt x="1481" y="207"/>
                  <a:pt x="1479" y="207"/>
                </a:cubicBezTo>
                <a:cubicBezTo>
                  <a:pt x="1478" y="206"/>
                  <a:pt x="1478" y="204"/>
                  <a:pt x="1479" y="204"/>
                </a:cubicBezTo>
                <a:close/>
                <a:moveTo>
                  <a:pt x="1614" y="190"/>
                </a:moveTo>
                <a:cubicBezTo>
                  <a:pt x="1609" y="192"/>
                  <a:pt x="1614" y="183"/>
                  <a:pt x="1614" y="190"/>
                </a:cubicBezTo>
                <a:close/>
                <a:moveTo>
                  <a:pt x="1625" y="148"/>
                </a:moveTo>
                <a:cubicBezTo>
                  <a:pt x="1623" y="149"/>
                  <a:pt x="1620" y="149"/>
                  <a:pt x="1619" y="147"/>
                </a:cubicBezTo>
                <a:cubicBezTo>
                  <a:pt x="1620" y="150"/>
                  <a:pt x="1620" y="152"/>
                  <a:pt x="1620" y="155"/>
                </a:cubicBezTo>
                <a:cubicBezTo>
                  <a:pt x="1620" y="159"/>
                  <a:pt x="1619" y="163"/>
                  <a:pt x="1617" y="167"/>
                </a:cubicBezTo>
                <a:cubicBezTo>
                  <a:pt x="1615" y="171"/>
                  <a:pt x="1614" y="175"/>
                  <a:pt x="1611" y="178"/>
                </a:cubicBezTo>
                <a:cubicBezTo>
                  <a:pt x="1608" y="182"/>
                  <a:pt x="1605" y="184"/>
                  <a:pt x="1602" y="187"/>
                </a:cubicBezTo>
                <a:cubicBezTo>
                  <a:pt x="1598" y="190"/>
                  <a:pt x="1595" y="192"/>
                  <a:pt x="1591" y="194"/>
                </a:cubicBezTo>
                <a:cubicBezTo>
                  <a:pt x="1590" y="194"/>
                  <a:pt x="1590" y="195"/>
                  <a:pt x="1589" y="195"/>
                </a:cubicBezTo>
                <a:cubicBezTo>
                  <a:pt x="1589" y="195"/>
                  <a:pt x="1589" y="195"/>
                  <a:pt x="1589" y="195"/>
                </a:cubicBezTo>
                <a:cubicBezTo>
                  <a:pt x="1586" y="196"/>
                  <a:pt x="1583" y="198"/>
                  <a:pt x="1579" y="199"/>
                </a:cubicBezTo>
                <a:cubicBezTo>
                  <a:pt x="1576" y="200"/>
                  <a:pt x="1572" y="201"/>
                  <a:pt x="1568" y="202"/>
                </a:cubicBezTo>
                <a:cubicBezTo>
                  <a:pt x="1564" y="203"/>
                  <a:pt x="1559" y="204"/>
                  <a:pt x="1555" y="205"/>
                </a:cubicBezTo>
                <a:cubicBezTo>
                  <a:pt x="1554" y="205"/>
                  <a:pt x="1553" y="205"/>
                  <a:pt x="1552" y="205"/>
                </a:cubicBezTo>
                <a:cubicBezTo>
                  <a:pt x="1553" y="206"/>
                  <a:pt x="1553" y="206"/>
                  <a:pt x="1551" y="207"/>
                </a:cubicBezTo>
                <a:cubicBezTo>
                  <a:pt x="1552" y="205"/>
                  <a:pt x="1547" y="206"/>
                  <a:pt x="1546" y="206"/>
                </a:cubicBezTo>
                <a:cubicBezTo>
                  <a:pt x="1545" y="206"/>
                  <a:pt x="1544" y="206"/>
                  <a:pt x="1543" y="206"/>
                </a:cubicBezTo>
                <a:cubicBezTo>
                  <a:pt x="1539" y="206"/>
                  <a:pt x="1535" y="205"/>
                  <a:pt x="1531" y="205"/>
                </a:cubicBezTo>
                <a:cubicBezTo>
                  <a:pt x="1528" y="205"/>
                  <a:pt x="1526" y="206"/>
                  <a:pt x="1523" y="206"/>
                </a:cubicBezTo>
                <a:cubicBezTo>
                  <a:pt x="1519" y="205"/>
                  <a:pt x="1515" y="205"/>
                  <a:pt x="1511" y="205"/>
                </a:cubicBezTo>
                <a:cubicBezTo>
                  <a:pt x="1507" y="205"/>
                  <a:pt x="1503" y="205"/>
                  <a:pt x="1499" y="205"/>
                </a:cubicBezTo>
                <a:cubicBezTo>
                  <a:pt x="1494" y="204"/>
                  <a:pt x="1490" y="203"/>
                  <a:pt x="1486" y="203"/>
                </a:cubicBezTo>
                <a:cubicBezTo>
                  <a:pt x="1482" y="202"/>
                  <a:pt x="1478" y="202"/>
                  <a:pt x="1474" y="202"/>
                </a:cubicBezTo>
                <a:cubicBezTo>
                  <a:pt x="1471" y="202"/>
                  <a:pt x="1469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7" y="201"/>
                  <a:pt x="1467" y="201"/>
                  <a:pt x="1467" y="201"/>
                </a:cubicBezTo>
                <a:cubicBezTo>
                  <a:pt x="1465" y="201"/>
                  <a:pt x="1463" y="200"/>
                  <a:pt x="1462" y="200"/>
                </a:cubicBezTo>
                <a:cubicBezTo>
                  <a:pt x="1457" y="199"/>
                  <a:pt x="1453" y="199"/>
                  <a:pt x="1449" y="198"/>
                </a:cubicBezTo>
                <a:cubicBezTo>
                  <a:pt x="1445" y="197"/>
                  <a:pt x="1441" y="197"/>
                  <a:pt x="1437" y="196"/>
                </a:cubicBezTo>
                <a:cubicBezTo>
                  <a:pt x="1433" y="196"/>
                  <a:pt x="1429" y="195"/>
                  <a:pt x="1425" y="194"/>
                </a:cubicBezTo>
                <a:cubicBezTo>
                  <a:pt x="1425" y="193"/>
                  <a:pt x="1425" y="193"/>
                  <a:pt x="1426" y="193"/>
                </a:cubicBezTo>
                <a:cubicBezTo>
                  <a:pt x="1426" y="192"/>
                  <a:pt x="1427" y="191"/>
                  <a:pt x="1427" y="191"/>
                </a:cubicBezTo>
                <a:cubicBezTo>
                  <a:pt x="1428" y="189"/>
                  <a:pt x="1429" y="189"/>
                  <a:pt x="1430" y="187"/>
                </a:cubicBezTo>
                <a:cubicBezTo>
                  <a:pt x="1433" y="182"/>
                  <a:pt x="1432" y="184"/>
                  <a:pt x="1436" y="177"/>
                </a:cubicBezTo>
                <a:cubicBezTo>
                  <a:pt x="1438" y="174"/>
                  <a:pt x="1441" y="171"/>
                  <a:pt x="1443" y="167"/>
                </a:cubicBezTo>
                <a:cubicBezTo>
                  <a:pt x="1445" y="164"/>
                  <a:pt x="1447" y="160"/>
                  <a:pt x="1450" y="157"/>
                </a:cubicBezTo>
                <a:cubicBezTo>
                  <a:pt x="1452" y="153"/>
                  <a:pt x="1454" y="150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6"/>
                  <a:pt x="1456" y="146"/>
                  <a:pt x="1456" y="146"/>
                </a:cubicBezTo>
                <a:cubicBezTo>
                  <a:pt x="1456" y="145"/>
                  <a:pt x="1455" y="145"/>
                  <a:pt x="1455" y="144"/>
                </a:cubicBezTo>
                <a:cubicBezTo>
                  <a:pt x="1456" y="143"/>
                  <a:pt x="1457" y="142"/>
                  <a:pt x="1458" y="143"/>
                </a:cubicBezTo>
                <a:cubicBezTo>
                  <a:pt x="1460" y="140"/>
                  <a:pt x="1461" y="138"/>
                  <a:pt x="1463" y="136"/>
                </a:cubicBezTo>
                <a:cubicBezTo>
                  <a:pt x="1464" y="134"/>
                  <a:pt x="1464" y="134"/>
                  <a:pt x="1465" y="132"/>
                </a:cubicBezTo>
                <a:cubicBezTo>
                  <a:pt x="1465" y="132"/>
                  <a:pt x="1466" y="131"/>
                  <a:pt x="1465" y="130"/>
                </a:cubicBezTo>
                <a:cubicBezTo>
                  <a:pt x="1465" y="129"/>
                  <a:pt x="1463" y="125"/>
                  <a:pt x="1459" y="125"/>
                </a:cubicBezTo>
                <a:cubicBezTo>
                  <a:pt x="1459" y="125"/>
                  <a:pt x="1458" y="126"/>
                  <a:pt x="1458" y="126"/>
                </a:cubicBezTo>
                <a:cubicBezTo>
                  <a:pt x="1454" y="126"/>
                  <a:pt x="1454" y="126"/>
                  <a:pt x="1450" y="126"/>
                </a:cubicBezTo>
                <a:cubicBezTo>
                  <a:pt x="1448" y="126"/>
                  <a:pt x="1448" y="126"/>
                  <a:pt x="1445" y="126"/>
                </a:cubicBezTo>
                <a:cubicBezTo>
                  <a:pt x="1441" y="126"/>
                  <a:pt x="1437" y="126"/>
                  <a:pt x="1433" y="126"/>
                </a:cubicBezTo>
                <a:cubicBezTo>
                  <a:pt x="1429" y="126"/>
                  <a:pt x="1425" y="126"/>
                  <a:pt x="1421" y="125"/>
                </a:cubicBezTo>
                <a:cubicBezTo>
                  <a:pt x="1416" y="125"/>
                  <a:pt x="1412" y="124"/>
                  <a:pt x="1408" y="124"/>
                </a:cubicBezTo>
                <a:cubicBezTo>
                  <a:pt x="1407" y="124"/>
                  <a:pt x="1406" y="124"/>
                  <a:pt x="1406" y="124"/>
                </a:cubicBezTo>
                <a:cubicBezTo>
                  <a:pt x="1406" y="124"/>
                  <a:pt x="1405" y="124"/>
                  <a:pt x="1405" y="124"/>
                </a:cubicBezTo>
                <a:cubicBezTo>
                  <a:pt x="1405" y="124"/>
                  <a:pt x="1405" y="124"/>
                  <a:pt x="1405" y="124"/>
                </a:cubicBezTo>
                <a:cubicBezTo>
                  <a:pt x="1404" y="124"/>
                  <a:pt x="1403" y="123"/>
                  <a:pt x="1402" y="123"/>
                </a:cubicBezTo>
                <a:cubicBezTo>
                  <a:pt x="1400" y="124"/>
                  <a:pt x="1396" y="126"/>
                  <a:pt x="1396" y="122"/>
                </a:cubicBezTo>
                <a:cubicBezTo>
                  <a:pt x="1396" y="122"/>
                  <a:pt x="1395" y="122"/>
                  <a:pt x="1395" y="122"/>
                </a:cubicBezTo>
                <a:cubicBezTo>
                  <a:pt x="1394" y="122"/>
                  <a:pt x="1393" y="122"/>
                  <a:pt x="1392" y="122"/>
                </a:cubicBezTo>
                <a:cubicBezTo>
                  <a:pt x="1392" y="122"/>
                  <a:pt x="1392" y="122"/>
                  <a:pt x="1392" y="122"/>
                </a:cubicBezTo>
                <a:cubicBezTo>
                  <a:pt x="1390" y="122"/>
                  <a:pt x="1388" y="122"/>
                  <a:pt x="1386" y="122"/>
                </a:cubicBezTo>
                <a:cubicBezTo>
                  <a:pt x="1386" y="122"/>
                  <a:pt x="1386" y="121"/>
                  <a:pt x="1386" y="121"/>
                </a:cubicBezTo>
                <a:cubicBezTo>
                  <a:pt x="1385" y="121"/>
                  <a:pt x="1384" y="121"/>
                  <a:pt x="1383" y="120"/>
                </a:cubicBezTo>
                <a:cubicBezTo>
                  <a:pt x="1378" y="120"/>
                  <a:pt x="1374" y="119"/>
                  <a:pt x="1370" y="118"/>
                </a:cubicBezTo>
                <a:cubicBezTo>
                  <a:pt x="1368" y="118"/>
                  <a:pt x="1367" y="117"/>
                  <a:pt x="1365" y="117"/>
                </a:cubicBezTo>
                <a:cubicBezTo>
                  <a:pt x="1365" y="117"/>
                  <a:pt x="1365" y="118"/>
                  <a:pt x="1365" y="118"/>
                </a:cubicBezTo>
                <a:cubicBezTo>
                  <a:pt x="1362" y="119"/>
                  <a:pt x="1361" y="118"/>
                  <a:pt x="1361" y="116"/>
                </a:cubicBezTo>
                <a:cubicBezTo>
                  <a:pt x="1360" y="116"/>
                  <a:pt x="1359" y="115"/>
                  <a:pt x="1358" y="115"/>
                </a:cubicBezTo>
                <a:cubicBezTo>
                  <a:pt x="1354" y="114"/>
                  <a:pt x="1349" y="114"/>
                  <a:pt x="1345" y="113"/>
                </a:cubicBezTo>
                <a:cubicBezTo>
                  <a:pt x="1344" y="113"/>
                  <a:pt x="1343" y="112"/>
                  <a:pt x="1342" y="112"/>
                </a:cubicBezTo>
                <a:cubicBezTo>
                  <a:pt x="1341" y="112"/>
                  <a:pt x="1339" y="112"/>
                  <a:pt x="1338" y="110"/>
                </a:cubicBezTo>
                <a:cubicBezTo>
                  <a:pt x="1337" y="110"/>
                  <a:pt x="1335" y="109"/>
                  <a:pt x="1333" y="108"/>
                </a:cubicBezTo>
                <a:cubicBezTo>
                  <a:pt x="1329" y="107"/>
                  <a:pt x="1325" y="107"/>
                  <a:pt x="1321" y="105"/>
                </a:cubicBezTo>
                <a:cubicBezTo>
                  <a:pt x="1317" y="104"/>
                  <a:pt x="1313" y="102"/>
                  <a:pt x="1308" y="101"/>
                </a:cubicBezTo>
                <a:cubicBezTo>
                  <a:pt x="1313" y="101"/>
                  <a:pt x="1317" y="101"/>
                  <a:pt x="1321" y="101"/>
                </a:cubicBezTo>
                <a:cubicBezTo>
                  <a:pt x="1325" y="102"/>
                  <a:pt x="1329" y="103"/>
                  <a:pt x="1334" y="103"/>
                </a:cubicBezTo>
                <a:cubicBezTo>
                  <a:pt x="1338" y="103"/>
                  <a:pt x="1342" y="103"/>
                  <a:pt x="1346" y="104"/>
                </a:cubicBezTo>
                <a:cubicBezTo>
                  <a:pt x="1350" y="104"/>
                  <a:pt x="1354" y="104"/>
                  <a:pt x="1359" y="104"/>
                </a:cubicBezTo>
                <a:cubicBezTo>
                  <a:pt x="1361" y="104"/>
                  <a:pt x="1363" y="104"/>
                  <a:pt x="1366" y="105"/>
                </a:cubicBezTo>
                <a:cubicBezTo>
                  <a:pt x="1365" y="104"/>
                  <a:pt x="1364" y="103"/>
                  <a:pt x="1364" y="102"/>
                </a:cubicBezTo>
                <a:cubicBezTo>
                  <a:pt x="1366" y="100"/>
                  <a:pt x="1370" y="100"/>
                  <a:pt x="1372" y="102"/>
                </a:cubicBezTo>
                <a:cubicBezTo>
                  <a:pt x="1372" y="103"/>
                  <a:pt x="1372" y="104"/>
                  <a:pt x="1371" y="105"/>
                </a:cubicBezTo>
                <a:cubicBezTo>
                  <a:pt x="1375" y="106"/>
                  <a:pt x="1380" y="106"/>
                  <a:pt x="1384" y="106"/>
                </a:cubicBezTo>
                <a:cubicBezTo>
                  <a:pt x="1388" y="107"/>
                  <a:pt x="1392" y="108"/>
                  <a:pt x="1396" y="108"/>
                </a:cubicBezTo>
                <a:cubicBezTo>
                  <a:pt x="1400" y="108"/>
                  <a:pt x="1405" y="109"/>
                  <a:pt x="1408" y="109"/>
                </a:cubicBezTo>
                <a:cubicBezTo>
                  <a:pt x="1413" y="110"/>
                  <a:pt x="1417" y="110"/>
                  <a:pt x="1421" y="110"/>
                </a:cubicBezTo>
                <a:cubicBezTo>
                  <a:pt x="1429" y="111"/>
                  <a:pt x="1428" y="115"/>
                  <a:pt x="1433" y="111"/>
                </a:cubicBezTo>
                <a:cubicBezTo>
                  <a:pt x="1430" y="110"/>
                  <a:pt x="1426" y="108"/>
                  <a:pt x="1422" y="107"/>
                </a:cubicBezTo>
                <a:cubicBezTo>
                  <a:pt x="1419" y="105"/>
                  <a:pt x="1415" y="105"/>
                  <a:pt x="1411" y="104"/>
                </a:cubicBezTo>
                <a:cubicBezTo>
                  <a:pt x="1407" y="103"/>
                  <a:pt x="1403" y="101"/>
                  <a:pt x="1399" y="100"/>
                </a:cubicBezTo>
                <a:cubicBezTo>
                  <a:pt x="1395" y="99"/>
                  <a:pt x="1391" y="99"/>
                  <a:pt x="1387" y="98"/>
                </a:cubicBezTo>
                <a:cubicBezTo>
                  <a:pt x="1383" y="97"/>
                  <a:pt x="1380" y="96"/>
                  <a:pt x="1376" y="96"/>
                </a:cubicBezTo>
                <a:cubicBezTo>
                  <a:pt x="1372" y="95"/>
                  <a:pt x="1368" y="94"/>
                  <a:pt x="1364" y="93"/>
                </a:cubicBezTo>
                <a:cubicBezTo>
                  <a:pt x="1364" y="93"/>
                  <a:pt x="1363" y="93"/>
                  <a:pt x="1363" y="93"/>
                </a:cubicBezTo>
                <a:cubicBezTo>
                  <a:pt x="1363" y="93"/>
                  <a:pt x="1363" y="93"/>
                  <a:pt x="1363" y="93"/>
                </a:cubicBezTo>
                <a:cubicBezTo>
                  <a:pt x="1363" y="94"/>
                  <a:pt x="1363" y="93"/>
                  <a:pt x="1362" y="93"/>
                </a:cubicBezTo>
                <a:cubicBezTo>
                  <a:pt x="1359" y="92"/>
                  <a:pt x="1355" y="92"/>
                  <a:pt x="1352" y="91"/>
                </a:cubicBezTo>
                <a:cubicBezTo>
                  <a:pt x="1352" y="91"/>
                  <a:pt x="1352" y="91"/>
                  <a:pt x="1351" y="91"/>
                </a:cubicBezTo>
                <a:cubicBezTo>
                  <a:pt x="1351" y="91"/>
                  <a:pt x="1351" y="91"/>
                  <a:pt x="1352" y="91"/>
                </a:cubicBezTo>
                <a:cubicBezTo>
                  <a:pt x="1350" y="91"/>
                  <a:pt x="1349" y="91"/>
                  <a:pt x="1348" y="91"/>
                </a:cubicBezTo>
                <a:cubicBezTo>
                  <a:pt x="1347" y="91"/>
                  <a:pt x="1346" y="91"/>
                  <a:pt x="1346" y="91"/>
                </a:cubicBezTo>
                <a:cubicBezTo>
                  <a:pt x="1344" y="90"/>
                  <a:pt x="1342" y="90"/>
                  <a:pt x="1340" y="90"/>
                </a:cubicBezTo>
                <a:cubicBezTo>
                  <a:pt x="1336" y="89"/>
                  <a:pt x="1332" y="89"/>
                  <a:pt x="1328" y="89"/>
                </a:cubicBezTo>
                <a:cubicBezTo>
                  <a:pt x="1324" y="88"/>
                  <a:pt x="1320" y="87"/>
                  <a:pt x="1316" y="87"/>
                </a:cubicBezTo>
                <a:cubicBezTo>
                  <a:pt x="1314" y="86"/>
                  <a:pt x="1311" y="86"/>
                  <a:pt x="1309" y="86"/>
                </a:cubicBezTo>
                <a:cubicBezTo>
                  <a:pt x="1308" y="86"/>
                  <a:pt x="1308" y="86"/>
                  <a:pt x="1307" y="86"/>
                </a:cubicBezTo>
                <a:cubicBezTo>
                  <a:pt x="1307" y="86"/>
                  <a:pt x="1307" y="86"/>
                  <a:pt x="1307" y="85"/>
                </a:cubicBezTo>
                <a:cubicBezTo>
                  <a:pt x="1306" y="85"/>
                  <a:pt x="1305" y="85"/>
                  <a:pt x="1304" y="85"/>
                </a:cubicBezTo>
                <a:cubicBezTo>
                  <a:pt x="1300" y="85"/>
                  <a:pt x="1296" y="85"/>
                  <a:pt x="1292" y="84"/>
                </a:cubicBezTo>
                <a:cubicBezTo>
                  <a:pt x="1288" y="84"/>
                  <a:pt x="1284" y="83"/>
                  <a:pt x="1280" y="83"/>
                </a:cubicBezTo>
                <a:cubicBezTo>
                  <a:pt x="1276" y="83"/>
                  <a:pt x="1272" y="83"/>
                  <a:pt x="1268" y="82"/>
                </a:cubicBezTo>
                <a:cubicBezTo>
                  <a:pt x="1265" y="80"/>
                  <a:pt x="1262" y="78"/>
                  <a:pt x="1260" y="75"/>
                </a:cubicBezTo>
                <a:cubicBezTo>
                  <a:pt x="1258" y="74"/>
                  <a:pt x="1257" y="73"/>
                  <a:pt x="1256" y="72"/>
                </a:cubicBezTo>
                <a:cubicBezTo>
                  <a:pt x="1260" y="72"/>
                  <a:pt x="1264" y="71"/>
                  <a:pt x="1268" y="71"/>
                </a:cubicBezTo>
                <a:cubicBezTo>
                  <a:pt x="1272" y="71"/>
                  <a:pt x="1276" y="71"/>
                  <a:pt x="1280" y="71"/>
                </a:cubicBezTo>
                <a:cubicBezTo>
                  <a:pt x="1284" y="71"/>
                  <a:pt x="1287" y="72"/>
                  <a:pt x="1292" y="72"/>
                </a:cubicBezTo>
                <a:cubicBezTo>
                  <a:pt x="1293" y="72"/>
                  <a:pt x="1294" y="72"/>
                  <a:pt x="1295" y="72"/>
                </a:cubicBezTo>
                <a:cubicBezTo>
                  <a:pt x="1296" y="69"/>
                  <a:pt x="1302" y="69"/>
                  <a:pt x="1302" y="72"/>
                </a:cubicBezTo>
                <a:cubicBezTo>
                  <a:pt x="1302" y="72"/>
                  <a:pt x="1303" y="72"/>
                  <a:pt x="1303" y="72"/>
                </a:cubicBezTo>
                <a:cubicBezTo>
                  <a:pt x="1307" y="72"/>
                  <a:pt x="1311" y="72"/>
                  <a:pt x="1315" y="73"/>
                </a:cubicBezTo>
                <a:cubicBezTo>
                  <a:pt x="1318" y="73"/>
                  <a:pt x="1321" y="73"/>
                  <a:pt x="1323" y="73"/>
                </a:cubicBezTo>
                <a:cubicBezTo>
                  <a:pt x="1323" y="72"/>
                  <a:pt x="1323" y="72"/>
                  <a:pt x="1323" y="72"/>
                </a:cubicBezTo>
                <a:cubicBezTo>
                  <a:pt x="1325" y="72"/>
                  <a:pt x="1326" y="72"/>
                  <a:pt x="1326" y="73"/>
                </a:cubicBezTo>
                <a:cubicBezTo>
                  <a:pt x="1327" y="73"/>
                  <a:pt x="1327" y="73"/>
                  <a:pt x="1327" y="73"/>
                </a:cubicBezTo>
                <a:cubicBezTo>
                  <a:pt x="1331" y="73"/>
                  <a:pt x="1335" y="74"/>
                  <a:pt x="1339" y="74"/>
                </a:cubicBezTo>
                <a:cubicBezTo>
                  <a:pt x="1343" y="74"/>
                  <a:pt x="1347" y="75"/>
                  <a:pt x="1351" y="76"/>
                </a:cubicBezTo>
                <a:cubicBezTo>
                  <a:pt x="1355" y="76"/>
                  <a:pt x="1359" y="76"/>
                  <a:pt x="1363" y="76"/>
                </a:cubicBezTo>
                <a:cubicBezTo>
                  <a:pt x="1367" y="76"/>
                  <a:pt x="1370" y="77"/>
                  <a:pt x="1374" y="77"/>
                </a:cubicBezTo>
                <a:cubicBezTo>
                  <a:pt x="1378" y="77"/>
                  <a:pt x="1382" y="78"/>
                  <a:pt x="1386" y="79"/>
                </a:cubicBezTo>
                <a:cubicBezTo>
                  <a:pt x="1390" y="79"/>
                  <a:pt x="1394" y="78"/>
                  <a:pt x="1398" y="79"/>
                </a:cubicBezTo>
                <a:cubicBezTo>
                  <a:pt x="1402" y="79"/>
                  <a:pt x="1406" y="80"/>
                  <a:pt x="1410" y="80"/>
                </a:cubicBezTo>
                <a:cubicBezTo>
                  <a:pt x="1411" y="80"/>
                  <a:pt x="1411" y="80"/>
                  <a:pt x="1412" y="80"/>
                </a:cubicBezTo>
                <a:cubicBezTo>
                  <a:pt x="1412" y="80"/>
                  <a:pt x="1413" y="80"/>
                  <a:pt x="1413" y="80"/>
                </a:cubicBezTo>
                <a:cubicBezTo>
                  <a:pt x="1413" y="80"/>
                  <a:pt x="1413" y="80"/>
                  <a:pt x="1413" y="80"/>
                </a:cubicBezTo>
                <a:cubicBezTo>
                  <a:pt x="1416" y="81"/>
                  <a:pt x="1419" y="81"/>
                  <a:pt x="1421" y="82"/>
                </a:cubicBezTo>
                <a:cubicBezTo>
                  <a:pt x="1429" y="83"/>
                  <a:pt x="1430" y="88"/>
                  <a:pt x="1434" y="83"/>
                </a:cubicBezTo>
                <a:cubicBezTo>
                  <a:pt x="1433" y="83"/>
                  <a:pt x="1433" y="83"/>
                  <a:pt x="1433" y="83"/>
                </a:cubicBezTo>
                <a:cubicBezTo>
                  <a:pt x="1431" y="82"/>
                  <a:pt x="1429" y="81"/>
                  <a:pt x="1426" y="80"/>
                </a:cubicBezTo>
                <a:cubicBezTo>
                  <a:pt x="1424" y="82"/>
                  <a:pt x="1421" y="80"/>
                  <a:pt x="1418" y="78"/>
                </a:cubicBezTo>
                <a:cubicBezTo>
                  <a:pt x="1416" y="77"/>
                  <a:pt x="1413" y="76"/>
                  <a:pt x="1410" y="75"/>
                </a:cubicBezTo>
                <a:cubicBezTo>
                  <a:pt x="1406" y="74"/>
                  <a:pt x="1402" y="73"/>
                  <a:pt x="1398" y="72"/>
                </a:cubicBezTo>
                <a:cubicBezTo>
                  <a:pt x="1395" y="71"/>
                  <a:pt x="1391" y="70"/>
                  <a:pt x="1387" y="69"/>
                </a:cubicBezTo>
                <a:cubicBezTo>
                  <a:pt x="1383" y="68"/>
                  <a:pt x="1379" y="67"/>
                  <a:pt x="1375" y="67"/>
                </a:cubicBezTo>
                <a:cubicBezTo>
                  <a:pt x="1374" y="66"/>
                  <a:pt x="1373" y="66"/>
                  <a:pt x="1372" y="66"/>
                </a:cubicBezTo>
                <a:cubicBezTo>
                  <a:pt x="1373" y="66"/>
                  <a:pt x="1373" y="66"/>
                  <a:pt x="1373" y="66"/>
                </a:cubicBezTo>
                <a:cubicBezTo>
                  <a:pt x="1370" y="66"/>
                  <a:pt x="1368" y="66"/>
                  <a:pt x="1365" y="66"/>
                </a:cubicBezTo>
                <a:cubicBezTo>
                  <a:pt x="1365" y="66"/>
                  <a:pt x="1365" y="66"/>
                  <a:pt x="1365" y="65"/>
                </a:cubicBezTo>
                <a:cubicBezTo>
                  <a:pt x="1364" y="65"/>
                  <a:pt x="1363" y="65"/>
                  <a:pt x="1363" y="65"/>
                </a:cubicBezTo>
                <a:cubicBezTo>
                  <a:pt x="1359" y="64"/>
                  <a:pt x="1355" y="63"/>
                  <a:pt x="1351" y="63"/>
                </a:cubicBezTo>
                <a:cubicBezTo>
                  <a:pt x="1346" y="62"/>
                  <a:pt x="1342" y="62"/>
                  <a:pt x="1338" y="61"/>
                </a:cubicBezTo>
                <a:cubicBezTo>
                  <a:pt x="1334" y="61"/>
                  <a:pt x="1330" y="60"/>
                  <a:pt x="1326" y="59"/>
                </a:cubicBezTo>
                <a:cubicBezTo>
                  <a:pt x="1322" y="59"/>
                  <a:pt x="1318" y="59"/>
                  <a:pt x="1314" y="58"/>
                </a:cubicBezTo>
                <a:cubicBezTo>
                  <a:pt x="1310" y="58"/>
                  <a:pt x="1306" y="57"/>
                  <a:pt x="1302" y="57"/>
                </a:cubicBezTo>
                <a:cubicBezTo>
                  <a:pt x="1300" y="57"/>
                  <a:pt x="1297" y="56"/>
                  <a:pt x="1295" y="56"/>
                </a:cubicBezTo>
                <a:cubicBezTo>
                  <a:pt x="1295" y="56"/>
                  <a:pt x="1296" y="57"/>
                  <a:pt x="1296" y="57"/>
                </a:cubicBezTo>
                <a:cubicBezTo>
                  <a:pt x="1293" y="56"/>
                  <a:pt x="1286" y="59"/>
                  <a:pt x="1286" y="55"/>
                </a:cubicBezTo>
                <a:cubicBezTo>
                  <a:pt x="1283" y="55"/>
                  <a:pt x="1280" y="55"/>
                  <a:pt x="1278" y="55"/>
                </a:cubicBezTo>
                <a:cubicBezTo>
                  <a:pt x="1278" y="55"/>
                  <a:pt x="1278" y="55"/>
                  <a:pt x="1277" y="55"/>
                </a:cubicBezTo>
                <a:cubicBezTo>
                  <a:pt x="1277" y="57"/>
                  <a:pt x="1277" y="57"/>
                  <a:pt x="1277" y="57"/>
                </a:cubicBezTo>
                <a:cubicBezTo>
                  <a:pt x="1276" y="58"/>
                  <a:pt x="1275" y="57"/>
                  <a:pt x="1274" y="57"/>
                </a:cubicBezTo>
                <a:cubicBezTo>
                  <a:pt x="1274" y="56"/>
                  <a:pt x="1274" y="55"/>
                  <a:pt x="1275" y="55"/>
                </a:cubicBezTo>
                <a:cubicBezTo>
                  <a:pt x="1271" y="54"/>
                  <a:pt x="1268" y="54"/>
                  <a:pt x="1266" y="54"/>
                </a:cubicBezTo>
                <a:cubicBezTo>
                  <a:pt x="1260" y="53"/>
                  <a:pt x="1256" y="53"/>
                  <a:pt x="1254" y="52"/>
                </a:cubicBezTo>
                <a:cubicBezTo>
                  <a:pt x="1255" y="49"/>
                  <a:pt x="1256" y="46"/>
                  <a:pt x="1258" y="43"/>
                </a:cubicBezTo>
                <a:cubicBezTo>
                  <a:pt x="1259" y="43"/>
                  <a:pt x="1260" y="43"/>
                  <a:pt x="1261" y="43"/>
                </a:cubicBezTo>
                <a:cubicBezTo>
                  <a:pt x="1261" y="42"/>
                  <a:pt x="1261" y="42"/>
                  <a:pt x="1261" y="42"/>
                </a:cubicBezTo>
                <a:cubicBezTo>
                  <a:pt x="1264" y="42"/>
                  <a:pt x="1271" y="40"/>
                  <a:pt x="1272" y="42"/>
                </a:cubicBezTo>
                <a:cubicBezTo>
                  <a:pt x="1275" y="42"/>
                  <a:pt x="1278" y="42"/>
                  <a:pt x="1281" y="42"/>
                </a:cubicBezTo>
                <a:cubicBezTo>
                  <a:pt x="1285" y="43"/>
                  <a:pt x="1289" y="43"/>
                  <a:pt x="1293" y="43"/>
                </a:cubicBezTo>
                <a:cubicBezTo>
                  <a:pt x="1296" y="44"/>
                  <a:pt x="1300" y="44"/>
                  <a:pt x="1304" y="44"/>
                </a:cubicBezTo>
                <a:cubicBezTo>
                  <a:pt x="1308" y="44"/>
                  <a:pt x="1312" y="44"/>
                  <a:pt x="1316" y="44"/>
                </a:cubicBezTo>
                <a:cubicBezTo>
                  <a:pt x="1320" y="44"/>
                  <a:pt x="1324" y="44"/>
                  <a:pt x="1328" y="44"/>
                </a:cubicBezTo>
                <a:cubicBezTo>
                  <a:pt x="1332" y="45"/>
                  <a:pt x="1336" y="46"/>
                  <a:pt x="1340" y="46"/>
                </a:cubicBezTo>
                <a:cubicBezTo>
                  <a:pt x="1344" y="46"/>
                  <a:pt x="1347" y="46"/>
                  <a:pt x="1351" y="46"/>
                </a:cubicBezTo>
                <a:cubicBezTo>
                  <a:pt x="1355" y="47"/>
                  <a:pt x="1359" y="47"/>
                  <a:pt x="1363" y="47"/>
                </a:cubicBezTo>
                <a:cubicBezTo>
                  <a:pt x="1367" y="47"/>
                  <a:pt x="1371" y="49"/>
                  <a:pt x="1375" y="49"/>
                </a:cubicBezTo>
                <a:cubicBezTo>
                  <a:pt x="1379" y="49"/>
                  <a:pt x="1383" y="49"/>
                  <a:pt x="1387" y="49"/>
                </a:cubicBezTo>
                <a:cubicBezTo>
                  <a:pt x="1391" y="49"/>
                  <a:pt x="1395" y="50"/>
                  <a:pt x="1398" y="50"/>
                </a:cubicBezTo>
                <a:cubicBezTo>
                  <a:pt x="1402" y="50"/>
                  <a:pt x="1406" y="51"/>
                  <a:pt x="1410" y="51"/>
                </a:cubicBezTo>
                <a:cubicBezTo>
                  <a:pt x="1414" y="52"/>
                  <a:pt x="1418" y="52"/>
                  <a:pt x="1422" y="53"/>
                </a:cubicBezTo>
                <a:cubicBezTo>
                  <a:pt x="1427" y="53"/>
                  <a:pt x="1429" y="57"/>
                  <a:pt x="1431" y="56"/>
                </a:cubicBezTo>
                <a:cubicBezTo>
                  <a:pt x="1431" y="56"/>
                  <a:pt x="1431" y="56"/>
                  <a:pt x="1431" y="55"/>
                </a:cubicBezTo>
                <a:cubicBezTo>
                  <a:pt x="1431" y="55"/>
                  <a:pt x="1431" y="54"/>
                  <a:pt x="1432" y="54"/>
                </a:cubicBezTo>
                <a:cubicBezTo>
                  <a:pt x="1429" y="52"/>
                  <a:pt x="1425" y="51"/>
                  <a:pt x="1422" y="50"/>
                </a:cubicBezTo>
                <a:cubicBezTo>
                  <a:pt x="1418" y="49"/>
                  <a:pt x="1415" y="47"/>
                  <a:pt x="1411" y="46"/>
                </a:cubicBezTo>
                <a:cubicBezTo>
                  <a:pt x="1407" y="45"/>
                  <a:pt x="1403" y="43"/>
                  <a:pt x="1399" y="42"/>
                </a:cubicBezTo>
                <a:cubicBezTo>
                  <a:pt x="1395" y="42"/>
                  <a:pt x="1391" y="42"/>
                  <a:pt x="1387" y="41"/>
                </a:cubicBezTo>
                <a:cubicBezTo>
                  <a:pt x="1385" y="40"/>
                  <a:pt x="1382" y="40"/>
                  <a:pt x="1380" y="39"/>
                </a:cubicBezTo>
                <a:cubicBezTo>
                  <a:pt x="1380" y="39"/>
                  <a:pt x="1380" y="39"/>
                  <a:pt x="1380" y="40"/>
                </a:cubicBezTo>
                <a:cubicBezTo>
                  <a:pt x="1377" y="40"/>
                  <a:pt x="1374" y="39"/>
                  <a:pt x="1373" y="37"/>
                </a:cubicBezTo>
                <a:cubicBezTo>
                  <a:pt x="1370" y="37"/>
                  <a:pt x="1367" y="37"/>
                  <a:pt x="1363" y="36"/>
                </a:cubicBezTo>
                <a:cubicBezTo>
                  <a:pt x="1359" y="36"/>
                  <a:pt x="1355" y="34"/>
                  <a:pt x="1351" y="34"/>
                </a:cubicBezTo>
                <a:cubicBezTo>
                  <a:pt x="1347" y="33"/>
                  <a:pt x="1343" y="33"/>
                  <a:pt x="1339" y="32"/>
                </a:cubicBezTo>
                <a:cubicBezTo>
                  <a:pt x="1335" y="32"/>
                  <a:pt x="1331" y="31"/>
                  <a:pt x="1327" y="31"/>
                </a:cubicBezTo>
                <a:cubicBezTo>
                  <a:pt x="1323" y="30"/>
                  <a:pt x="1319" y="30"/>
                  <a:pt x="1315" y="30"/>
                </a:cubicBezTo>
                <a:cubicBezTo>
                  <a:pt x="1311" y="29"/>
                  <a:pt x="1307" y="28"/>
                  <a:pt x="1303" y="28"/>
                </a:cubicBezTo>
                <a:cubicBezTo>
                  <a:pt x="1303" y="27"/>
                  <a:pt x="1302" y="28"/>
                  <a:pt x="1302" y="27"/>
                </a:cubicBezTo>
                <a:cubicBezTo>
                  <a:pt x="1302" y="28"/>
                  <a:pt x="1302" y="28"/>
                  <a:pt x="1302" y="28"/>
                </a:cubicBezTo>
                <a:cubicBezTo>
                  <a:pt x="1300" y="28"/>
                  <a:pt x="1299" y="28"/>
                  <a:pt x="1298" y="27"/>
                </a:cubicBezTo>
                <a:cubicBezTo>
                  <a:pt x="1297" y="27"/>
                  <a:pt x="1296" y="27"/>
                  <a:pt x="1295" y="27"/>
                </a:cubicBezTo>
                <a:cubicBezTo>
                  <a:pt x="1295" y="27"/>
                  <a:pt x="1294" y="28"/>
                  <a:pt x="1294" y="28"/>
                </a:cubicBezTo>
                <a:cubicBezTo>
                  <a:pt x="1294" y="28"/>
                  <a:pt x="1294" y="28"/>
                  <a:pt x="1294" y="27"/>
                </a:cubicBezTo>
                <a:cubicBezTo>
                  <a:pt x="1293" y="27"/>
                  <a:pt x="1292" y="27"/>
                  <a:pt x="1291" y="27"/>
                </a:cubicBezTo>
                <a:cubicBezTo>
                  <a:pt x="1287" y="27"/>
                  <a:pt x="1283" y="26"/>
                  <a:pt x="1279" y="26"/>
                </a:cubicBezTo>
                <a:cubicBezTo>
                  <a:pt x="1282" y="24"/>
                  <a:pt x="1286" y="23"/>
                  <a:pt x="1289" y="22"/>
                </a:cubicBezTo>
                <a:cubicBezTo>
                  <a:pt x="1291" y="21"/>
                  <a:pt x="1293" y="21"/>
                  <a:pt x="1295" y="20"/>
                </a:cubicBezTo>
                <a:cubicBezTo>
                  <a:pt x="1294" y="16"/>
                  <a:pt x="1302" y="12"/>
                  <a:pt x="1304" y="17"/>
                </a:cubicBezTo>
                <a:cubicBezTo>
                  <a:pt x="1304" y="17"/>
                  <a:pt x="1304" y="17"/>
                  <a:pt x="1304" y="18"/>
                </a:cubicBezTo>
                <a:cubicBezTo>
                  <a:pt x="1306" y="17"/>
                  <a:pt x="1308" y="16"/>
                  <a:pt x="1311" y="16"/>
                </a:cubicBezTo>
                <a:cubicBezTo>
                  <a:pt x="1314" y="15"/>
                  <a:pt x="1318" y="15"/>
                  <a:pt x="1321" y="15"/>
                </a:cubicBezTo>
                <a:cubicBezTo>
                  <a:pt x="1325" y="14"/>
                  <a:pt x="1329" y="14"/>
                  <a:pt x="1333" y="13"/>
                </a:cubicBezTo>
                <a:cubicBezTo>
                  <a:pt x="1336" y="13"/>
                  <a:pt x="1340" y="14"/>
                  <a:pt x="1344" y="14"/>
                </a:cubicBezTo>
                <a:cubicBezTo>
                  <a:pt x="1347" y="14"/>
                  <a:pt x="1351" y="13"/>
                  <a:pt x="1354" y="13"/>
                </a:cubicBezTo>
                <a:cubicBezTo>
                  <a:pt x="1358" y="13"/>
                  <a:pt x="1361" y="14"/>
                  <a:pt x="1365" y="14"/>
                </a:cubicBezTo>
                <a:cubicBezTo>
                  <a:pt x="1365" y="14"/>
                  <a:pt x="1365" y="14"/>
                  <a:pt x="1365" y="14"/>
                </a:cubicBezTo>
                <a:cubicBezTo>
                  <a:pt x="1366" y="11"/>
                  <a:pt x="1370" y="11"/>
                  <a:pt x="1372" y="14"/>
                </a:cubicBezTo>
                <a:cubicBezTo>
                  <a:pt x="1372" y="14"/>
                  <a:pt x="1372" y="14"/>
                  <a:pt x="1372" y="15"/>
                </a:cubicBezTo>
                <a:cubicBezTo>
                  <a:pt x="1373" y="15"/>
                  <a:pt x="1374" y="15"/>
                  <a:pt x="1375" y="15"/>
                </a:cubicBezTo>
                <a:cubicBezTo>
                  <a:pt x="1379" y="15"/>
                  <a:pt x="1382" y="16"/>
                  <a:pt x="1386" y="16"/>
                </a:cubicBezTo>
                <a:cubicBezTo>
                  <a:pt x="1390" y="17"/>
                  <a:pt x="1394" y="17"/>
                  <a:pt x="1398" y="18"/>
                </a:cubicBezTo>
                <a:cubicBezTo>
                  <a:pt x="1400" y="18"/>
                  <a:pt x="1403" y="19"/>
                  <a:pt x="1405" y="20"/>
                </a:cubicBezTo>
                <a:cubicBezTo>
                  <a:pt x="1405" y="19"/>
                  <a:pt x="1405" y="18"/>
                  <a:pt x="1405" y="17"/>
                </a:cubicBezTo>
                <a:cubicBezTo>
                  <a:pt x="1407" y="17"/>
                  <a:pt x="1408" y="17"/>
                  <a:pt x="1409" y="17"/>
                </a:cubicBezTo>
                <a:cubicBezTo>
                  <a:pt x="1409" y="18"/>
                  <a:pt x="1409" y="19"/>
                  <a:pt x="1409" y="20"/>
                </a:cubicBezTo>
                <a:cubicBezTo>
                  <a:pt x="1409" y="20"/>
                  <a:pt x="1409" y="20"/>
                  <a:pt x="1409" y="20"/>
                </a:cubicBezTo>
                <a:cubicBezTo>
                  <a:pt x="1409" y="20"/>
                  <a:pt x="1409" y="21"/>
                  <a:pt x="1410" y="21"/>
                </a:cubicBezTo>
                <a:cubicBezTo>
                  <a:pt x="1414" y="21"/>
                  <a:pt x="1418" y="22"/>
                  <a:pt x="1422" y="23"/>
                </a:cubicBezTo>
                <a:cubicBezTo>
                  <a:pt x="1426" y="24"/>
                  <a:pt x="1430" y="25"/>
                  <a:pt x="1434" y="26"/>
                </a:cubicBezTo>
                <a:cubicBezTo>
                  <a:pt x="1438" y="27"/>
                  <a:pt x="1442" y="27"/>
                  <a:pt x="1446" y="29"/>
                </a:cubicBezTo>
                <a:cubicBezTo>
                  <a:pt x="1449" y="30"/>
                  <a:pt x="1453" y="31"/>
                  <a:pt x="1457" y="32"/>
                </a:cubicBezTo>
                <a:cubicBezTo>
                  <a:pt x="1461" y="34"/>
                  <a:pt x="1465" y="35"/>
                  <a:pt x="1469" y="37"/>
                </a:cubicBezTo>
                <a:cubicBezTo>
                  <a:pt x="1472" y="38"/>
                  <a:pt x="1475" y="39"/>
                  <a:pt x="1478" y="40"/>
                </a:cubicBezTo>
                <a:cubicBezTo>
                  <a:pt x="1480" y="39"/>
                  <a:pt x="1481" y="37"/>
                  <a:pt x="1486" y="38"/>
                </a:cubicBezTo>
                <a:cubicBezTo>
                  <a:pt x="1486" y="40"/>
                  <a:pt x="1485" y="41"/>
                  <a:pt x="1485" y="42"/>
                </a:cubicBezTo>
                <a:cubicBezTo>
                  <a:pt x="1486" y="43"/>
                  <a:pt x="1488" y="44"/>
                  <a:pt x="1489" y="44"/>
                </a:cubicBezTo>
                <a:cubicBezTo>
                  <a:pt x="1489" y="44"/>
                  <a:pt x="1489" y="44"/>
                  <a:pt x="1489" y="44"/>
                </a:cubicBezTo>
                <a:cubicBezTo>
                  <a:pt x="1490" y="44"/>
                  <a:pt x="1490" y="44"/>
                  <a:pt x="1490" y="44"/>
                </a:cubicBezTo>
                <a:cubicBezTo>
                  <a:pt x="1490" y="45"/>
                  <a:pt x="1490" y="45"/>
                  <a:pt x="1490" y="45"/>
                </a:cubicBezTo>
                <a:cubicBezTo>
                  <a:pt x="1491" y="45"/>
                  <a:pt x="1491" y="45"/>
                  <a:pt x="1491" y="45"/>
                </a:cubicBezTo>
                <a:cubicBezTo>
                  <a:pt x="1492" y="46"/>
                  <a:pt x="1493" y="46"/>
                  <a:pt x="1494" y="46"/>
                </a:cubicBezTo>
                <a:cubicBezTo>
                  <a:pt x="1493" y="46"/>
                  <a:pt x="1493" y="44"/>
                  <a:pt x="1495" y="43"/>
                </a:cubicBezTo>
                <a:cubicBezTo>
                  <a:pt x="1496" y="45"/>
                  <a:pt x="1496" y="46"/>
                  <a:pt x="1497" y="45"/>
                </a:cubicBezTo>
                <a:cubicBezTo>
                  <a:pt x="1497" y="45"/>
                  <a:pt x="1497" y="45"/>
                  <a:pt x="1497" y="45"/>
                </a:cubicBezTo>
                <a:cubicBezTo>
                  <a:pt x="1497" y="44"/>
                  <a:pt x="1499" y="43"/>
                  <a:pt x="1499" y="45"/>
                </a:cubicBezTo>
                <a:cubicBezTo>
                  <a:pt x="1500" y="45"/>
                  <a:pt x="1501" y="45"/>
                  <a:pt x="1502" y="46"/>
                </a:cubicBezTo>
                <a:cubicBezTo>
                  <a:pt x="1504" y="47"/>
                  <a:pt x="1504" y="49"/>
                  <a:pt x="1504" y="51"/>
                </a:cubicBezTo>
                <a:cubicBezTo>
                  <a:pt x="1505" y="51"/>
                  <a:pt x="1506" y="52"/>
                  <a:pt x="1507" y="52"/>
                </a:cubicBezTo>
                <a:cubicBezTo>
                  <a:pt x="1507" y="51"/>
                  <a:pt x="1508" y="51"/>
                  <a:pt x="1509" y="51"/>
                </a:cubicBezTo>
                <a:cubicBezTo>
                  <a:pt x="1510" y="52"/>
                  <a:pt x="1511" y="53"/>
                  <a:pt x="1511" y="54"/>
                </a:cubicBezTo>
                <a:cubicBezTo>
                  <a:pt x="1512" y="55"/>
                  <a:pt x="1513" y="55"/>
                  <a:pt x="1514" y="56"/>
                </a:cubicBezTo>
                <a:cubicBezTo>
                  <a:pt x="1517" y="57"/>
                  <a:pt x="1520" y="59"/>
                  <a:pt x="1524" y="61"/>
                </a:cubicBezTo>
                <a:cubicBezTo>
                  <a:pt x="1525" y="62"/>
                  <a:pt x="1527" y="62"/>
                  <a:pt x="1528" y="63"/>
                </a:cubicBezTo>
                <a:cubicBezTo>
                  <a:pt x="1528" y="62"/>
                  <a:pt x="1528" y="60"/>
                  <a:pt x="1528" y="59"/>
                </a:cubicBezTo>
                <a:cubicBezTo>
                  <a:pt x="1529" y="59"/>
                  <a:pt x="1531" y="59"/>
                  <a:pt x="1532" y="59"/>
                </a:cubicBezTo>
                <a:cubicBezTo>
                  <a:pt x="1532" y="61"/>
                  <a:pt x="1535" y="62"/>
                  <a:pt x="1532" y="63"/>
                </a:cubicBezTo>
                <a:cubicBezTo>
                  <a:pt x="1532" y="61"/>
                  <a:pt x="1532" y="60"/>
                  <a:pt x="1530" y="61"/>
                </a:cubicBezTo>
                <a:cubicBezTo>
                  <a:pt x="1530" y="62"/>
                  <a:pt x="1530" y="63"/>
                  <a:pt x="1529" y="64"/>
                </a:cubicBezTo>
                <a:cubicBezTo>
                  <a:pt x="1531" y="64"/>
                  <a:pt x="1533" y="65"/>
                  <a:pt x="1534" y="66"/>
                </a:cubicBezTo>
                <a:cubicBezTo>
                  <a:pt x="1535" y="66"/>
                  <a:pt x="1535" y="67"/>
                  <a:pt x="1536" y="67"/>
                </a:cubicBezTo>
                <a:cubicBezTo>
                  <a:pt x="1536" y="67"/>
                  <a:pt x="1536" y="67"/>
                  <a:pt x="1536" y="66"/>
                </a:cubicBezTo>
                <a:cubicBezTo>
                  <a:pt x="1538" y="64"/>
                  <a:pt x="1544" y="65"/>
                  <a:pt x="1543" y="66"/>
                </a:cubicBezTo>
                <a:cubicBezTo>
                  <a:pt x="1542" y="68"/>
                  <a:pt x="1541" y="69"/>
                  <a:pt x="1541" y="70"/>
                </a:cubicBezTo>
                <a:cubicBezTo>
                  <a:pt x="1542" y="70"/>
                  <a:pt x="1543" y="71"/>
                  <a:pt x="1544" y="72"/>
                </a:cubicBezTo>
                <a:cubicBezTo>
                  <a:pt x="1547" y="74"/>
                  <a:pt x="1551" y="75"/>
                  <a:pt x="1554" y="77"/>
                </a:cubicBezTo>
                <a:cubicBezTo>
                  <a:pt x="1557" y="79"/>
                  <a:pt x="1561" y="81"/>
                  <a:pt x="1564" y="83"/>
                </a:cubicBezTo>
                <a:cubicBezTo>
                  <a:pt x="1565" y="84"/>
                  <a:pt x="1566" y="84"/>
                  <a:pt x="1567" y="85"/>
                </a:cubicBezTo>
                <a:cubicBezTo>
                  <a:pt x="1568" y="78"/>
                  <a:pt x="1576" y="80"/>
                  <a:pt x="1578" y="86"/>
                </a:cubicBezTo>
                <a:cubicBezTo>
                  <a:pt x="1577" y="88"/>
                  <a:pt x="1576" y="89"/>
                  <a:pt x="1575" y="90"/>
                </a:cubicBezTo>
                <a:cubicBezTo>
                  <a:pt x="1577" y="92"/>
                  <a:pt x="1580" y="94"/>
                  <a:pt x="1583" y="97"/>
                </a:cubicBezTo>
                <a:cubicBezTo>
                  <a:pt x="1584" y="98"/>
                  <a:pt x="1586" y="99"/>
                  <a:pt x="1587" y="101"/>
                </a:cubicBezTo>
                <a:cubicBezTo>
                  <a:pt x="1587" y="100"/>
                  <a:pt x="1588" y="99"/>
                  <a:pt x="1588" y="97"/>
                </a:cubicBezTo>
                <a:cubicBezTo>
                  <a:pt x="1593" y="96"/>
                  <a:pt x="1595" y="102"/>
                  <a:pt x="1591" y="104"/>
                </a:cubicBezTo>
                <a:cubicBezTo>
                  <a:pt x="1591" y="104"/>
                  <a:pt x="1591" y="104"/>
                  <a:pt x="1591" y="105"/>
                </a:cubicBezTo>
                <a:cubicBezTo>
                  <a:pt x="1594" y="107"/>
                  <a:pt x="1596" y="111"/>
                  <a:pt x="1599" y="113"/>
                </a:cubicBezTo>
                <a:cubicBezTo>
                  <a:pt x="1601" y="116"/>
                  <a:pt x="1604" y="119"/>
                  <a:pt x="1606" y="122"/>
                </a:cubicBezTo>
                <a:cubicBezTo>
                  <a:pt x="1607" y="123"/>
                  <a:pt x="1608" y="125"/>
                  <a:pt x="1609" y="126"/>
                </a:cubicBezTo>
                <a:cubicBezTo>
                  <a:pt x="1612" y="126"/>
                  <a:pt x="1613" y="124"/>
                  <a:pt x="1616" y="124"/>
                </a:cubicBezTo>
                <a:cubicBezTo>
                  <a:pt x="1618" y="128"/>
                  <a:pt x="1619" y="130"/>
                  <a:pt x="1616" y="136"/>
                </a:cubicBezTo>
                <a:cubicBezTo>
                  <a:pt x="1616" y="135"/>
                  <a:pt x="1615" y="135"/>
                  <a:pt x="1614" y="135"/>
                </a:cubicBezTo>
                <a:cubicBezTo>
                  <a:pt x="1616" y="137"/>
                  <a:pt x="1617" y="139"/>
                  <a:pt x="1618" y="142"/>
                </a:cubicBezTo>
                <a:cubicBezTo>
                  <a:pt x="1618" y="143"/>
                  <a:pt x="1618" y="144"/>
                  <a:pt x="1619" y="144"/>
                </a:cubicBezTo>
                <a:cubicBezTo>
                  <a:pt x="1620" y="141"/>
                  <a:pt x="1628" y="142"/>
                  <a:pt x="1625" y="148"/>
                </a:cubicBezTo>
                <a:close/>
                <a:moveTo>
                  <a:pt x="1295" y="40"/>
                </a:moveTo>
                <a:cubicBezTo>
                  <a:pt x="1294" y="41"/>
                  <a:pt x="1293" y="41"/>
                  <a:pt x="1292" y="40"/>
                </a:cubicBezTo>
                <a:cubicBezTo>
                  <a:pt x="1291" y="37"/>
                  <a:pt x="1296" y="37"/>
                  <a:pt x="1295" y="40"/>
                </a:cubicBezTo>
                <a:close/>
                <a:moveTo>
                  <a:pt x="1387" y="42"/>
                </a:moveTo>
                <a:cubicBezTo>
                  <a:pt x="1388" y="41"/>
                  <a:pt x="1388" y="42"/>
                  <a:pt x="1389" y="42"/>
                </a:cubicBezTo>
                <a:cubicBezTo>
                  <a:pt x="1389" y="44"/>
                  <a:pt x="1387" y="44"/>
                  <a:pt x="1387" y="42"/>
                </a:cubicBezTo>
                <a:close/>
              </a:path>
            </a:pathLst>
          </a:custGeom>
          <a:solidFill>
            <a:srgbClr val="DCDDDD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32000" y="1473396"/>
            <a:ext cx="3060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闭环控制的特点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5"/>
          <p:cNvSpPr/>
          <p:nvPr/>
        </p:nvSpPr>
        <p:spPr>
          <a:xfrm>
            <a:off x="1995488" y="2951163"/>
            <a:ext cx="5984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5059" name="Group 233"/>
          <p:cNvGrpSpPr/>
          <p:nvPr/>
        </p:nvGrpSpPr>
        <p:grpSpPr>
          <a:xfrm>
            <a:off x="1484313" y="2979738"/>
            <a:ext cx="619125" cy="152400"/>
            <a:chOff x="1610" y="1480"/>
            <a:chExt cx="390" cy="95"/>
          </a:xfrm>
        </p:grpSpPr>
        <p:sp>
          <p:nvSpPr>
            <p:cNvPr id="45335" name="Line 234"/>
            <p:cNvSpPr/>
            <p:nvPr/>
          </p:nvSpPr>
          <p:spPr>
            <a:xfrm>
              <a:off x="1610" y="1525"/>
              <a:ext cx="301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6" name="Freeform 235"/>
            <p:cNvSpPr/>
            <p:nvPr/>
          </p:nvSpPr>
          <p:spPr>
            <a:xfrm>
              <a:off x="1882" y="1480"/>
              <a:ext cx="118" cy="95"/>
            </a:xfrm>
            <a:custGeom>
              <a:avLst/>
              <a:gdLst/>
              <a:ahLst/>
              <a:cxnLst>
                <a:cxn ang="0">
                  <a:pos x="118" y="47"/>
                </a:cxn>
                <a:cxn ang="0">
                  <a:pos x="0" y="95"/>
                </a:cxn>
                <a:cxn ang="0">
                  <a:pos x="0" y="0"/>
                </a:cxn>
                <a:cxn ang="0">
                  <a:pos x="118" y="47"/>
                </a:cxn>
              </a:cxnLst>
              <a:rect l="0" t="0" r="0" b="0"/>
              <a:pathLst>
                <a:path w="118" h="95">
                  <a:moveTo>
                    <a:pt x="118" y="47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18" y="47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60" name="Line 240"/>
          <p:cNvSpPr/>
          <p:nvPr/>
        </p:nvSpPr>
        <p:spPr>
          <a:xfrm>
            <a:off x="6929438" y="426878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1" name="Line 241"/>
          <p:cNvSpPr/>
          <p:nvPr/>
        </p:nvSpPr>
        <p:spPr>
          <a:xfrm>
            <a:off x="6929438" y="4459288"/>
            <a:ext cx="3952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2" name="Line 243"/>
          <p:cNvSpPr/>
          <p:nvPr/>
        </p:nvSpPr>
        <p:spPr>
          <a:xfrm>
            <a:off x="7223125" y="4357688"/>
            <a:ext cx="2730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3" name="Freeform 244"/>
          <p:cNvSpPr/>
          <p:nvPr/>
        </p:nvSpPr>
        <p:spPr>
          <a:xfrm>
            <a:off x="7461250" y="4275138"/>
            <a:ext cx="187325" cy="1524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</a:cxnLst>
            <a:rect l="0" t="0" r="0" b="0"/>
            <a:pathLst>
              <a:path w="118" h="95">
                <a:moveTo>
                  <a:pt x="118" y="47"/>
                </a:moveTo>
                <a:lnTo>
                  <a:pt x="0" y="95"/>
                </a:lnTo>
                <a:lnTo>
                  <a:pt x="0" y="0"/>
                </a:lnTo>
                <a:lnTo>
                  <a:pt x="118" y="47"/>
                </a:lnTo>
                <a:close/>
              </a:path>
            </a:pathLst>
          </a:custGeom>
          <a:solidFill>
            <a:srgbClr val="C0C0C0">
              <a:alpha val="100000"/>
            </a:srgbClr>
          </a:solidFill>
          <a:ln w="0" cap="flat" cmpd="sng">
            <a:solidFill>
              <a:srgbClr val="8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64" name="Rectangle 245"/>
          <p:cNvSpPr/>
          <p:nvPr/>
        </p:nvSpPr>
        <p:spPr>
          <a:xfrm>
            <a:off x="7056438" y="3846513"/>
            <a:ext cx="2841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065" name="Text Box 257"/>
          <p:cNvSpPr txBox="1"/>
          <p:nvPr/>
        </p:nvSpPr>
        <p:spPr>
          <a:xfrm>
            <a:off x="7029450" y="3627438"/>
            <a:ext cx="612775" cy="622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066" name="Line 263"/>
          <p:cNvSpPr/>
          <p:nvPr/>
        </p:nvSpPr>
        <p:spPr>
          <a:xfrm>
            <a:off x="7100888" y="4205288"/>
            <a:ext cx="366712" cy="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45067" name="Text Box 265"/>
          <p:cNvSpPr txBox="1"/>
          <p:nvPr/>
        </p:nvSpPr>
        <p:spPr>
          <a:xfrm>
            <a:off x="763588" y="2836863"/>
            <a:ext cx="935037" cy="501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入水口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5068" name="Text Box 266"/>
          <p:cNvSpPr txBox="1"/>
          <p:nvPr/>
        </p:nvSpPr>
        <p:spPr>
          <a:xfrm>
            <a:off x="7137400" y="4491038"/>
            <a:ext cx="93503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出水口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5069" name="Line 256"/>
          <p:cNvSpPr/>
          <p:nvPr/>
        </p:nvSpPr>
        <p:spPr>
          <a:xfrm>
            <a:off x="1987550" y="3195638"/>
            <a:ext cx="5984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7" name="Group 294"/>
          <p:cNvGrpSpPr/>
          <p:nvPr/>
        </p:nvGrpSpPr>
        <p:grpSpPr>
          <a:xfrm>
            <a:off x="2203450" y="1900238"/>
            <a:ext cx="3052763" cy="2139950"/>
            <a:chOff x="3061" y="164"/>
            <a:chExt cx="1923" cy="1348"/>
          </a:xfrm>
        </p:grpSpPr>
        <p:sp>
          <p:nvSpPr>
            <p:cNvPr id="45325" name="Arc 282"/>
            <p:cNvSpPr/>
            <p:nvPr/>
          </p:nvSpPr>
          <p:spPr>
            <a:xfrm>
              <a:off x="3379" y="572"/>
              <a:ext cx="253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4859" fill="none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</a:path>
                <a:path w="43200" h="24859" stroke="0">
                  <a:moveTo>
                    <a:pt x="247" y="24858"/>
                  </a:moveTo>
                  <a:cubicBezTo>
                    <a:pt x="82" y="23780"/>
                    <a:pt x="0" y="2269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691"/>
                    <a:pt x="43117" y="23780"/>
                    <a:pt x="42952" y="24858"/>
                  </a:cubicBezTo>
                  <a:lnTo>
                    <a:pt x="21600" y="21600"/>
                  </a:lnTo>
                  <a:lnTo>
                    <a:pt x="247" y="24858"/>
                  </a:lnTo>
                  <a:close/>
                </a:path>
              </a:pathLst>
            </a:custGeom>
            <a:noFill/>
            <a:ln w="2540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6" name="Line 283"/>
            <p:cNvSpPr/>
            <p:nvPr/>
          </p:nvSpPr>
          <p:spPr>
            <a:xfrm>
              <a:off x="3379" y="714"/>
              <a:ext cx="250" cy="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7" name="Line 285"/>
            <p:cNvSpPr/>
            <p:nvPr/>
          </p:nvSpPr>
          <p:spPr>
            <a:xfrm>
              <a:off x="3515" y="390"/>
              <a:ext cx="1" cy="177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8" name="Line 286"/>
            <p:cNvSpPr/>
            <p:nvPr/>
          </p:nvSpPr>
          <p:spPr>
            <a:xfrm>
              <a:off x="3061" y="390"/>
              <a:ext cx="1409" cy="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9" name="Oval 287"/>
            <p:cNvSpPr/>
            <p:nvPr/>
          </p:nvSpPr>
          <p:spPr>
            <a:xfrm>
              <a:off x="4558" y="1195"/>
              <a:ext cx="317" cy="317"/>
            </a:xfrm>
            <a:prstGeom prst="ellipse">
              <a:avLst/>
            </a:prstGeom>
            <a:solidFill>
              <a:srgbClr val="C0C000"/>
            </a:solidFill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330" name="Line 288"/>
            <p:cNvSpPr/>
            <p:nvPr/>
          </p:nvSpPr>
          <p:spPr>
            <a:xfrm flipH="1">
              <a:off x="4694" y="663"/>
              <a:ext cx="1" cy="532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1" name="Oval 289"/>
            <p:cNvSpPr/>
            <p:nvPr/>
          </p:nvSpPr>
          <p:spPr>
            <a:xfrm>
              <a:off x="4553" y="249"/>
              <a:ext cx="306" cy="307"/>
            </a:xfrm>
            <a:prstGeom prst="ellipse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332" name="Line 290"/>
            <p:cNvSpPr/>
            <p:nvPr/>
          </p:nvSpPr>
          <p:spPr>
            <a:xfrm flipV="1">
              <a:off x="4695" y="278"/>
              <a:ext cx="139" cy="151"/>
            </a:xfrm>
            <a:prstGeom prst="line">
              <a:avLst/>
            </a:prstGeom>
            <a:ln w="254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33" name="Freeform 291"/>
            <p:cNvSpPr/>
            <p:nvPr/>
          </p:nvSpPr>
          <p:spPr>
            <a:xfrm>
              <a:off x="4609" y="391"/>
              <a:ext cx="116" cy="119"/>
            </a:xfrm>
            <a:custGeom>
              <a:avLst/>
              <a:gdLst/>
              <a:ahLst/>
              <a:cxnLst>
                <a:cxn ang="0">
                  <a:pos x="0" y="119"/>
                </a:cxn>
                <a:cxn ang="0">
                  <a:pos x="45" y="0"/>
                </a:cxn>
                <a:cxn ang="0">
                  <a:pos x="116" y="64"/>
                </a:cxn>
                <a:cxn ang="0">
                  <a:pos x="0" y="119"/>
                </a:cxn>
              </a:cxnLst>
              <a:rect l="0" t="0" r="0" b="0"/>
              <a:pathLst>
                <a:path w="116" h="119">
                  <a:moveTo>
                    <a:pt x="0" y="119"/>
                  </a:moveTo>
                  <a:lnTo>
                    <a:pt x="45" y="0"/>
                  </a:lnTo>
                  <a:lnTo>
                    <a:pt x="116" y="64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  <a:ln w="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34" name="Rectangle 292"/>
            <p:cNvSpPr/>
            <p:nvPr/>
          </p:nvSpPr>
          <p:spPr>
            <a:xfrm>
              <a:off x="4468" y="164"/>
              <a:ext cx="516" cy="507"/>
            </a:xfrm>
            <a:prstGeom prst="rect">
              <a:avLst/>
            </a:prstGeom>
            <a:noFill/>
            <a:ln w="254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071" name="Line 6"/>
          <p:cNvSpPr/>
          <p:nvPr/>
        </p:nvSpPr>
        <p:spPr>
          <a:xfrm>
            <a:off x="3094038" y="2951163"/>
            <a:ext cx="113823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2" name="Line 7"/>
          <p:cNvSpPr/>
          <p:nvPr/>
        </p:nvSpPr>
        <p:spPr>
          <a:xfrm>
            <a:off x="4232275" y="29511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3" name="Line 8"/>
          <p:cNvSpPr/>
          <p:nvPr/>
        </p:nvSpPr>
        <p:spPr>
          <a:xfrm>
            <a:off x="4232275" y="295116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4" name="Line 9"/>
          <p:cNvSpPr/>
          <p:nvPr/>
        </p:nvSpPr>
        <p:spPr>
          <a:xfrm>
            <a:off x="4251325" y="2954338"/>
            <a:ext cx="793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5" name="Line 10"/>
          <p:cNvSpPr/>
          <p:nvPr/>
        </p:nvSpPr>
        <p:spPr>
          <a:xfrm>
            <a:off x="4259263" y="2957513"/>
            <a:ext cx="4762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6" name="Line 11"/>
          <p:cNvSpPr/>
          <p:nvPr/>
        </p:nvSpPr>
        <p:spPr>
          <a:xfrm>
            <a:off x="4264025" y="2957513"/>
            <a:ext cx="63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7" name="Line 12"/>
          <p:cNvSpPr/>
          <p:nvPr/>
        </p:nvSpPr>
        <p:spPr>
          <a:xfrm>
            <a:off x="4270375" y="296068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8" name="Line 13"/>
          <p:cNvSpPr/>
          <p:nvPr/>
        </p:nvSpPr>
        <p:spPr>
          <a:xfrm>
            <a:off x="4275138" y="29638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9" name="Line 14"/>
          <p:cNvSpPr/>
          <p:nvPr/>
        </p:nvSpPr>
        <p:spPr>
          <a:xfrm>
            <a:off x="4276725" y="2967038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0" name="Line 15"/>
          <p:cNvSpPr/>
          <p:nvPr/>
        </p:nvSpPr>
        <p:spPr>
          <a:xfrm>
            <a:off x="4281488" y="29702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1" name="Line 16"/>
          <p:cNvSpPr/>
          <p:nvPr/>
        </p:nvSpPr>
        <p:spPr>
          <a:xfrm>
            <a:off x="4283075" y="2970213"/>
            <a:ext cx="4763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2" name="Line 17"/>
          <p:cNvSpPr/>
          <p:nvPr/>
        </p:nvSpPr>
        <p:spPr>
          <a:xfrm>
            <a:off x="4287838" y="297656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3" name="Line 18"/>
          <p:cNvSpPr/>
          <p:nvPr/>
        </p:nvSpPr>
        <p:spPr>
          <a:xfrm>
            <a:off x="4289425" y="2976563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4" name="Line 19"/>
          <p:cNvSpPr/>
          <p:nvPr/>
        </p:nvSpPr>
        <p:spPr>
          <a:xfrm>
            <a:off x="4292600" y="29797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5" name="Line 20"/>
          <p:cNvSpPr/>
          <p:nvPr/>
        </p:nvSpPr>
        <p:spPr>
          <a:xfrm>
            <a:off x="4294188" y="29829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6" name="Line 21"/>
          <p:cNvSpPr/>
          <p:nvPr/>
        </p:nvSpPr>
        <p:spPr>
          <a:xfrm>
            <a:off x="4295775" y="29860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7" name="Line 22"/>
          <p:cNvSpPr/>
          <p:nvPr/>
        </p:nvSpPr>
        <p:spPr>
          <a:xfrm>
            <a:off x="4295775" y="298926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8" name="Line 23"/>
          <p:cNvSpPr/>
          <p:nvPr/>
        </p:nvSpPr>
        <p:spPr>
          <a:xfrm>
            <a:off x="4298950" y="29892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89" name="Line 24"/>
          <p:cNvSpPr/>
          <p:nvPr/>
        </p:nvSpPr>
        <p:spPr>
          <a:xfrm>
            <a:off x="4300538" y="29924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0" name="Line 25"/>
          <p:cNvSpPr/>
          <p:nvPr/>
        </p:nvSpPr>
        <p:spPr>
          <a:xfrm>
            <a:off x="4300538" y="29956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1" name="Line 26"/>
          <p:cNvSpPr/>
          <p:nvPr/>
        </p:nvSpPr>
        <p:spPr>
          <a:xfrm>
            <a:off x="4302125" y="29987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2" name="Line 27"/>
          <p:cNvSpPr/>
          <p:nvPr/>
        </p:nvSpPr>
        <p:spPr>
          <a:xfrm>
            <a:off x="4302125" y="3001963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3" name="Line 28"/>
          <p:cNvSpPr/>
          <p:nvPr/>
        </p:nvSpPr>
        <p:spPr>
          <a:xfrm>
            <a:off x="4305300" y="300196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4" name="Line 29"/>
          <p:cNvSpPr/>
          <p:nvPr/>
        </p:nvSpPr>
        <p:spPr>
          <a:xfrm>
            <a:off x="4305300" y="30083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5" name="Line 30"/>
          <p:cNvSpPr/>
          <p:nvPr/>
        </p:nvSpPr>
        <p:spPr>
          <a:xfrm>
            <a:off x="4305300" y="30083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6" name="Line 31"/>
          <p:cNvSpPr/>
          <p:nvPr/>
        </p:nvSpPr>
        <p:spPr>
          <a:xfrm>
            <a:off x="4306888" y="30114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7" name="Line 32"/>
          <p:cNvSpPr/>
          <p:nvPr/>
        </p:nvSpPr>
        <p:spPr>
          <a:xfrm>
            <a:off x="4306888" y="30146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8" name="Line 33"/>
          <p:cNvSpPr/>
          <p:nvPr/>
        </p:nvSpPr>
        <p:spPr>
          <a:xfrm>
            <a:off x="4306888" y="301783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99" name="Line 34"/>
          <p:cNvSpPr/>
          <p:nvPr/>
        </p:nvSpPr>
        <p:spPr>
          <a:xfrm>
            <a:off x="4306888" y="3021013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0" name="Line 35"/>
          <p:cNvSpPr/>
          <p:nvPr/>
        </p:nvSpPr>
        <p:spPr>
          <a:xfrm>
            <a:off x="4306888" y="302101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1" name="Line 36"/>
          <p:cNvSpPr/>
          <p:nvPr/>
        </p:nvSpPr>
        <p:spPr>
          <a:xfrm>
            <a:off x="4306888" y="30241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2" name="Line 3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3" name="Line 3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4" name="Line 3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5" name="Line 4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6" name="Line 4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7" name="Line 4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8" name="Line 4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9" name="Line 4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0" name="Line 45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1" name="Line 46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2" name="Line 4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3" name="Line 4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4" name="Line 4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5" name="Line 5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6" name="Line 5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7" name="Line 5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8" name="Line 5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19" name="Line 5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0" name="Line 55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1" name="Line 56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2" name="Line 57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3" name="Line 58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4" name="Line 59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5" name="Line 60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6" name="Line 61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7" name="Line 62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8" name="Line 63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29" name="Line 64"/>
          <p:cNvSpPr/>
          <p:nvPr/>
        </p:nvSpPr>
        <p:spPr>
          <a:xfrm>
            <a:off x="4308475" y="30273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0" name="Line 65"/>
          <p:cNvSpPr/>
          <p:nvPr/>
        </p:nvSpPr>
        <p:spPr>
          <a:xfrm>
            <a:off x="4308475" y="3052763"/>
            <a:ext cx="1588" cy="3048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1" name="Line 66"/>
          <p:cNvSpPr/>
          <p:nvPr/>
        </p:nvSpPr>
        <p:spPr>
          <a:xfrm>
            <a:off x="3251200" y="3125788"/>
            <a:ext cx="684213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2" name="Line 67"/>
          <p:cNvSpPr/>
          <p:nvPr/>
        </p:nvSpPr>
        <p:spPr>
          <a:xfrm>
            <a:off x="3925888" y="31543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3" name="Line 68"/>
          <p:cNvSpPr/>
          <p:nvPr/>
        </p:nvSpPr>
        <p:spPr>
          <a:xfrm>
            <a:off x="3925888" y="3154363"/>
            <a:ext cx="1905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4" name="Line 69"/>
          <p:cNvSpPr/>
          <p:nvPr/>
        </p:nvSpPr>
        <p:spPr>
          <a:xfrm>
            <a:off x="3944938" y="3157538"/>
            <a:ext cx="793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5" name="Line 70"/>
          <p:cNvSpPr/>
          <p:nvPr/>
        </p:nvSpPr>
        <p:spPr>
          <a:xfrm>
            <a:off x="3952875" y="3160713"/>
            <a:ext cx="4763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6" name="Line 71"/>
          <p:cNvSpPr/>
          <p:nvPr/>
        </p:nvSpPr>
        <p:spPr>
          <a:xfrm>
            <a:off x="3957638" y="3163888"/>
            <a:ext cx="635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7" name="Line 72"/>
          <p:cNvSpPr/>
          <p:nvPr/>
        </p:nvSpPr>
        <p:spPr>
          <a:xfrm>
            <a:off x="3963988" y="3163888"/>
            <a:ext cx="4762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8" name="Line 73"/>
          <p:cNvSpPr/>
          <p:nvPr/>
        </p:nvSpPr>
        <p:spPr>
          <a:xfrm>
            <a:off x="3968750" y="317023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39" name="Line 74"/>
          <p:cNvSpPr/>
          <p:nvPr/>
        </p:nvSpPr>
        <p:spPr>
          <a:xfrm>
            <a:off x="3970338" y="317023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0" name="Line 75"/>
          <p:cNvSpPr/>
          <p:nvPr/>
        </p:nvSpPr>
        <p:spPr>
          <a:xfrm>
            <a:off x="3975100" y="31734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1" name="Line 76"/>
          <p:cNvSpPr/>
          <p:nvPr/>
        </p:nvSpPr>
        <p:spPr>
          <a:xfrm>
            <a:off x="3976688" y="3176588"/>
            <a:ext cx="476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2" name="Line 77"/>
          <p:cNvSpPr/>
          <p:nvPr/>
        </p:nvSpPr>
        <p:spPr>
          <a:xfrm>
            <a:off x="3981450" y="317976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3" name="Line 78"/>
          <p:cNvSpPr/>
          <p:nvPr/>
        </p:nvSpPr>
        <p:spPr>
          <a:xfrm>
            <a:off x="3983038" y="3182938"/>
            <a:ext cx="15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4" name="Line 79"/>
          <p:cNvSpPr/>
          <p:nvPr/>
        </p:nvSpPr>
        <p:spPr>
          <a:xfrm>
            <a:off x="3984625" y="3182938"/>
            <a:ext cx="31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5" name="Line 80"/>
          <p:cNvSpPr/>
          <p:nvPr/>
        </p:nvSpPr>
        <p:spPr>
          <a:xfrm>
            <a:off x="3987800" y="31861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6" name="Line 81"/>
          <p:cNvSpPr/>
          <p:nvPr/>
        </p:nvSpPr>
        <p:spPr>
          <a:xfrm>
            <a:off x="3989388" y="31892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7" name="Line 82"/>
          <p:cNvSpPr/>
          <p:nvPr/>
        </p:nvSpPr>
        <p:spPr>
          <a:xfrm>
            <a:off x="3989388" y="31924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8" name="Line 83"/>
          <p:cNvSpPr/>
          <p:nvPr/>
        </p:nvSpPr>
        <p:spPr>
          <a:xfrm>
            <a:off x="3990975" y="319563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49" name="Line 84"/>
          <p:cNvSpPr/>
          <p:nvPr/>
        </p:nvSpPr>
        <p:spPr>
          <a:xfrm>
            <a:off x="3994150" y="3195638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0" name="Line 85"/>
          <p:cNvSpPr/>
          <p:nvPr/>
        </p:nvSpPr>
        <p:spPr>
          <a:xfrm>
            <a:off x="3994150" y="3201988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1" name="Line 86"/>
          <p:cNvSpPr/>
          <p:nvPr/>
        </p:nvSpPr>
        <p:spPr>
          <a:xfrm>
            <a:off x="3995738" y="3201988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2" name="Line 87"/>
          <p:cNvSpPr/>
          <p:nvPr/>
        </p:nvSpPr>
        <p:spPr>
          <a:xfrm>
            <a:off x="3995738" y="32051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3" name="Line 88"/>
          <p:cNvSpPr/>
          <p:nvPr/>
        </p:nvSpPr>
        <p:spPr>
          <a:xfrm>
            <a:off x="3997325" y="320833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4" name="Line 89"/>
          <p:cNvSpPr/>
          <p:nvPr/>
        </p:nvSpPr>
        <p:spPr>
          <a:xfrm>
            <a:off x="3997325" y="32115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5" name="Line 90"/>
          <p:cNvSpPr/>
          <p:nvPr/>
        </p:nvSpPr>
        <p:spPr>
          <a:xfrm>
            <a:off x="3997325" y="3214688"/>
            <a:ext cx="3175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6" name="Line 91"/>
          <p:cNvSpPr/>
          <p:nvPr/>
        </p:nvSpPr>
        <p:spPr>
          <a:xfrm>
            <a:off x="4000500" y="32146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7" name="Line 92"/>
          <p:cNvSpPr/>
          <p:nvPr/>
        </p:nvSpPr>
        <p:spPr>
          <a:xfrm>
            <a:off x="4000500" y="3217863"/>
            <a:ext cx="1588" cy="63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8" name="Line 93"/>
          <p:cNvSpPr/>
          <p:nvPr/>
        </p:nvSpPr>
        <p:spPr>
          <a:xfrm>
            <a:off x="4000500" y="322421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59" name="Line 94"/>
          <p:cNvSpPr/>
          <p:nvPr/>
        </p:nvSpPr>
        <p:spPr>
          <a:xfrm>
            <a:off x="4000500" y="3224213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0" name="Line 95"/>
          <p:cNvSpPr/>
          <p:nvPr/>
        </p:nvSpPr>
        <p:spPr>
          <a:xfrm>
            <a:off x="4000500" y="3227388"/>
            <a:ext cx="15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1" name="Line 96"/>
          <p:cNvSpPr/>
          <p:nvPr/>
        </p:nvSpPr>
        <p:spPr>
          <a:xfrm>
            <a:off x="4000500" y="3230563"/>
            <a:ext cx="15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2" name="Line 9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3" name="Line 9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4" name="Line 9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5" name="Line 10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6" name="Line 10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7" name="Line 10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8" name="Line 10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9" name="Line 10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0" name="Line 105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1" name="Line 106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2" name="Line 10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3" name="Line 10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4" name="Line 10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5" name="Line 11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6" name="Line 11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7" name="Line 11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8" name="Line 11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79" name="Line 11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0" name="Line 115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1" name="Line 116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2" name="Line 117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3" name="Line 118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4" name="Line 119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5" name="Line 120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6" name="Line 121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7" name="Line 122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8" name="Line 123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89" name="Line 124"/>
          <p:cNvSpPr/>
          <p:nvPr/>
        </p:nvSpPr>
        <p:spPr>
          <a:xfrm>
            <a:off x="4002088" y="3230563"/>
            <a:ext cx="15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0" name="Line 125"/>
          <p:cNvSpPr/>
          <p:nvPr/>
        </p:nvSpPr>
        <p:spPr>
          <a:xfrm>
            <a:off x="4002088" y="3255963"/>
            <a:ext cx="1587" cy="1016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1" name="Line 126"/>
          <p:cNvSpPr/>
          <p:nvPr/>
        </p:nvSpPr>
        <p:spPr>
          <a:xfrm>
            <a:off x="4105275" y="325596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2" name="Line 127"/>
          <p:cNvSpPr/>
          <p:nvPr/>
        </p:nvSpPr>
        <p:spPr>
          <a:xfrm>
            <a:off x="4105275" y="335756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3" name="Line 128"/>
          <p:cNvSpPr/>
          <p:nvPr/>
        </p:nvSpPr>
        <p:spPr>
          <a:xfrm>
            <a:off x="41052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4" name="Line 129"/>
          <p:cNvSpPr/>
          <p:nvPr/>
        </p:nvSpPr>
        <p:spPr>
          <a:xfrm>
            <a:off x="41052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5" name="Line 130"/>
          <p:cNvSpPr/>
          <p:nvPr/>
        </p:nvSpPr>
        <p:spPr>
          <a:xfrm>
            <a:off x="4206875" y="3255963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6" name="Line 131"/>
          <p:cNvSpPr/>
          <p:nvPr/>
        </p:nvSpPr>
        <p:spPr>
          <a:xfrm>
            <a:off x="4206875" y="3357563"/>
            <a:ext cx="1588" cy="285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7" name="Line 132"/>
          <p:cNvSpPr/>
          <p:nvPr/>
        </p:nvSpPr>
        <p:spPr>
          <a:xfrm>
            <a:off x="42068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8" name="Line 133"/>
          <p:cNvSpPr/>
          <p:nvPr/>
        </p:nvSpPr>
        <p:spPr>
          <a:xfrm>
            <a:off x="42068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99" name="Line 134"/>
          <p:cNvSpPr/>
          <p:nvPr/>
        </p:nvSpPr>
        <p:spPr>
          <a:xfrm>
            <a:off x="4002088" y="346233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0" name="Line 135"/>
          <p:cNvSpPr/>
          <p:nvPr/>
        </p:nvSpPr>
        <p:spPr>
          <a:xfrm>
            <a:off x="4002088" y="3563938"/>
            <a:ext cx="1587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1" name="Line 136"/>
          <p:cNvSpPr/>
          <p:nvPr/>
        </p:nvSpPr>
        <p:spPr>
          <a:xfrm>
            <a:off x="4308475" y="34623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2" name="Line 137"/>
          <p:cNvSpPr/>
          <p:nvPr/>
        </p:nvSpPr>
        <p:spPr>
          <a:xfrm>
            <a:off x="4308475" y="3563938"/>
            <a:ext cx="1588" cy="2540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3" name="Line 138"/>
          <p:cNvSpPr/>
          <p:nvPr/>
        </p:nvSpPr>
        <p:spPr>
          <a:xfrm>
            <a:off x="3797300" y="3462338"/>
            <a:ext cx="1588" cy="109855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4" name="Line 139"/>
          <p:cNvSpPr/>
          <p:nvPr/>
        </p:nvSpPr>
        <p:spPr>
          <a:xfrm>
            <a:off x="3797300" y="4560888"/>
            <a:ext cx="22240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5" name="Line 140"/>
          <p:cNvSpPr/>
          <p:nvPr/>
        </p:nvSpPr>
        <p:spPr>
          <a:xfrm>
            <a:off x="379730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6" name="Line 141"/>
          <p:cNvSpPr/>
          <p:nvPr/>
        </p:nvSpPr>
        <p:spPr>
          <a:xfrm>
            <a:off x="390048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7" name="Line 142"/>
          <p:cNvSpPr/>
          <p:nvPr/>
        </p:nvSpPr>
        <p:spPr>
          <a:xfrm>
            <a:off x="400208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8" name="Line 143"/>
          <p:cNvSpPr/>
          <p:nvPr/>
        </p:nvSpPr>
        <p:spPr>
          <a:xfrm>
            <a:off x="41052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09" name="Line 144"/>
          <p:cNvSpPr/>
          <p:nvPr/>
        </p:nvSpPr>
        <p:spPr>
          <a:xfrm>
            <a:off x="42068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0" name="Line 145"/>
          <p:cNvSpPr/>
          <p:nvPr/>
        </p:nvSpPr>
        <p:spPr>
          <a:xfrm>
            <a:off x="430847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1" name="Line 146"/>
          <p:cNvSpPr/>
          <p:nvPr/>
        </p:nvSpPr>
        <p:spPr>
          <a:xfrm>
            <a:off x="441166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2" name="Line 147"/>
          <p:cNvSpPr/>
          <p:nvPr/>
        </p:nvSpPr>
        <p:spPr>
          <a:xfrm>
            <a:off x="451326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3" name="Line 148"/>
          <p:cNvSpPr/>
          <p:nvPr/>
        </p:nvSpPr>
        <p:spPr>
          <a:xfrm>
            <a:off x="46164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4" name="Line 149"/>
          <p:cNvSpPr/>
          <p:nvPr/>
        </p:nvSpPr>
        <p:spPr>
          <a:xfrm>
            <a:off x="47180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5" name="Line 150"/>
          <p:cNvSpPr/>
          <p:nvPr/>
        </p:nvSpPr>
        <p:spPr>
          <a:xfrm>
            <a:off x="4819650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6" name="Line 151"/>
          <p:cNvSpPr/>
          <p:nvPr/>
        </p:nvSpPr>
        <p:spPr>
          <a:xfrm>
            <a:off x="492283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7" name="Line 152"/>
          <p:cNvSpPr/>
          <p:nvPr/>
        </p:nvSpPr>
        <p:spPr>
          <a:xfrm>
            <a:off x="5024438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8" name="Line 153"/>
          <p:cNvSpPr/>
          <p:nvPr/>
        </p:nvSpPr>
        <p:spPr>
          <a:xfrm>
            <a:off x="5127625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19" name="Line 154"/>
          <p:cNvSpPr/>
          <p:nvPr/>
        </p:nvSpPr>
        <p:spPr>
          <a:xfrm>
            <a:off x="5330825" y="364966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0" name="Line 155"/>
          <p:cNvSpPr/>
          <p:nvPr/>
        </p:nvSpPr>
        <p:spPr>
          <a:xfrm>
            <a:off x="543401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1" name="Line 156"/>
          <p:cNvSpPr/>
          <p:nvPr/>
        </p:nvSpPr>
        <p:spPr>
          <a:xfrm>
            <a:off x="5535613" y="364966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2" name="Line 157"/>
          <p:cNvSpPr/>
          <p:nvPr/>
        </p:nvSpPr>
        <p:spPr>
          <a:xfrm>
            <a:off x="5681663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3" name="Line 158"/>
          <p:cNvSpPr/>
          <p:nvPr/>
        </p:nvSpPr>
        <p:spPr>
          <a:xfrm>
            <a:off x="5783263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4" name="Line 159"/>
          <p:cNvSpPr/>
          <p:nvPr/>
        </p:nvSpPr>
        <p:spPr>
          <a:xfrm>
            <a:off x="5884863" y="3640138"/>
            <a:ext cx="26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5" name="Line 160"/>
          <p:cNvSpPr/>
          <p:nvPr/>
        </p:nvSpPr>
        <p:spPr>
          <a:xfrm>
            <a:off x="5988050" y="36401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6" name="Line 161"/>
          <p:cNvSpPr/>
          <p:nvPr/>
        </p:nvSpPr>
        <p:spPr>
          <a:xfrm>
            <a:off x="37973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7" name="Line 162"/>
          <p:cNvSpPr/>
          <p:nvPr/>
        </p:nvSpPr>
        <p:spPr>
          <a:xfrm>
            <a:off x="39004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8" name="Line 163"/>
          <p:cNvSpPr/>
          <p:nvPr/>
        </p:nvSpPr>
        <p:spPr>
          <a:xfrm>
            <a:off x="40020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29" name="Line 164"/>
          <p:cNvSpPr/>
          <p:nvPr/>
        </p:nvSpPr>
        <p:spPr>
          <a:xfrm>
            <a:off x="41052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0" name="Line 165"/>
          <p:cNvSpPr/>
          <p:nvPr/>
        </p:nvSpPr>
        <p:spPr>
          <a:xfrm>
            <a:off x="42068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1" name="Line 166"/>
          <p:cNvSpPr/>
          <p:nvPr/>
        </p:nvSpPr>
        <p:spPr>
          <a:xfrm>
            <a:off x="430847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2" name="Line 167"/>
          <p:cNvSpPr/>
          <p:nvPr/>
        </p:nvSpPr>
        <p:spPr>
          <a:xfrm>
            <a:off x="441166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3" name="Line 168"/>
          <p:cNvSpPr/>
          <p:nvPr/>
        </p:nvSpPr>
        <p:spPr>
          <a:xfrm>
            <a:off x="451326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4" name="Line 169"/>
          <p:cNvSpPr/>
          <p:nvPr/>
        </p:nvSpPr>
        <p:spPr>
          <a:xfrm>
            <a:off x="46164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5" name="Line 170"/>
          <p:cNvSpPr/>
          <p:nvPr/>
        </p:nvSpPr>
        <p:spPr>
          <a:xfrm>
            <a:off x="47180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6" name="Line 171"/>
          <p:cNvSpPr/>
          <p:nvPr/>
        </p:nvSpPr>
        <p:spPr>
          <a:xfrm>
            <a:off x="481965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7" name="Line 172"/>
          <p:cNvSpPr/>
          <p:nvPr/>
        </p:nvSpPr>
        <p:spPr>
          <a:xfrm>
            <a:off x="492283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8" name="Line 173"/>
          <p:cNvSpPr/>
          <p:nvPr/>
        </p:nvSpPr>
        <p:spPr>
          <a:xfrm>
            <a:off x="502443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39" name="Line 174"/>
          <p:cNvSpPr/>
          <p:nvPr/>
        </p:nvSpPr>
        <p:spPr>
          <a:xfrm>
            <a:off x="512762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0" name="Line 175"/>
          <p:cNvSpPr/>
          <p:nvPr/>
        </p:nvSpPr>
        <p:spPr>
          <a:xfrm>
            <a:off x="5229225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1" name="Line 176"/>
          <p:cNvSpPr/>
          <p:nvPr/>
        </p:nvSpPr>
        <p:spPr>
          <a:xfrm>
            <a:off x="5330825" y="4456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2" name="Line 177"/>
          <p:cNvSpPr/>
          <p:nvPr/>
        </p:nvSpPr>
        <p:spPr>
          <a:xfrm>
            <a:off x="543401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3" name="Line 178"/>
          <p:cNvSpPr/>
          <p:nvPr/>
        </p:nvSpPr>
        <p:spPr>
          <a:xfrm>
            <a:off x="5535613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4" name="Line 179"/>
          <p:cNvSpPr/>
          <p:nvPr/>
        </p:nvSpPr>
        <p:spPr>
          <a:xfrm>
            <a:off x="56388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5" name="Line 180"/>
          <p:cNvSpPr/>
          <p:nvPr/>
        </p:nvSpPr>
        <p:spPr>
          <a:xfrm>
            <a:off x="5740400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6" name="Line 181"/>
          <p:cNvSpPr/>
          <p:nvPr/>
        </p:nvSpPr>
        <p:spPr>
          <a:xfrm>
            <a:off x="5842000" y="4456113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7" name="Line 182"/>
          <p:cNvSpPr/>
          <p:nvPr/>
        </p:nvSpPr>
        <p:spPr>
          <a:xfrm>
            <a:off x="5945188" y="4456113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8" name="Line 183"/>
          <p:cNvSpPr/>
          <p:nvPr/>
        </p:nvSpPr>
        <p:spPr>
          <a:xfrm>
            <a:off x="37973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49" name="Line 184"/>
          <p:cNvSpPr/>
          <p:nvPr/>
        </p:nvSpPr>
        <p:spPr>
          <a:xfrm>
            <a:off x="39004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0" name="Line 185"/>
          <p:cNvSpPr/>
          <p:nvPr/>
        </p:nvSpPr>
        <p:spPr>
          <a:xfrm>
            <a:off x="40020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1" name="Line 186"/>
          <p:cNvSpPr/>
          <p:nvPr/>
        </p:nvSpPr>
        <p:spPr>
          <a:xfrm>
            <a:off x="41052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2" name="Line 187"/>
          <p:cNvSpPr/>
          <p:nvPr/>
        </p:nvSpPr>
        <p:spPr>
          <a:xfrm>
            <a:off x="42068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3" name="Line 188"/>
          <p:cNvSpPr/>
          <p:nvPr/>
        </p:nvSpPr>
        <p:spPr>
          <a:xfrm>
            <a:off x="430847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4" name="Line 189"/>
          <p:cNvSpPr/>
          <p:nvPr/>
        </p:nvSpPr>
        <p:spPr>
          <a:xfrm>
            <a:off x="441166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5" name="Line 190"/>
          <p:cNvSpPr/>
          <p:nvPr/>
        </p:nvSpPr>
        <p:spPr>
          <a:xfrm>
            <a:off x="451326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6" name="Line 191"/>
          <p:cNvSpPr/>
          <p:nvPr/>
        </p:nvSpPr>
        <p:spPr>
          <a:xfrm>
            <a:off x="461645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7" name="Line 192"/>
          <p:cNvSpPr/>
          <p:nvPr/>
        </p:nvSpPr>
        <p:spPr>
          <a:xfrm>
            <a:off x="4681538" y="40624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8" name="Line 193"/>
          <p:cNvSpPr/>
          <p:nvPr/>
        </p:nvSpPr>
        <p:spPr>
          <a:xfrm>
            <a:off x="481965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59" name="Line 194"/>
          <p:cNvSpPr/>
          <p:nvPr/>
        </p:nvSpPr>
        <p:spPr>
          <a:xfrm>
            <a:off x="492283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0" name="Line 195"/>
          <p:cNvSpPr/>
          <p:nvPr/>
        </p:nvSpPr>
        <p:spPr>
          <a:xfrm>
            <a:off x="502443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1" name="Line 196"/>
          <p:cNvSpPr/>
          <p:nvPr/>
        </p:nvSpPr>
        <p:spPr>
          <a:xfrm>
            <a:off x="512762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2" name="Line 197"/>
          <p:cNvSpPr/>
          <p:nvPr/>
        </p:nvSpPr>
        <p:spPr>
          <a:xfrm>
            <a:off x="5229225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3" name="Line 198"/>
          <p:cNvSpPr/>
          <p:nvPr/>
        </p:nvSpPr>
        <p:spPr>
          <a:xfrm>
            <a:off x="5330825" y="405923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4" name="Line 199"/>
          <p:cNvSpPr/>
          <p:nvPr/>
        </p:nvSpPr>
        <p:spPr>
          <a:xfrm>
            <a:off x="543401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5" name="Line 200"/>
          <p:cNvSpPr/>
          <p:nvPr/>
        </p:nvSpPr>
        <p:spPr>
          <a:xfrm>
            <a:off x="5535613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6" name="Line 201"/>
          <p:cNvSpPr/>
          <p:nvPr/>
        </p:nvSpPr>
        <p:spPr>
          <a:xfrm>
            <a:off x="56388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7" name="Line 202"/>
          <p:cNvSpPr/>
          <p:nvPr/>
        </p:nvSpPr>
        <p:spPr>
          <a:xfrm>
            <a:off x="5740400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8" name="Line 203"/>
          <p:cNvSpPr/>
          <p:nvPr/>
        </p:nvSpPr>
        <p:spPr>
          <a:xfrm>
            <a:off x="5842000" y="4059238"/>
            <a:ext cx="26988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69" name="Line 204"/>
          <p:cNvSpPr/>
          <p:nvPr/>
        </p:nvSpPr>
        <p:spPr>
          <a:xfrm>
            <a:off x="5945188" y="40592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0" name="Line 205"/>
          <p:cNvSpPr/>
          <p:nvPr/>
        </p:nvSpPr>
        <p:spPr>
          <a:xfrm>
            <a:off x="3797300" y="385603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1" name="Line 206"/>
          <p:cNvSpPr/>
          <p:nvPr/>
        </p:nvSpPr>
        <p:spPr>
          <a:xfrm>
            <a:off x="4027488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2" name="Line 207"/>
          <p:cNvSpPr/>
          <p:nvPr/>
        </p:nvSpPr>
        <p:spPr>
          <a:xfrm>
            <a:off x="4130675" y="385603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3" name="Line 208"/>
          <p:cNvSpPr/>
          <p:nvPr/>
        </p:nvSpPr>
        <p:spPr>
          <a:xfrm>
            <a:off x="4360863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4" name="Line 209"/>
          <p:cNvSpPr/>
          <p:nvPr/>
        </p:nvSpPr>
        <p:spPr>
          <a:xfrm>
            <a:off x="4465638" y="38465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5" name="Line 210"/>
          <p:cNvSpPr/>
          <p:nvPr/>
        </p:nvSpPr>
        <p:spPr>
          <a:xfrm>
            <a:off x="4692650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6" name="Line 211"/>
          <p:cNvSpPr/>
          <p:nvPr/>
        </p:nvSpPr>
        <p:spPr>
          <a:xfrm>
            <a:off x="4794250" y="3856038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7" name="Line 212"/>
          <p:cNvSpPr/>
          <p:nvPr/>
        </p:nvSpPr>
        <p:spPr>
          <a:xfrm>
            <a:off x="5024438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8" name="Line 213"/>
          <p:cNvSpPr/>
          <p:nvPr/>
        </p:nvSpPr>
        <p:spPr>
          <a:xfrm>
            <a:off x="5127625" y="3856038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79" name="Line 214"/>
          <p:cNvSpPr/>
          <p:nvPr/>
        </p:nvSpPr>
        <p:spPr>
          <a:xfrm>
            <a:off x="5357813" y="3856038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0" name="Line 215"/>
          <p:cNvSpPr/>
          <p:nvPr/>
        </p:nvSpPr>
        <p:spPr>
          <a:xfrm>
            <a:off x="5459413" y="3856038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1" name="Line 216"/>
          <p:cNvSpPr/>
          <p:nvPr/>
        </p:nvSpPr>
        <p:spPr>
          <a:xfrm>
            <a:off x="5732463" y="3843338"/>
            <a:ext cx="25400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2" name="Line 217"/>
          <p:cNvSpPr/>
          <p:nvPr/>
        </p:nvSpPr>
        <p:spPr>
          <a:xfrm>
            <a:off x="5805488" y="3833813"/>
            <a:ext cx="153987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3" name="Line 218"/>
          <p:cNvSpPr/>
          <p:nvPr/>
        </p:nvSpPr>
        <p:spPr>
          <a:xfrm>
            <a:off x="379730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4" name="Line 219"/>
          <p:cNvSpPr/>
          <p:nvPr/>
        </p:nvSpPr>
        <p:spPr>
          <a:xfrm>
            <a:off x="4027488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5" name="Line 220"/>
          <p:cNvSpPr/>
          <p:nvPr/>
        </p:nvSpPr>
        <p:spPr>
          <a:xfrm>
            <a:off x="4130675" y="426561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6" name="Line 221"/>
          <p:cNvSpPr/>
          <p:nvPr/>
        </p:nvSpPr>
        <p:spPr>
          <a:xfrm>
            <a:off x="4360863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7" name="Line 222"/>
          <p:cNvSpPr/>
          <p:nvPr/>
        </p:nvSpPr>
        <p:spPr>
          <a:xfrm>
            <a:off x="4462463" y="42656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8" name="Line 223"/>
          <p:cNvSpPr/>
          <p:nvPr/>
        </p:nvSpPr>
        <p:spPr>
          <a:xfrm>
            <a:off x="4692650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89" name="Line 224"/>
          <p:cNvSpPr/>
          <p:nvPr/>
        </p:nvSpPr>
        <p:spPr>
          <a:xfrm>
            <a:off x="479425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0" name="Line 225"/>
          <p:cNvSpPr/>
          <p:nvPr/>
        </p:nvSpPr>
        <p:spPr>
          <a:xfrm>
            <a:off x="5024438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1" name="Line 226"/>
          <p:cNvSpPr/>
          <p:nvPr/>
        </p:nvSpPr>
        <p:spPr>
          <a:xfrm>
            <a:off x="5127625" y="4265613"/>
            <a:ext cx="152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2" name="Line 227"/>
          <p:cNvSpPr/>
          <p:nvPr/>
        </p:nvSpPr>
        <p:spPr>
          <a:xfrm>
            <a:off x="5357813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3" name="Line 228"/>
          <p:cNvSpPr/>
          <p:nvPr/>
        </p:nvSpPr>
        <p:spPr>
          <a:xfrm>
            <a:off x="5459413" y="4265613"/>
            <a:ext cx="153987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4" name="Line 229"/>
          <p:cNvSpPr/>
          <p:nvPr/>
        </p:nvSpPr>
        <p:spPr>
          <a:xfrm>
            <a:off x="5689600" y="4265613"/>
            <a:ext cx="25400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5" name="Line 230"/>
          <p:cNvSpPr/>
          <p:nvPr/>
        </p:nvSpPr>
        <p:spPr>
          <a:xfrm>
            <a:off x="5791200" y="4265613"/>
            <a:ext cx="153988" cy="0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6" name="Line 231"/>
          <p:cNvSpPr/>
          <p:nvPr/>
        </p:nvSpPr>
        <p:spPr>
          <a:xfrm>
            <a:off x="3298825" y="3649663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7" name="Line 232"/>
          <p:cNvSpPr/>
          <p:nvPr/>
        </p:nvSpPr>
        <p:spPr>
          <a:xfrm>
            <a:off x="3298825" y="4560888"/>
            <a:ext cx="4984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298" name="Rectangle 236"/>
          <p:cNvSpPr/>
          <p:nvPr/>
        </p:nvSpPr>
        <p:spPr>
          <a:xfrm>
            <a:off x="5434013" y="3141663"/>
            <a:ext cx="512762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299" name="Line 237"/>
          <p:cNvSpPr/>
          <p:nvPr/>
        </p:nvSpPr>
        <p:spPr>
          <a:xfrm>
            <a:off x="6021388" y="4456113"/>
            <a:ext cx="1587" cy="1047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0" name="Line 238"/>
          <p:cNvSpPr/>
          <p:nvPr/>
        </p:nvSpPr>
        <p:spPr>
          <a:xfrm>
            <a:off x="6021388" y="3462338"/>
            <a:ext cx="1587" cy="8032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1" name="Line 239"/>
          <p:cNvSpPr/>
          <p:nvPr/>
        </p:nvSpPr>
        <p:spPr>
          <a:xfrm>
            <a:off x="6021388" y="4456113"/>
            <a:ext cx="396875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302" name="Line 242"/>
          <p:cNvSpPr/>
          <p:nvPr/>
        </p:nvSpPr>
        <p:spPr>
          <a:xfrm>
            <a:off x="6021388" y="4265613"/>
            <a:ext cx="290512" cy="3175"/>
          </a:xfrm>
          <a:prstGeom prst="line">
            <a:avLst/>
          </a:prstGeom>
          <a:ln w="254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5303" name="Group 246"/>
          <p:cNvGrpSpPr/>
          <p:nvPr/>
        </p:nvGrpSpPr>
        <p:grpSpPr>
          <a:xfrm>
            <a:off x="6311900" y="4046538"/>
            <a:ext cx="623888" cy="454025"/>
            <a:chOff x="3952" y="2514"/>
            <a:chExt cx="393" cy="285"/>
          </a:xfrm>
        </p:grpSpPr>
        <p:sp>
          <p:nvSpPr>
            <p:cNvPr id="45321" name="Freeform 247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2" name="Freeform 248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23" name="Line 249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4" name="Line 250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304" name="Text Box 258"/>
          <p:cNvSpPr txBox="1"/>
          <p:nvPr/>
        </p:nvSpPr>
        <p:spPr>
          <a:xfrm>
            <a:off x="4364038" y="3052763"/>
            <a:ext cx="4318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Q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305" name="Text Box 259"/>
          <p:cNvSpPr txBox="1"/>
          <p:nvPr/>
        </p:nvSpPr>
        <p:spPr>
          <a:xfrm>
            <a:off x="6453188" y="3627438"/>
            <a:ext cx="428625" cy="558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L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45306" name="Text Box 260"/>
          <p:cNvSpPr txBox="1"/>
          <p:nvPr/>
        </p:nvSpPr>
        <p:spPr>
          <a:xfrm>
            <a:off x="3140075" y="3916363"/>
            <a:ext cx="555625" cy="44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</a:rPr>
              <a:t>H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grpSp>
        <p:nvGrpSpPr>
          <p:cNvPr id="45307" name="Group 251"/>
          <p:cNvGrpSpPr/>
          <p:nvPr/>
        </p:nvGrpSpPr>
        <p:grpSpPr>
          <a:xfrm>
            <a:off x="2593975" y="2763838"/>
            <a:ext cx="623888" cy="454025"/>
            <a:chOff x="3952" y="2514"/>
            <a:chExt cx="393" cy="285"/>
          </a:xfrm>
        </p:grpSpPr>
        <p:sp>
          <p:nvSpPr>
            <p:cNvPr id="45317" name="Freeform 252"/>
            <p:cNvSpPr/>
            <p:nvPr/>
          </p:nvSpPr>
          <p:spPr>
            <a:xfrm>
              <a:off x="3952" y="2600"/>
              <a:ext cx="196" cy="199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196" y="100"/>
                </a:cxn>
                <a:cxn ang="0">
                  <a:pos x="0" y="0"/>
                </a:cxn>
                <a:cxn ang="0">
                  <a:pos x="0" y="199"/>
                </a:cxn>
              </a:cxnLst>
              <a:rect l="0" t="0" r="0" b="0"/>
              <a:pathLst>
                <a:path w="196" h="199">
                  <a:moveTo>
                    <a:pt x="0" y="199"/>
                  </a:moveTo>
                  <a:lnTo>
                    <a:pt x="196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18" name="Freeform 253"/>
            <p:cNvSpPr/>
            <p:nvPr/>
          </p:nvSpPr>
          <p:spPr>
            <a:xfrm>
              <a:off x="4148" y="2600"/>
              <a:ext cx="197" cy="199"/>
            </a:xfrm>
            <a:custGeom>
              <a:avLst/>
              <a:gdLst/>
              <a:ahLst/>
              <a:cxnLst>
                <a:cxn ang="0">
                  <a:pos x="0" y="100"/>
                </a:cxn>
                <a:cxn ang="0">
                  <a:pos x="197" y="199"/>
                </a:cxn>
                <a:cxn ang="0">
                  <a:pos x="197" y="0"/>
                </a:cxn>
                <a:cxn ang="0">
                  <a:pos x="0" y="100"/>
                </a:cxn>
              </a:cxnLst>
              <a:rect l="0" t="0" r="0" b="0"/>
              <a:pathLst>
                <a:path w="197" h="199">
                  <a:moveTo>
                    <a:pt x="0" y="100"/>
                  </a:moveTo>
                  <a:lnTo>
                    <a:pt x="197" y="199"/>
                  </a:lnTo>
                  <a:lnTo>
                    <a:pt x="197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C0C000">
                <a:alpha val="100000"/>
              </a:srgbClr>
            </a:solidFill>
            <a:ln w="254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19" name="Line 254"/>
            <p:cNvSpPr/>
            <p:nvPr/>
          </p:nvSpPr>
          <p:spPr>
            <a:xfrm>
              <a:off x="4148" y="2514"/>
              <a:ext cx="1" cy="173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320" name="Line 255"/>
            <p:cNvSpPr/>
            <p:nvPr/>
          </p:nvSpPr>
          <p:spPr>
            <a:xfrm>
              <a:off x="4076" y="2518"/>
              <a:ext cx="144" cy="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308" name="Line 262"/>
          <p:cNvSpPr/>
          <p:nvPr/>
        </p:nvSpPr>
        <p:spPr>
          <a:xfrm>
            <a:off x="4364038" y="3122613"/>
            <a:ext cx="0" cy="273050"/>
          </a:xfrm>
          <a:prstGeom prst="line">
            <a:avLst/>
          </a:prstGeom>
          <a:ln w="9525" cap="flat" cmpd="sng">
            <a:solidFill>
              <a:srgbClr val="A5002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45309" name="Line 264"/>
          <p:cNvSpPr/>
          <p:nvPr/>
        </p:nvSpPr>
        <p:spPr>
          <a:xfrm>
            <a:off x="3571875" y="3700463"/>
            <a:ext cx="0" cy="863600"/>
          </a:xfrm>
          <a:prstGeom prst="line">
            <a:avLst/>
          </a:prstGeom>
          <a:ln w="9525" cap="flat" cmpd="sng">
            <a:solidFill>
              <a:srgbClr val="8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56" name="Text Box 295"/>
          <p:cNvSpPr txBox="1"/>
          <p:nvPr/>
        </p:nvSpPr>
        <p:spPr>
          <a:xfrm>
            <a:off x="5084763" y="3122613"/>
            <a:ext cx="1511300" cy="33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浮子（眼睛）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57" name="Text Box 296"/>
          <p:cNvSpPr txBox="1"/>
          <p:nvPr/>
        </p:nvSpPr>
        <p:spPr>
          <a:xfrm>
            <a:off x="5300663" y="1684338"/>
            <a:ext cx="2160587" cy="33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控制器（大脑）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58" name="Text Box 297"/>
          <p:cNvSpPr txBox="1"/>
          <p:nvPr/>
        </p:nvSpPr>
        <p:spPr>
          <a:xfrm>
            <a:off x="1195388" y="2474913"/>
            <a:ext cx="18002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Arial" panose="020B0604020202020204" pitchFamily="34" charset="0"/>
              </a:rPr>
              <a:t>气动阀门（手）</a:t>
            </a:r>
            <a:endParaRPr lang="zh-CN" altLang="en-US" sz="1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559" name="Group 303"/>
          <p:cNvGrpSpPr/>
          <p:nvPr/>
        </p:nvGrpSpPr>
        <p:grpSpPr>
          <a:xfrm>
            <a:off x="3643313" y="4633913"/>
            <a:ext cx="2789237" cy="889000"/>
            <a:chOff x="2880" y="2886"/>
            <a:chExt cx="1406" cy="560"/>
          </a:xfrm>
        </p:grpSpPr>
        <p:sp>
          <p:nvSpPr>
            <p:cNvPr id="45315" name="Text Box 301"/>
            <p:cNvSpPr txBox="1"/>
            <p:nvPr/>
          </p:nvSpPr>
          <p:spPr>
            <a:xfrm>
              <a:off x="2880" y="3158"/>
              <a:ext cx="14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dirty="0">
                  <a:solidFill>
                    <a:schemeClr val="hlink"/>
                  </a:solidFill>
                  <a:latin typeface="Arial" panose="020B0604020202020204" pitchFamily="34" charset="0"/>
                </a:rPr>
                <a:t>       </a:t>
              </a:r>
              <a:r>
                <a:rPr lang="zh-CN" altLang="en-US" dirty="0">
                  <a:solidFill>
                    <a:schemeClr val="hlink"/>
                  </a:solidFill>
                  <a:latin typeface="Arial" panose="020B0604020202020204" pitchFamily="34" charset="0"/>
                </a:rPr>
                <a:t>自动控制</a:t>
              </a:r>
              <a:endParaRPr lang="zh-CN" altLang="en-US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316" name="AutoShape 302"/>
            <p:cNvSpPr/>
            <p:nvPr/>
          </p:nvSpPr>
          <p:spPr>
            <a:xfrm>
              <a:off x="3470" y="2886"/>
              <a:ext cx="136" cy="272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just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31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" grpId="0"/>
      <p:bldP spid="557" grpId="0"/>
      <p:bldP spid="55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006" y="1890118"/>
            <a:ext cx="8555122" cy="49678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3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171060"/>
          <p:cNvSpPr/>
          <p:nvPr/>
        </p:nvSpPr>
        <p:spPr>
          <a:xfrm>
            <a:off x="375431" y="1423129"/>
            <a:ext cx="5059363" cy="6635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r>
              <a:rPr lang="en-US" altLang="zh-CN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2800" b="1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开环控制与闭环控制的比较</a:t>
            </a:r>
            <a:endParaRPr lang="zh-CN" altLang="en-US" sz="28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7108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chenying0907 3"/>
          <p:cNvGrpSpPr/>
          <p:nvPr/>
        </p:nvGrpSpPr>
        <p:grpSpPr bwMode="auto">
          <a:xfrm>
            <a:off x="43841" y="2478989"/>
            <a:ext cx="3600000" cy="4320000"/>
            <a:chOff x="839089" y="1112346"/>
            <a:chExt cx="4688114" cy="4781010"/>
          </a:xfrm>
        </p:grpSpPr>
        <p:grpSp>
          <p:nvGrpSpPr>
            <p:cNvPr id="6" name="chenying0907 4"/>
            <p:cNvGrpSpPr/>
            <p:nvPr/>
          </p:nvGrpSpPr>
          <p:grpSpPr bwMode="auto">
            <a:xfrm rot="-297887">
              <a:off x="2321073" y="1112346"/>
              <a:ext cx="1481234" cy="1389482"/>
              <a:chOff x="3134246" y="1256591"/>
              <a:chExt cx="1734152" cy="1626735"/>
            </a:xfrm>
          </p:grpSpPr>
          <p:cxnSp>
            <p:nvCxnSpPr>
              <p:cNvPr id="8" name="直接连接符 7"/>
              <p:cNvCxnSpPr>
                <a:endCxn id="10" idx="3"/>
              </p:cNvCxnSpPr>
              <p:nvPr/>
            </p:nvCxnSpPr>
            <p:spPr>
              <a:xfrm rot="297887" flipV="1">
                <a:off x="3134246" y="2147785"/>
                <a:ext cx="802117" cy="651526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" name="直接连接符 8"/>
              <p:cNvCxnSpPr>
                <a:stCxn id="10" idx="5"/>
              </p:cNvCxnSpPr>
              <p:nvPr/>
            </p:nvCxnSpPr>
            <p:spPr>
              <a:xfrm rot="297887">
                <a:off x="4137720" y="2214064"/>
                <a:ext cx="730678" cy="669262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" name="椭圆 9"/>
              <p:cNvSpPr/>
              <p:nvPr/>
            </p:nvSpPr>
            <p:spPr>
              <a:xfrm>
                <a:off x="3920599" y="1256591"/>
                <a:ext cx="289915" cy="108618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sz="2500" dirty="0">
                  <a:solidFill>
                    <a:srgbClr val="005188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839089" y="2463214"/>
              <a:ext cx="4688114" cy="34301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>
                <a:solidFill>
                  <a:srgbClr val="005188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75431" y="4348849"/>
            <a:ext cx="2998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b="1" dirty="0">
                <a:latin typeface="Tahoma" panose="020B0604030504040204" pitchFamily="34" charset="0"/>
                <a:ea typeface="楷体_GB2312" pitchFamily="49" charset="-122"/>
              </a:rPr>
              <a:t>1  </a:t>
            </a:r>
            <a:r>
              <a:rPr lang="zh-CN" altLang="en-US" b="1" dirty="0">
                <a:latin typeface="Tahoma" panose="020B0604030504040204" pitchFamily="34" charset="0"/>
                <a:ea typeface="楷体_GB2312" pitchFamily="49" charset="-122"/>
              </a:rPr>
              <a:t>开环控制系统结构简单，成本低廉，但抗干扰能力差，一般在简单系统中采用。</a:t>
            </a:r>
            <a:endParaRPr lang="en-US" altLang="zh-CN" b="1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grpSp>
        <p:nvGrpSpPr>
          <p:cNvPr id="13" name="chenying0907 3"/>
          <p:cNvGrpSpPr/>
          <p:nvPr/>
        </p:nvGrpSpPr>
        <p:grpSpPr bwMode="auto">
          <a:xfrm>
            <a:off x="5474787" y="2488509"/>
            <a:ext cx="3600000" cy="4320000"/>
            <a:chOff x="839089" y="1112346"/>
            <a:chExt cx="4688114" cy="4781010"/>
          </a:xfrm>
        </p:grpSpPr>
        <p:grpSp>
          <p:nvGrpSpPr>
            <p:cNvPr id="14" name="chenying0907 4"/>
            <p:cNvGrpSpPr/>
            <p:nvPr/>
          </p:nvGrpSpPr>
          <p:grpSpPr bwMode="auto">
            <a:xfrm rot="-297887">
              <a:off x="2321073" y="1112346"/>
              <a:ext cx="1481234" cy="1389482"/>
              <a:chOff x="3134246" y="1256591"/>
              <a:chExt cx="1734152" cy="1626735"/>
            </a:xfrm>
          </p:grpSpPr>
          <p:cxnSp>
            <p:nvCxnSpPr>
              <p:cNvPr id="16" name="直接连接符 15"/>
              <p:cNvCxnSpPr>
                <a:endCxn id="18" idx="3"/>
              </p:cNvCxnSpPr>
              <p:nvPr/>
            </p:nvCxnSpPr>
            <p:spPr>
              <a:xfrm rot="297887" flipV="1">
                <a:off x="3134246" y="2147785"/>
                <a:ext cx="802117" cy="651526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" name="直接连接符 16"/>
              <p:cNvCxnSpPr>
                <a:stCxn id="18" idx="5"/>
              </p:cNvCxnSpPr>
              <p:nvPr/>
            </p:nvCxnSpPr>
            <p:spPr>
              <a:xfrm rot="297887">
                <a:off x="4137720" y="2214064"/>
                <a:ext cx="730678" cy="669262"/>
              </a:xfrm>
              <a:prstGeom prst="line">
                <a:avLst/>
              </a:prstGeom>
              <a:noFill/>
              <a:ln w="9525" cap="flat">
                <a:solidFill>
                  <a:schemeClr val="tx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8" name="椭圆 17"/>
              <p:cNvSpPr/>
              <p:nvPr/>
            </p:nvSpPr>
            <p:spPr>
              <a:xfrm>
                <a:off x="3920599" y="1256591"/>
                <a:ext cx="289915" cy="108618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sz="2500" dirty="0">
                  <a:solidFill>
                    <a:srgbClr val="005188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839089" y="2463214"/>
              <a:ext cx="4688114" cy="34301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>
                <a:solidFill>
                  <a:srgbClr val="005188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652449" y="4215960"/>
            <a:ext cx="32985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闭环控制系统抗干扰能力强，控制精度高，但系统结构相对复杂。另外，当参数选择不当时，系统容易产生振荡，所以稳定问题十分重要。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框 178179"/>
          <p:cNvSpPr txBox="1"/>
          <p:nvPr/>
        </p:nvSpPr>
        <p:spPr>
          <a:xfrm>
            <a:off x="446619" y="1419225"/>
            <a:ext cx="74660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按控制方式分类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文本框 178180"/>
          <p:cNvSpPr txBox="1"/>
          <p:nvPr/>
        </p:nvSpPr>
        <p:spPr>
          <a:xfrm>
            <a:off x="323850" y="2363108"/>
            <a:ext cx="8724900" cy="12825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开环控制系统：系统被控量的实际值（即输出值）不能对系统的控制产生影响。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开环控制系统不具备自动修正被控量偏差的能力，抗干扰能力差。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文本框 178180"/>
          <p:cNvSpPr txBox="1"/>
          <p:nvPr/>
        </p:nvSpPr>
        <p:spPr>
          <a:xfrm>
            <a:off x="323850" y="4378054"/>
            <a:ext cx="8496300" cy="904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闭环控制系统：系统的输出能够反过来对控制产生影响。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闭环控制系统具备自动修正被控量偏差的能力，抗干扰能力强。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文本框 178180"/>
          <p:cNvSpPr txBox="1"/>
          <p:nvPr/>
        </p:nvSpPr>
        <p:spPr>
          <a:xfrm>
            <a:off x="647700" y="5805264"/>
            <a:ext cx="8496300" cy="4700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实际应用的系统大部分为具有负反馈的闭环控制系统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34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框 178179"/>
          <p:cNvSpPr txBox="1"/>
          <p:nvPr/>
        </p:nvSpPr>
        <p:spPr>
          <a:xfrm>
            <a:off x="346378" y="1612862"/>
            <a:ext cx="74660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按系统输入信号的变化规律分类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23528" y="2781225"/>
          <a:ext cx="8496944" cy="381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632"/>
                <a:gridCol w="2186840"/>
                <a:gridCol w="2267884"/>
                <a:gridCol w="1980588"/>
              </a:tblGrid>
              <a:tr h="4066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输入量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控制目标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举例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34511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恒值控制系统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确定的常数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当有扰动作用时，使被控量以一定的精度保持在某一确定的期望值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炉温控制系统，电机转速控制系统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03230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随动控制系统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预先未知的随时间变化的函数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被控量以尽可能小的误差随输入量的变化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雷达天线跟踪系统，函数记录仪等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  <a:tr h="103230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程序控制系统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按预定规律随时间变化的函数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被控量迅速、准确地随输入量变化</a:t>
                      </a:r>
                      <a:endParaRPr lang="zh-CN" altLang="en-US" sz="20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数字程序控制机床</a:t>
                      </a:r>
                      <a:endParaRPr lang="zh-CN" altLang="en-US" sz="2000" dirty="0"/>
                    </a:p>
                  </a:txBody>
                  <a:tcPr marT="45747" marB="45747"/>
                </a:tc>
              </a:tr>
            </a:tbl>
          </a:graphicData>
        </a:graphic>
      </p:graphicFrame>
      <p:sp>
        <p:nvSpPr>
          <p:cNvPr id="49182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文本框 178179"/>
          <p:cNvSpPr txBox="1"/>
          <p:nvPr/>
        </p:nvSpPr>
        <p:spPr>
          <a:xfrm>
            <a:off x="251681" y="2060848"/>
            <a:ext cx="746601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按系统中信号的连续性分类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51681" y="3401615"/>
          <a:ext cx="8640638" cy="3456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389"/>
                <a:gridCol w="2449834"/>
                <a:gridCol w="4047415"/>
              </a:tblGrid>
              <a:tr h="503256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分类</a:t>
                      </a:r>
                      <a:endParaRPr lang="zh-CN" altLang="en-US" sz="18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1800" dirty="0"/>
                        <a:t>特征</a:t>
                      </a:r>
                      <a:endParaRPr lang="zh-CN" altLang="en-US" sz="1800" dirty="0"/>
                    </a:p>
                  </a:txBody>
                  <a:tcPr marL="91451" marR="91451" marT="45713" marB="45713"/>
                </a:tc>
                <a:tc hMerge="1">
                  <a:tcPr/>
                </a:tc>
              </a:tr>
              <a:tr h="888111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连续控制系统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/>
                        <a:t>系统中的各个环节的输入、输出信号都是时间的联系函数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hMerge="1">
                  <a:tcPr/>
                </a:tc>
              </a:tr>
              <a:tr h="818185">
                <a:tc rowSpan="3">
                  <a:txBody>
                    <a:bodyPr/>
                    <a:lstStyle/>
                    <a:p>
                      <a:r>
                        <a:rPr lang="zh-CN" altLang="en-US" sz="2000" dirty="0"/>
                        <a:t>离散控制系统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gridSpan="2">
                  <a:txBody>
                    <a:bodyPr/>
                    <a:lstStyle/>
                    <a:p>
                      <a:r>
                        <a:rPr lang="zh-CN" altLang="en-US" sz="2000" dirty="0"/>
                        <a:t>系统中某处或多处的信号为脉冲序列或数码形式的信号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 hMerge="1">
                  <a:tcPr marT="45727" marB="45727"/>
                </a:tc>
              </a:tr>
              <a:tr h="450249">
                <a:tc vMerge="1"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采样控制系统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离散信号为脉冲序列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</a:tr>
              <a:tr h="796584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数字控制系统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离散信号为数码形式的信号</a:t>
                      </a:r>
                      <a:endParaRPr lang="zh-CN" altLang="en-US" sz="2000" dirty="0"/>
                    </a:p>
                  </a:txBody>
                  <a:tcPr marL="91451" marR="91451" marT="45713" marB="45713"/>
                </a:tc>
              </a:tr>
            </a:tbl>
          </a:graphicData>
        </a:graphic>
      </p:graphicFrame>
      <p:sp>
        <p:nvSpPr>
          <p:cNvPr id="50200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38954" y="1916832"/>
          <a:ext cx="8640960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362"/>
                <a:gridCol w="5953598"/>
              </a:tblGrid>
              <a:tr h="47597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特征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  <a:tr h="84213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线性控制系统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构成系统的所有元件都是线性元件，其输入</a:t>
                      </a:r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输出特性为线性关系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  <a:tr h="84213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非线性控制系统</a:t>
                      </a:r>
                      <a:endParaRPr lang="zh-CN" altLang="en-US" sz="2000" dirty="0"/>
                    </a:p>
                  </a:txBody>
                  <a:tcPr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构成系统的一个多多个元部件的输入</a:t>
                      </a:r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输出特性是非线性的</a:t>
                      </a:r>
                      <a:endParaRPr lang="zh-CN" altLang="en-US" sz="2000" dirty="0"/>
                    </a:p>
                  </a:txBody>
                  <a:tcPr marT="45701" marB="45701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51520" y="4581128"/>
          <a:ext cx="8640960" cy="227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76"/>
                <a:gridCol w="6093884"/>
              </a:tblGrid>
              <a:tr h="384029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分类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特征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  <a:tr h="937334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定常控制系统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系统的结构和参数在系统运行过程中不随时间变化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  <a:tr h="937334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时变控制系统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系统的结构或参数在系统运行过程中随时间变化</a:t>
                      </a:r>
                      <a:endParaRPr lang="zh-CN" altLang="en-US" sz="2000" dirty="0"/>
                    </a:p>
                  </a:txBody>
                  <a:tcPr marL="91433" marR="91433" marT="45736" marB="45736"/>
                </a:tc>
              </a:tr>
            </a:tbl>
          </a:graphicData>
        </a:graphic>
      </p:graphicFrame>
      <p:sp>
        <p:nvSpPr>
          <p:cNvPr id="51230" name="文本框 145413"/>
          <p:cNvSpPr txBox="1"/>
          <p:nvPr/>
        </p:nvSpPr>
        <p:spPr>
          <a:xfrm>
            <a:off x="1692275" y="260350"/>
            <a:ext cx="67675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第二节 自动控制系统分类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框 178179"/>
          <p:cNvSpPr txBox="1"/>
          <p:nvPr/>
        </p:nvSpPr>
        <p:spPr>
          <a:xfrm>
            <a:off x="1066800" y="3141663"/>
            <a:ext cx="746601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3600" b="1" dirty="0">
              <a:solidFill>
                <a:srgbClr val="0000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2227" name="矩形 178184"/>
          <p:cNvSpPr/>
          <p:nvPr/>
        </p:nvSpPr>
        <p:spPr>
          <a:xfrm>
            <a:off x="1373188" y="349250"/>
            <a:ext cx="6853237" cy="706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Times New Roman" panose="02020603050405020304" pitchFamily="18" charset="0"/>
                <a:ea typeface="华文行楷" panose="02010800040101010101" pitchFamily="2" charset="-122"/>
              </a:rPr>
              <a:t>第一章　自动控制的一般概念</a:t>
            </a:r>
            <a:endParaRPr lang="zh-CN" altLang="en-US" sz="40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文本框 178180"/>
          <p:cNvSpPr txBox="1"/>
          <p:nvPr/>
        </p:nvSpPr>
        <p:spPr>
          <a:xfrm>
            <a:off x="579034" y="1407045"/>
            <a:ext cx="7902575" cy="170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常见的评价系统优劣的性能指标是从动态过程中定义出来的。对系统性能的基本要求有三个方面。 </a:t>
            </a:r>
            <a:endParaRPr lang="zh-CN" altLang="en-US" sz="32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252" name="文本框 176131"/>
          <p:cNvSpPr txBox="1"/>
          <p:nvPr/>
        </p:nvSpPr>
        <p:spPr>
          <a:xfrm>
            <a:off x="755576" y="244733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chenying0907 456"/>
          <p:cNvSpPr>
            <a:spLocks noEditPoints="1"/>
          </p:cNvSpPr>
          <p:nvPr/>
        </p:nvSpPr>
        <p:spPr bwMode="auto">
          <a:xfrm>
            <a:off x="3439354" y="3396226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70658" y="3718655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 稳：  指动态过程的平稳性。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8" name="椭圆 31"/>
          <p:cNvSpPr/>
          <p:nvPr/>
        </p:nvSpPr>
        <p:spPr>
          <a:xfrm>
            <a:off x="3419872" y="3582890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9" name="chenying0907 456"/>
          <p:cNvSpPr>
            <a:spLocks noEditPoints="1"/>
          </p:cNvSpPr>
          <p:nvPr/>
        </p:nvSpPr>
        <p:spPr bwMode="auto">
          <a:xfrm>
            <a:off x="3489470" y="4677490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03895" y="4993121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准：  指动态过程的最终精度。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1" name="椭圆 31"/>
          <p:cNvSpPr/>
          <p:nvPr/>
        </p:nvSpPr>
        <p:spPr>
          <a:xfrm>
            <a:off x="3419872" y="4846965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12" name="chenying0907 456"/>
          <p:cNvSpPr>
            <a:spLocks noEditPoints="1"/>
          </p:cNvSpPr>
          <p:nvPr/>
        </p:nvSpPr>
        <p:spPr bwMode="auto">
          <a:xfrm>
            <a:off x="3419872" y="6013970"/>
            <a:ext cx="408385" cy="428626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33241" y="6246805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快：  指动态过程的快速性。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椭圆 31"/>
          <p:cNvSpPr/>
          <p:nvPr/>
        </p:nvSpPr>
        <p:spPr>
          <a:xfrm>
            <a:off x="3419872" y="6111040"/>
            <a:ext cx="5545760" cy="733196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2483768" y="3933056"/>
            <a:ext cx="576064" cy="250954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08373" y="4402996"/>
            <a:ext cx="2077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工程上常从稳、快、准三个方面来评价控制系统。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5" grpId="0" animBg="1"/>
      <p:bldP spid="9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文本框 176131"/>
          <p:cNvSpPr txBox="1"/>
          <p:nvPr/>
        </p:nvSpPr>
        <p:spPr>
          <a:xfrm>
            <a:off x="750551" y="173208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4275" name="矩形 234500"/>
          <p:cNvSpPr/>
          <p:nvPr/>
        </p:nvSpPr>
        <p:spPr>
          <a:xfrm>
            <a:off x="-42407" y="2412805"/>
            <a:ext cx="6853454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稳定性：</a:t>
            </a:r>
            <a:r>
              <a:rPr lang="zh-CN" altLang="en-US" b="1" dirty="0">
                <a:latin typeface="Times New Roman" panose="02020603050405020304" pitchFamily="18" charset="0"/>
              </a:rPr>
              <a:t>系统在没有外加信号激励条件下，能否最终停留在一个 固定的位置上。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76" name="矩形 234501"/>
          <p:cNvSpPr/>
          <p:nvPr/>
        </p:nvSpPr>
        <p:spPr>
          <a:xfrm>
            <a:off x="1286671" y="3160665"/>
            <a:ext cx="414099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平衡点：</a:t>
            </a:r>
            <a:r>
              <a:rPr lang="zh-CN" altLang="en-US" b="1" dirty="0">
                <a:latin typeface="Times New Roman" panose="02020603050405020304" pitchFamily="18" charset="0"/>
              </a:rPr>
              <a:t>系统停留的固定点。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77" name="矩形 234502"/>
          <p:cNvSpPr/>
          <p:nvPr/>
        </p:nvSpPr>
        <p:spPr>
          <a:xfrm>
            <a:off x="1324416" y="3603746"/>
            <a:ext cx="6933760" cy="457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特点：</a:t>
            </a:r>
            <a:r>
              <a:rPr lang="zh-CN" altLang="en-US" b="1" dirty="0">
                <a:latin typeface="Times New Roman" panose="02020603050405020304" pitchFamily="18" charset="0"/>
              </a:rPr>
              <a:t>稳定性与外加输入无关，由系统结构决定。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pSp>
        <p:nvGrpSpPr>
          <p:cNvPr id="54278" name="组合 234562"/>
          <p:cNvGrpSpPr/>
          <p:nvPr/>
        </p:nvGrpSpPr>
        <p:grpSpPr>
          <a:xfrm>
            <a:off x="7250113" y="692349"/>
            <a:ext cx="1152525" cy="2087562"/>
            <a:chOff x="0" y="0"/>
            <a:chExt cx="726" cy="1315"/>
          </a:xfrm>
        </p:grpSpPr>
        <p:sp>
          <p:nvSpPr>
            <p:cNvPr id="54292" name="直接连接符 234543"/>
            <p:cNvSpPr/>
            <p:nvPr/>
          </p:nvSpPr>
          <p:spPr>
            <a:xfrm>
              <a:off x="45" y="91"/>
              <a:ext cx="635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3" name="直接连接符 234546"/>
            <p:cNvSpPr/>
            <p:nvPr/>
          </p:nvSpPr>
          <p:spPr>
            <a:xfrm flipV="1">
              <a:off x="90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4" name="直接连接符 234547"/>
            <p:cNvSpPr/>
            <p:nvPr/>
          </p:nvSpPr>
          <p:spPr>
            <a:xfrm flipV="1">
              <a:off x="226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5" name="直接连接符 234548"/>
            <p:cNvSpPr/>
            <p:nvPr/>
          </p:nvSpPr>
          <p:spPr>
            <a:xfrm flipV="1">
              <a:off x="363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6" name="直接连接符 234549"/>
            <p:cNvSpPr/>
            <p:nvPr/>
          </p:nvSpPr>
          <p:spPr>
            <a:xfrm flipV="1">
              <a:off x="499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7" name="直接连接符 234550"/>
            <p:cNvSpPr/>
            <p:nvPr/>
          </p:nvSpPr>
          <p:spPr>
            <a:xfrm flipV="1">
              <a:off x="635" y="0"/>
              <a:ext cx="91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8" name="直接连接符 234554"/>
            <p:cNvSpPr/>
            <p:nvPr/>
          </p:nvSpPr>
          <p:spPr>
            <a:xfrm flipH="1">
              <a:off x="136" y="91"/>
              <a:ext cx="272" cy="862"/>
            </a:xfrm>
            <a:prstGeom prst="line">
              <a:avLst/>
            </a:prstGeom>
            <a:ln w="952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9" name="椭圆 234555"/>
            <p:cNvSpPr/>
            <p:nvPr/>
          </p:nvSpPr>
          <p:spPr>
            <a:xfrm>
              <a:off x="0" y="907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300" name="直接连接符 234556"/>
            <p:cNvSpPr/>
            <p:nvPr/>
          </p:nvSpPr>
          <p:spPr>
            <a:xfrm>
              <a:off x="408" y="91"/>
              <a:ext cx="0" cy="1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54279" name="组合 234564"/>
          <p:cNvGrpSpPr/>
          <p:nvPr/>
        </p:nvGrpSpPr>
        <p:grpSpPr>
          <a:xfrm>
            <a:off x="914400" y="764704"/>
            <a:ext cx="1800225" cy="1223963"/>
            <a:chOff x="0" y="0"/>
            <a:chExt cx="1134" cy="771"/>
          </a:xfrm>
        </p:grpSpPr>
        <p:sp>
          <p:nvSpPr>
            <p:cNvPr id="54290" name="任意多边形 234558"/>
            <p:cNvSpPr/>
            <p:nvPr/>
          </p:nvSpPr>
          <p:spPr>
            <a:xfrm>
              <a:off x="0" y="227"/>
              <a:ext cx="1134" cy="544"/>
            </a:xfrm>
            <a:custGeom>
              <a:avLst/>
              <a:gdLst/>
              <a:ahLst/>
              <a:cxnLst>
                <a:cxn ang="0">
                  <a:pos x="0" y="3056"/>
                </a:cxn>
                <a:cxn ang="0">
                  <a:pos x="5407" y="0"/>
                </a:cxn>
                <a:cxn ang="0">
                  <a:pos x="11481" y="3056"/>
                </a:cxn>
              </a:cxnLst>
              <a:rect l="0" t="0" r="0" b="0"/>
              <a:pathLst>
                <a:path w="771" h="408">
                  <a:moveTo>
                    <a:pt x="0" y="408"/>
                  </a:moveTo>
                  <a:cubicBezTo>
                    <a:pt x="117" y="204"/>
                    <a:pt x="235" y="0"/>
                    <a:pt x="363" y="0"/>
                  </a:cubicBezTo>
                  <a:cubicBezTo>
                    <a:pt x="491" y="0"/>
                    <a:pt x="703" y="340"/>
                    <a:pt x="771" y="408"/>
                  </a:cubicBezTo>
                </a:path>
              </a:pathLst>
            </a:custGeom>
            <a:noFill/>
            <a:ln w="28575" cap="flat" cmpd="sng">
              <a:solidFill>
                <a:schemeClr val="tx2">
                  <a:alpha val="100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椭圆 234561"/>
            <p:cNvSpPr/>
            <p:nvPr/>
          </p:nvSpPr>
          <p:spPr>
            <a:xfrm>
              <a:off x="408" y="0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280" name="组合 234565"/>
          <p:cNvGrpSpPr/>
          <p:nvPr/>
        </p:nvGrpSpPr>
        <p:grpSpPr>
          <a:xfrm>
            <a:off x="3651250" y="1053629"/>
            <a:ext cx="1943100" cy="792163"/>
            <a:chOff x="0" y="0"/>
            <a:chExt cx="1224" cy="499"/>
          </a:xfrm>
        </p:grpSpPr>
        <p:sp>
          <p:nvSpPr>
            <p:cNvPr id="54288" name="任意多边形 234559"/>
            <p:cNvSpPr/>
            <p:nvPr/>
          </p:nvSpPr>
          <p:spPr>
            <a:xfrm flipV="1">
              <a:off x="0" y="0"/>
              <a:ext cx="1224" cy="499"/>
            </a:xfrm>
            <a:custGeom>
              <a:avLst/>
              <a:gdLst/>
              <a:ahLst/>
              <a:cxnLst>
                <a:cxn ang="0">
                  <a:pos x="0" y="1668"/>
                </a:cxn>
                <a:cxn ang="0">
                  <a:pos x="9219" y="0"/>
                </a:cxn>
                <a:cxn ang="0">
                  <a:pos x="19598" y="1668"/>
                </a:cxn>
              </a:cxnLst>
              <a:rect l="0" t="0" r="0" b="0"/>
              <a:pathLst>
                <a:path w="771" h="408">
                  <a:moveTo>
                    <a:pt x="0" y="408"/>
                  </a:moveTo>
                  <a:cubicBezTo>
                    <a:pt x="117" y="204"/>
                    <a:pt x="235" y="0"/>
                    <a:pt x="363" y="0"/>
                  </a:cubicBezTo>
                  <a:cubicBezTo>
                    <a:pt x="491" y="0"/>
                    <a:pt x="703" y="340"/>
                    <a:pt x="771" y="408"/>
                  </a:cubicBezTo>
                </a:path>
              </a:pathLst>
            </a:custGeom>
            <a:noFill/>
            <a:ln w="28575" cap="flat" cmpd="sng">
              <a:solidFill>
                <a:schemeClr val="tx2">
                  <a:alpha val="100000"/>
                </a:scheme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椭圆 234563"/>
            <p:cNvSpPr/>
            <p:nvPr/>
          </p:nvSpPr>
          <p:spPr>
            <a:xfrm>
              <a:off x="453" y="272"/>
              <a:ext cx="227" cy="227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4281" name="矩形 234566"/>
          <p:cNvSpPr/>
          <p:nvPr/>
        </p:nvSpPr>
        <p:spPr>
          <a:xfrm>
            <a:off x="3867150" y="1964854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稳定系统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2" name="矩形 234567"/>
          <p:cNvSpPr/>
          <p:nvPr/>
        </p:nvSpPr>
        <p:spPr>
          <a:xfrm>
            <a:off x="914400" y="1917229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不稳定系统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3" name="矩形 234568"/>
          <p:cNvSpPr/>
          <p:nvPr/>
        </p:nvSpPr>
        <p:spPr>
          <a:xfrm>
            <a:off x="-42407" y="4038279"/>
            <a:ext cx="799465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快速性：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系统稳定快慢程度的性能描述。一般用过渡过程的时间来描述。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4" name="矩形 234569"/>
          <p:cNvSpPr/>
          <p:nvPr/>
        </p:nvSpPr>
        <p:spPr>
          <a:xfrm>
            <a:off x="1283226" y="4832021"/>
            <a:ext cx="599564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过渡过程：</a:t>
            </a:r>
            <a:r>
              <a:rPr lang="zh-CN" altLang="en-US" b="1" dirty="0">
                <a:latin typeface="Times New Roman" panose="02020603050405020304" pitchFamily="18" charset="0"/>
              </a:rPr>
              <a:t>系统从开始运动到回到平衡点稳定下来的过程，也叫</a:t>
            </a:r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动态过程、动态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5" name="矩形 234570"/>
          <p:cNvSpPr/>
          <p:nvPr/>
        </p:nvSpPr>
        <p:spPr>
          <a:xfrm>
            <a:off x="-42407" y="5663018"/>
            <a:ext cx="8347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准确性：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系统稳定后被控制量与期望值接近程度的描述。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6" name="矩形 234572"/>
          <p:cNvSpPr/>
          <p:nvPr/>
        </p:nvSpPr>
        <p:spPr>
          <a:xfrm>
            <a:off x="1283226" y="6013413"/>
            <a:ext cx="4321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稳态：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系统稳定后的状态。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4287" name="矩形 234573"/>
          <p:cNvSpPr/>
          <p:nvPr/>
        </p:nvSpPr>
        <p:spPr>
          <a:xfrm>
            <a:off x="1283226" y="6434093"/>
            <a:ext cx="7058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稳态误差：</a:t>
            </a:r>
            <a:r>
              <a:rPr lang="zh-CN" altLang="en-US" b="1" dirty="0">
                <a:latin typeface="Times New Roman" panose="02020603050405020304" pitchFamily="18" charset="0"/>
              </a:rPr>
              <a:t>系统稳定后被控制量与期望值的偏差。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矩形 179204"/>
          <p:cNvSpPr/>
          <p:nvPr/>
        </p:nvSpPr>
        <p:spPr>
          <a:xfrm>
            <a:off x="716757" y="2516792"/>
            <a:ext cx="1471652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稳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     指动态过程的平稳性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8132" name="对象 179205"/>
          <p:cNvGraphicFramePr/>
          <p:nvPr/>
        </p:nvGraphicFramePr>
        <p:xfrm>
          <a:off x="2823453" y="1579711"/>
          <a:ext cx="5832475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" r:id="rId1" imgW="7073265" imgH="4051935" progId="图像.文件">
                  <p:embed/>
                </p:oleObj>
              </mc:Choice>
              <mc:Fallback>
                <p:oleObj name="" r:id="rId1" imgW="7073265" imgH="4051935" progId="图像.文件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23453" y="1579711"/>
                        <a:ext cx="5832475" cy="2720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文本框 179206"/>
          <p:cNvSpPr txBox="1"/>
          <p:nvPr/>
        </p:nvSpPr>
        <p:spPr>
          <a:xfrm>
            <a:off x="4480719" y="4339037"/>
            <a:ext cx="2879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ahoma" panose="020B0604030504040204" pitchFamily="34" charset="0"/>
              </a:rPr>
              <a:t>控制系统动态过程曲线</a:t>
            </a:r>
            <a:endParaRPr lang="zh-CN" altLang="en-US" sz="1800" b="1" dirty="0">
              <a:latin typeface="Tahoma" panose="020B0604030504040204" pitchFamily="34" charset="0"/>
            </a:endParaRPr>
          </a:p>
        </p:txBody>
      </p:sp>
      <p:sp>
        <p:nvSpPr>
          <p:cNvPr id="48134" name="文本框 179207"/>
          <p:cNvSpPr txBox="1"/>
          <p:nvPr/>
        </p:nvSpPr>
        <p:spPr>
          <a:xfrm>
            <a:off x="0" y="5013176"/>
            <a:ext cx="9144000" cy="1224136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如上图所示，系统在外力作用下，输出逐渐与期望值一致，则系统是稳定的，如曲线</a:t>
            </a:r>
            <a:r>
              <a:rPr lang="en-US" altLang="zh-CN" b="1" dirty="0"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latin typeface="Tahoma" panose="020B0604030504040204" pitchFamily="34" charset="0"/>
              </a:rPr>
              <a:t>所示；反之，输出如曲线</a:t>
            </a:r>
            <a:r>
              <a:rPr lang="en-US" altLang="zh-CN" b="1" dirty="0">
                <a:latin typeface="宋体" panose="02010600030101010101" pitchFamily="2" charset="-122"/>
              </a:rPr>
              <a:t>②</a:t>
            </a:r>
            <a:r>
              <a:rPr lang="zh-CN" altLang="en-US" b="1" dirty="0">
                <a:latin typeface="Tahoma" panose="020B0604030504040204" pitchFamily="34" charset="0"/>
              </a:rPr>
              <a:t>所示，则系统是不稳定的。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55302" name="文本框 176131"/>
          <p:cNvSpPr txBox="1"/>
          <p:nvPr/>
        </p:nvSpPr>
        <p:spPr>
          <a:xfrm>
            <a:off x="755576" y="304800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" name="等腰三角形 36"/>
          <p:cNvSpPr/>
          <p:nvPr/>
        </p:nvSpPr>
        <p:spPr>
          <a:xfrm>
            <a:off x="755576" y="1506382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等腰三角形 36"/>
          <p:cNvSpPr/>
          <p:nvPr/>
        </p:nvSpPr>
        <p:spPr>
          <a:xfrm rot="7176392">
            <a:off x="1555822" y="2928803"/>
            <a:ext cx="1276040" cy="1115431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2" name="等腰三角形 36"/>
          <p:cNvSpPr/>
          <p:nvPr/>
        </p:nvSpPr>
        <p:spPr>
          <a:xfrm rot="14423608" flipH="1">
            <a:off x="-66722" y="2933316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48133" grpId="0" animBg="1"/>
      <p:bldP spid="4813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矩形 180228"/>
          <p:cNvSpPr/>
          <p:nvPr/>
        </p:nvSpPr>
        <p:spPr>
          <a:xfrm>
            <a:off x="703103" y="2467329"/>
            <a:ext cx="1492634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快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 指动态过程的快速性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9156" name="对象 180229"/>
          <p:cNvGraphicFramePr/>
          <p:nvPr/>
        </p:nvGraphicFramePr>
        <p:xfrm>
          <a:off x="3181702" y="1582321"/>
          <a:ext cx="5832475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" r:id="rId1" imgW="7073265" imgH="4051935" progId="图像.文件">
                  <p:embed/>
                </p:oleObj>
              </mc:Choice>
              <mc:Fallback>
                <p:oleObj name="" r:id="rId1" imgW="7073265" imgH="4051935" progId="图像.文件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81702" y="1582321"/>
                        <a:ext cx="5832475" cy="275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文本框 180230"/>
          <p:cNvSpPr txBox="1"/>
          <p:nvPr/>
        </p:nvSpPr>
        <p:spPr>
          <a:xfrm>
            <a:off x="26586" y="4549676"/>
            <a:ext cx="3347864" cy="2308324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快速性即动态过程进行的时间的长短。过程时间越短，说明系统快速性越好，反之说明系统响应迟钝，如曲线</a:t>
            </a:r>
            <a:r>
              <a:rPr lang="en-US" altLang="zh-CN" b="1" dirty="0"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latin typeface="Tahoma" panose="020B0604030504040204" pitchFamily="34" charset="0"/>
              </a:rPr>
              <a:t>所示。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49158" name="矩形 180231"/>
          <p:cNvSpPr/>
          <p:nvPr/>
        </p:nvSpPr>
        <p:spPr>
          <a:xfrm>
            <a:off x="5125745" y="5157192"/>
            <a:ext cx="3888432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稳和快反映了系统动态过程性能的好坏。既快又稳，表明系统的动态精度高。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56326" name="文本框 176131"/>
          <p:cNvSpPr txBox="1"/>
          <p:nvPr/>
        </p:nvSpPr>
        <p:spPr>
          <a:xfrm>
            <a:off x="755650" y="269081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" name="PA_任意多边形 25"/>
          <p:cNvSpPr/>
          <p:nvPr>
            <p:custDataLst>
              <p:tags r:id="rId3"/>
            </p:custDataLst>
          </p:nvPr>
        </p:nvSpPr>
        <p:spPr>
          <a:xfrm>
            <a:off x="4572000" y="4723576"/>
            <a:ext cx="4702175" cy="2134424"/>
          </a:xfrm>
          <a:custGeom>
            <a:avLst/>
            <a:gdLst>
              <a:gd name="connsiteX0" fmla="*/ 305607 w 5046277"/>
              <a:gd name="connsiteY0" fmla="*/ 345271 h 3305471"/>
              <a:gd name="connsiteX1" fmla="*/ 334790 w 5046277"/>
              <a:gd name="connsiteY1" fmla="*/ 3078744 h 3305471"/>
              <a:gd name="connsiteX2" fmla="*/ 315334 w 5046277"/>
              <a:gd name="connsiteY2" fmla="*/ 3156565 h 3305471"/>
              <a:gd name="connsiteX3" fmla="*/ 4663598 w 5046277"/>
              <a:gd name="connsiteY3" fmla="*/ 3166293 h 3305471"/>
              <a:gd name="connsiteX4" fmla="*/ 4760875 w 5046277"/>
              <a:gd name="connsiteY4" fmla="*/ 3039833 h 3305471"/>
              <a:gd name="connsiteX5" fmla="*/ 4770602 w 5046277"/>
              <a:gd name="connsiteY5" fmla="*/ 286905 h 3305471"/>
              <a:gd name="connsiteX6" fmla="*/ 4721964 w 5046277"/>
              <a:gd name="connsiteY6" fmla="*/ 170173 h 3305471"/>
              <a:gd name="connsiteX7" fmla="*/ 548798 w 5046277"/>
              <a:gd name="connsiteY7" fmla="*/ 170173 h 3305471"/>
              <a:gd name="connsiteX8" fmla="*/ 305607 w 5046277"/>
              <a:gd name="connsiteY8" fmla="*/ 150718 h 3305471"/>
              <a:gd name="connsiteX9" fmla="*/ 325062 w 5046277"/>
              <a:gd name="connsiteY9" fmla="*/ 2261620 h 3305471"/>
              <a:gd name="connsiteX10" fmla="*/ 325062 w 5046277"/>
              <a:gd name="connsiteY10" fmla="*/ 2261620 h 3305471"/>
              <a:gd name="connsiteX0-1" fmla="*/ 305607 w 5046277"/>
              <a:gd name="connsiteY0-2" fmla="*/ 345271 h 3305471"/>
              <a:gd name="connsiteX1-3" fmla="*/ 334790 w 5046277"/>
              <a:gd name="connsiteY1-4" fmla="*/ 3078744 h 3305471"/>
              <a:gd name="connsiteX2-5" fmla="*/ 315334 w 5046277"/>
              <a:gd name="connsiteY2-6" fmla="*/ 3156565 h 3305471"/>
              <a:gd name="connsiteX3-7" fmla="*/ 4663598 w 5046277"/>
              <a:gd name="connsiteY3-8" fmla="*/ 3166293 h 3305471"/>
              <a:gd name="connsiteX4-9" fmla="*/ 4760875 w 5046277"/>
              <a:gd name="connsiteY4-10" fmla="*/ 3039833 h 3305471"/>
              <a:gd name="connsiteX5-11" fmla="*/ 4770602 w 5046277"/>
              <a:gd name="connsiteY5-12" fmla="*/ 286905 h 3305471"/>
              <a:gd name="connsiteX6-13" fmla="*/ 4721964 w 5046277"/>
              <a:gd name="connsiteY6-14" fmla="*/ 170173 h 3305471"/>
              <a:gd name="connsiteX7-15" fmla="*/ 548798 w 5046277"/>
              <a:gd name="connsiteY7-16" fmla="*/ 170173 h 3305471"/>
              <a:gd name="connsiteX8-17" fmla="*/ 305607 w 5046277"/>
              <a:gd name="connsiteY8-18" fmla="*/ 150718 h 3305471"/>
              <a:gd name="connsiteX9-19" fmla="*/ 325062 w 5046277"/>
              <a:gd name="connsiteY9-20" fmla="*/ 2261620 h 3305471"/>
              <a:gd name="connsiteX10-21" fmla="*/ 340302 w 5046277"/>
              <a:gd name="connsiteY10-22" fmla="*/ 2271780 h 3305471"/>
              <a:gd name="connsiteX0-23" fmla="*/ 305607 w 5046277"/>
              <a:gd name="connsiteY0-24" fmla="*/ 345271 h 3305471"/>
              <a:gd name="connsiteX1-25" fmla="*/ 334790 w 5046277"/>
              <a:gd name="connsiteY1-26" fmla="*/ 3078744 h 3305471"/>
              <a:gd name="connsiteX2-27" fmla="*/ 315334 w 5046277"/>
              <a:gd name="connsiteY2-28" fmla="*/ 3156565 h 3305471"/>
              <a:gd name="connsiteX3-29" fmla="*/ 4663598 w 5046277"/>
              <a:gd name="connsiteY3-30" fmla="*/ 3166293 h 3305471"/>
              <a:gd name="connsiteX4-31" fmla="*/ 4760875 w 5046277"/>
              <a:gd name="connsiteY4-32" fmla="*/ 3039833 h 3305471"/>
              <a:gd name="connsiteX5-33" fmla="*/ 4770602 w 5046277"/>
              <a:gd name="connsiteY5-34" fmla="*/ 286905 h 3305471"/>
              <a:gd name="connsiteX6-35" fmla="*/ 4721964 w 5046277"/>
              <a:gd name="connsiteY6-36" fmla="*/ 170173 h 3305471"/>
              <a:gd name="connsiteX7-37" fmla="*/ 548798 w 5046277"/>
              <a:gd name="connsiteY7-38" fmla="*/ 170173 h 3305471"/>
              <a:gd name="connsiteX8-39" fmla="*/ 305607 w 5046277"/>
              <a:gd name="connsiteY8-40" fmla="*/ 150718 h 3305471"/>
              <a:gd name="connsiteX9-41" fmla="*/ 325062 w 5046277"/>
              <a:gd name="connsiteY9-42" fmla="*/ 2261620 h 3305471"/>
              <a:gd name="connsiteX10-43" fmla="*/ 340302 w 5046277"/>
              <a:gd name="connsiteY10-44" fmla="*/ 3099820 h 3305471"/>
              <a:gd name="connsiteX0-45" fmla="*/ 305607 w 5046277"/>
              <a:gd name="connsiteY0-46" fmla="*/ 345271 h 3305471"/>
              <a:gd name="connsiteX1-47" fmla="*/ 334790 w 5046277"/>
              <a:gd name="connsiteY1-48" fmla="*/ 3078744 h 3305471"/>
              <a:gd name="connsiteX2-49" fmla="*/ 315334 w 5046277"/>
              <a:gd name="connsiteY2-50" fmla="*/ 3156565 h 3305471"/>
              <a:gd name="connsiteX3-51" fmla="*/ 4663598 w 5046277"/>
              <a:gd name="connsiteY3-52" fmla="*/ 3166293 h 3305471"/>
              <a:gd name="connsiteX4-53" fmla="*/ 4760875 w 5046277"/>
              <a:gd name="connsiteY4-54" fmla="*/ 3039833 h 3305471"/>
              <a:gd name="connsiteX5-55" fmla="*/ 4770602 w 5046277"/>
              <a:gd name="connsiteY5-56" fmla="*/ 286905 h 3305471"/>
              <a:gd name="connsiteX6-57" fmla="*/ 4721964 w 5046277"/>
              <a:gd name="connsiteY6-58" fmla="*/ 170173 h 3305471"/>
              <a:gd name="connsiteX7-59" fmla="*/ 548798 w 5046277"/>
              <a:gd name="connsiteY7-60" fmla="*/ 170173 h 3305471"/>
              <a:gd name="connsiteX8-61" fmla="*/ 305607 w 5046277"/>
              <a:gd name="connsiteY8-62" fmla="*/ 150718 h 3305471"/>
              <a:gd name="connsiteX9-63" fmla="*/ 335222 w 5046277"/>
              <a:gd name="connsiteY9-64" fmla="*/ 2261620 h 3305471"/>
              <a:gd name="connsiteX10-65" fmla="*/ 340302 w 5046277"/>
              <a:gd name="connsiteY10-66" fmla="*/ 3099820 h 3305471"/>
              <a:gd name="connsiteX0-67" fmla="*/ 42664 w 5037334"/>
              <a:gd name="connsiteY0-68" fmla="*/ 533231 h 3291670"/>
              <a:gd name="connsiteX1-69" fmla="*/ 325847 w 5037334"/>
              <a:gd name="connsiteY1-70" fmla="*/ 3078744 h 3291670"/>
              <a:gd name="connsiteX2-71" fmla="*/ 306391 w 5037334"/>
              <a:gd name="connsiteY2-72" fmla="*/ 3156565 h 3291670"/>
              <a:gd name="connsiteX3-73" fmla="*/ 4654655 w 5037334"/>
              <a:gd name="connsiteY3-74" fmla="*/ 3166293 h 3291670"/>
              <a:gd name="connsiteX4-75" fmla="*/ 4751932 w 5037334"/>
              <a:gd name="connsiteY4-76" fmla="*/ 3039833 h 3291670"/>
              <a:gd name="connsiteX5-77" fmla="*/ 4761659 w 5037334"/>
              <a:gd name="connsiteY5-78" fmla="*/ 286905 h 3291670"/>
              <a:gd name="connsiteX6-79" fmla="*/ 4713021 w 5037334"/>
              <a:gd name="connsiteY6-80" fmla="*/ 170173 h 3291670"/>
              <a:gd name="connsiteX7-81" fmla="*/ 539855 w 5037334"/>
              <a:gd name="connsiteY7-82" fmla="*/ 170173 h 3291670"/>
              <a:gd name="connsiteX8-83" fmla="*/ 296664 w 5037334"/>
              <a:gd name="connsiteY8-84" fmla="*/ 150718 h 3291670"/>
              <a:gd name="connsiteX9-85" fmla="*/ 326279 w 5037334"/>
              <a:gd name="connsiteY9-86" fmla="*/ 2261620 h 3291670"/>
              <a:gd name="connsiteX10-87" fmla="*/ 331359 w 5037334"/>
              <a:gd name="connsiteY10-88" fmla="*/ 3099820 h 3291670"/>
              <a:gd name="connsiteX0-89" fmla="*/ 342451 w 5047561"/>
              <a:gd name="connsiteY0-90" fmla="*/ 2255351 h 3286080"/>
              <a:gd name="connsiteX1-91" fmla="*/ 336074 w 5047561"/>
              <a:gd name="connsiteY1-92" fmla="*/ 3078744 h 3286080"/>
              <a:gd name="connsiteX2-93" fmla="*/ 316618 w 5047561"/>
              <a:gd name="connsiteY2-94" fmla="*/ 3156565 h 3286080"/>
              <a:gd name="connsiteX3-95" fmla="*/ 4664882 w 5047561"/>
              <a:gd name="connsiteY3-96" fmla="*/ 3166293 h 3286080"/>
              <a:gd name="connsiteX4-97" fmla="*/ 4762159 w 5047561"/>
              <a:gd name="connsiteY4-98" fmla="*/ 3039833 h 3286080"/>
              <a:gd name="connsiteX5-99" fmla="*/ 4771886 w 5047561"/>
              <a:gd name="connsiteY5-100" fmla="*/ 286905 h 3286080"/>
              <a:gd name="connsiteX6-101" fmla="*/ 4723248 w 5047561"/>
              <a:gd name="connsiteY6-102" fmla="*/ 170173 h 3286080"/>
              <a:gd name="connsiteX7-103" fmla="*/ 550082 w 5047561"/>
              <a:gd name="connsiteY7-104" fmla="*/ 170173 h 3286080"/>
              <a:gd name="connsiteX8-105" fmla="*/ 306891 w 5047561"/>
              <a:gd name="connsiteY8-106" fmla="*/ 150718 h 3286080"/>
              <a:gd name="connsiteX9-107" fmla="*/ 336506 w 5047561"/>
              <a:gd name="connsiteY9-108" fmla="*/ 2261620 h 3286080"/>
              <a:gd name="connsiteX10-109" fmla="*/ 341586 w 5047561"/>
              <a:gd name="connsiteY10-110" fmla="*/ 3099820 h 3286080"/>
              <a:gd name="connsiteX0-111" fmla="*/ 342451 w 5047561"/>
              <a:gd name="connsiteY0-112" fmla="*/ 2255351 h 3286080"/>
              <a:gd name="connsiteX1-113" fmla="*/ 336074 w 5047561"/>
              <a:gd name="connsiteY1-114" fmla="*/ 3078744 h 3286080"/>
              <a:gd name="connsiteX2-115" fmla="*/ 316618 w 5047561"/>
              <a:gd name="connsiteY2-116" fmla="*/ 3156565 h 3286080"/>
              <a:gd name="connsiteX3-117" fmla="*/ 4664882 w 5047561"/>
              <a:gd name="connsiteY3-118" fmla="*/ 3166293 h 3286080"/>
              <a:gd name="connsiteX4-119" fmla="*/ 4762159 w 5047561"/>
              <a:gd name="connsiteY4-120" fmla="*/ 3039833 h 3286080"/>
              <a:gd name="connsiteX5-121" fmla="*/ 4771886 w 5047561"/>
              <a:gd name="connsiteY5-122" fmla="*/ 286905 h 3286080"/>
              <a:gd name="connsiteX6-123" fmla="*/ 4723248 w 5047561"/>
              <a:gd name="connsiteY6-124" fmla="*/ 170173 h 3286080"/>
              <a:gd name="connsiteX7-125" fmla="*/ 550082 w 5047561"/>
              <a:gd name="connsiteY7-126" fmla="*/ 170173 h 3286080"/>
              <a:gd name="connsiteX8-127" fmla="*/ 306891 w 5047561"/>
              <a:gd name="connsiteY8-128" fmla="*/ 150718 h 3286080"/>
              <a:gd name="connsiteX9-129" fmla="*/ 336506 w 5047561"/>
              <a:gd name="connsiteY9-130" fmla="*/ 2261620 h 3286080"/>
              <a:gd name="connsiteX10-131" fmla="*/ 341586 w 5047561"/>
              <a:gd name="connsiteY10-132" fmla="*/ 3140460 h 3286080"/>
              <a:gd name="connsiteX0-133" fmla="*/ 344116 w 5049226"/>
              <a:gd name="connsiteY0-134" fmla="*/ 2255351 h 3286080"/>
              <a:gd name="connsiteX1-135" fmla="*/ 332659 w 5049226"/>
              <a:gd name="connsiteY1-136" fmla="*/ 2951744 h 3286080"/>
              <a:gd name="connsiteX2-137" fmla="*/ 318283 w 5049226"/>
              <a:gd name="connsiteY2-138" fmla="*/ 3156565 h 3286080"/>
              <a:gd name="connsiteX3-139" fmla="*/ 4666547 w 5049226"/>
              <a:gd name="connsiteY3-140" fmla="*/ 3166293 h 3286080"/>
              <a:gd name="connsiteX4-141" fmla="*/ 4763824 w 5049226"/>
              <a:gd name="connsiteY4-142" fmla="*/ 3039833 h 3286080"/>
              <a:gd name="connsiteX5-143" fmla="*/ 4773551 w 5049226"/>
              <a:gd name="connsiteY5-144" fmla="*/ 286905 h 3286080"/>
              <a:gd name="connsiteX6-145" fmla="*/ 4724913 w 5049226"/>
              <a:gd name="connsiteY6-146" fmla="*/ 170173 h 3286080"/>
              <a:gd name="connsiteX7-147" fmla="*/ 551747 w 5049226"/>
              <a:gd name="connsiteY7-148" fmla="*/ 170173 h 3286080"/>
              <a:gd name="connsiteX8-149" fmla="*/ 308556 w 5049226"/>
              <a:gd name="connsiteY8-150" fmla="*/ 150718 h 3286080"/>
              <a:gd name="connsiteX9-151" fmla="*/ 338171 w 5049226"/>
              <a:gd name="connsiteY9-152" fmla="*/ 2261620 h 3286080"/>
              <a:gd name="connsiteX10-153" fmla="*/ 343251 w 5049226"/>
              <a:gd name="connsiteY10-154" fmla="*/ 3140460 h 3286080"/>
              <a:gd name="connsiteX0-155" fmla="*/ 349174 w 5054284"/>
              <a:gd name="connsiteY0-156" fmla="*/ 2255351 h 3286080"/>
              <a:gd name="connsiteX1-157" fmla="*/ 322477 w 5054284"/>
              <a:gd name="connsiteY1-158" fmla="*/ 3175264 h 3286080"/>
              <a:gd name="connsiteX2-159" fmla="*/ 323341 w 5054284"/>
              <a:gd name="connsiteY2-160" fmla="*/ 3156565 h 3286080"/>
              <a:gd name="connsiteX3-161" fmla="*/ 4671605 w 5054284"/>
              <a:gd name="connsiteY3-162" fmla="*/ 3166293 h 3286080"/>
              <a:gd name="connsiteX4-163" fmla="*/ 4768882 w 5054284"/>
              <a:gd name="connsiteY4-164" fmla="*/ 3039833 h 3286080"/>
              <a:gd name="connsiteX5-165" fmla="*/ 4778609 w 5054284"/>
              <a:gd name="connsiteY5-166" fmla="*/ 286905 h 3286080"/>
              <a:gd name="connsiteX6-167" fmla="*/ 4729971 w 5054284"/>
              <a:gd name="connsiteY6-168" fmla="*/ 170173 h 3286080"/>
              <a:gd name="connsiteX7-169" fmla="*/ 556805 w 5054284"/>
              <a:gd name="connsiteY7-170" fmla="*/ 170173 h 3286080"/>
              <a:gd name="connsiteX8-171" fmla="*/ 313614 w 5054284"/>
              <a:gd name="connsiteY8-172" fmla="*/ 150718 h 3286080"/>
              <a:gd name="connsiteX9-173" fmla="*/ 343229 w 5054284"/>
              <a:gd name="connsiteY9-174" fmla="*/ 2261620 h 3286080"/>
              <a:gd name="connsiteX10-175" fmla="*/ 348309 w 5054284"/>
              <a:gd name="connsiteY10-176" fmla="*/ 3140460 h 32860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5054284" h="3286080">
                <a:moveTo>
                  <a:pt x="349174" y="2255351"/>
                </a:moveTo>
                <a:cubicBezTo>
                  <a:pt x="362955" y="3387813"/>
                  <a:pt x="326783" y="3025062"/>
                  <a:pt x="322477" y="3175264"/>
                </a:cubicBezTo>
                <a:cubicBezTo>
                  <a:pt x="318172" y="3325466"/>
                  <a:pt x="-401514" y="3158060"/>
                  <a:pt x="323341" y="3156565"/>
                </a:cubicBezTo>
                <a:lnTo>
                  <a:pt x="4671605" y="3166293"/>
                </a:lnTo>
                <a:cubicBezTo>
                  <a:pt x="5412529" y="3146838"/>
                  <a:pt x="4751048" y="3519731"/>
                  <a:pt x="4768882" y="3039833"/>
                </a:cubicBezTo>
                <a:cubicBezTo>
                  <a:pt x="4786716" y="2559935"/>
                  <a:pt x="4785094" y="765182"/>
                  <a:pt x="4778609" y="286905"/>
                </a:cubicBezTo>
                <a:cubicBezTo>
                  <a:pt x="4772124" y="-191372"/>
                  <a:pt x="5433605" y="189628"/>
                  <a:pt x="4729971" y="170173"/>
                </a:cubicBezTo>
                <a:cubicBezTo>
                  <a:pt x="4026337" y="150718"/>
                  <a:pt x="1292865" y="173415"/>
                  <a:pt x="556805" y="170173"/>
                </a:cubicBezTo>
                <a:cubicBezTo>
                  <a:pt x="-179255" y="166930"/>
                  <a:pt x="349210" y="-197856"/>
                  <a:pt x="313614" y="150718"/>
                </a:cubicBezTo>
                <a:cubicBezTo>
                  <a:pt x="278018" y="499292"/>
                  <a:pt x="337447" y="1763330"/>
                  <a:pt x="343229" y="2261620"/>
                </a:cubicBezTo>
                <a:cubicBezTo>
                  <a:pt x="349011" y="2759910"/>
                  <a:pt x="343229" y="3137073"/>
                  <a:pt x="348309" y="31404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等腰三角形 36"/>
          <p:cNvSpPr/>
          <p:nvPr/>
        </p:nvSpPr>
        <p:spPr>
          <a:xfrm>
            <a:off x="755576" y="1506382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等腰三角形 36"/>
          <p:cNvSpPr/>
          <p:nvPr/>
        </p:nvSpPr>
        <p:spPr>
          <a:xfrm rot="7176392">
            <a:off x="1555822" y="2928803"/>
            <a:ext cx="1276040" cy="1115431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0" name="等腰三角形 36"/>
          <p:cNvSpPr/>
          <p:nvPr/>
        </p:nvSpPr>
        <p:spPr>
          <a:xfrm rot="14423608" flipH="1">
            <a:off x="-66722" y="2933316"/>
            <a:ext cx="1276040" cy="1115430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tx1">
                <a:lumMod val="65000"/>
                <a:lumOff val="35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sz="10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73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57" grpId="0" animBg="1"/>
      <p:bldP spid="49158" grpId="0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文本框 181252"/>
          <p:cNvSpPr txBox="1"/>
          <p:nvPr/>
        </p:nvSpPr>
        <p:spPr>
          <a:xfrm>
            <a:off x="890230" y="1944996"/>
            <a:ext cx="7056551" cy="18158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准：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指系统在动态过程结束后，其被控量（或反馈量）与给定值的偏差，这一偏差称为稳态误差，是衡量稳态精度的指标，反映了系统后期稳态的性能。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180" name="文本框 181253"/>
          <p:cNvSpPr txBox="1"/>
          <p:nvPr/>
        </p:nvSpPr>
        <p:spPr>
          <a:xfrm>
            <a:off x="919956" y="4692397"/>
            <a:ext cx="7304087" cy="181588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ahoma" panose="020B0604030504040204" pitchFamily="34" charset="0"/>
                <a:ea typeface="楷体_GB2312" pitchFamily="49" charset="-122"/>
              </a:rPr>
              <a:t>以上分析的稳、快、准三方面的性能指标往往由于被控对象的具体情况不同，各系统要求也有所侧重，而且同一个系统的稳、快、准的要求是相互制约的。</a:t>
            </a:r>
            <a:endParaRPr lang="zh-CN" altLang="en-US" sz="2800" b="1" dirty="0">
              <a:solidFill>
                <a:srgbClr val="FF33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7348" name="文本框 176131"/>
          <p:cNvSpPr txBox="1"/>
          <p:nvPr/>
        </p:nvSpPr>
        <p:spPr>
          <a:xfrm>
            <a:off x="611793" y="202406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任意多边形 14"/>
          <p:cNvSpPr/>
          <p:nvPr/>
        </p:nvSpPr>
        <p:spPr>
          <a:xfrm>
            <a:off x="323529" y="1484785"/>
            <a:ext cx="7909644" cy="2736304"/>
          </a:xfrm>
          <a:custGeom>
            <a:avLst/>
            <a:gdLst>
              <a:gd name="connsiteX0" fmla="*/ 1898965 w 4807725"/>
              <a:gd name="connsiteY0" fmla="*/ 2960016 h 3008458"/>
              <a:gd name="connsiteX1" fmla="*/ 1995255 w 4807725"/>
              <a:gd name="connsiteY1" fmla="*/ 2965055 h 3008458"/>
              <a:gd name="connsiteX2" fmla="*/ 2110137 w 4807725"/>
              <a:gd name="connsiteY2" fmla="*/ 2960720 h 3008458"/>
              <a:gd name="connsiteX3" fmla="*/ 2361902 w 4807725"/>
              <a:gd name="connsiteY3" fmla="*/ 2972057 h 3008458"/>
              <a:gd name="connsiteX4" fmla="*/ 2565419 w 4807725"/>
              <a:gd name="connsiteY4" fmla="*/ 2973677 h 3008458"/>
              <a:gd name="connsiteX5" fmla="*/ 2426597 w 4807725"/>
              <a:gd name="connsiteY5" fmla="*/ 2974322 h 3008458"/>
              <a:gd name="connsiteX6" fmla="*/ 1928149 w 4807725"/>
              <a:gd name="connsiteY6" fmla="*/ 2973270 h 3008458"/>
              <a:gd name="connsiteX7" fmla="*/ 1424263 w 4807725"/>
              <a:gd name="connsiteY7" fmla="*/ 2997254 h 3008458"/>
              <a:gd name="connsiteX8" fmla="*/ 957900 w 4807725"/>
              <a:gd name="connsiteY8" fmla="*/ 2993541 h 3008458"/>
              <a:gd name="connsiteX9" fmla="*/ 967369 w 4807725"/>
              <a:gd name="connsiteY9" fmla="*/ 2974953 h 3008458"/>
              <a:gd name="connsiteX10" fmla="*/ 1293824 w 4807725"/>
              <a:gd name="connsiteY10" fmla="*/ 2977552 h 3008458"/>
              <a:gd name="connsiteX11" fmla="*/ 1629747 w 4807725"/>
              <a:gd name="connsiteY11" fmla="*/ 2961562 h 3008458"/>
              <a:gd name="connsiteX12" fmla="*/ 1787608 w 4807725"/>
              <a:gd name="connsiteY12" fmla="*/ 2960656 h 3008458"/>
              <a:gd name="connsiteX13" fmla="*/ 1792405 w 4807725"/>
              <a:gd name="connsiteY13" fmla="*/ 2961107 h 3008458"/>
              <a:gd name="connsiteX14" fmla="*/ 1815460 w 4807725"/>
              <a:gd name="connsiteY14" fmla="*/ 2960496 h 3008458"/>
              <a:gd name="connsiteX15" fmla="*/ 1258838 w 4807725"/>
              <a:gd name="connsiteY15" fmla="*/ 2936138 h 3008458"/>
              <a:gd name="connsiteX16" fmla="*/ 1219490 w 4807725"/>
              <a:gd name="connsiteY16" fmla="*/ 2939632 h 3008458"/>
              <a:gd name="connsiteX17" fmla="*/ 990865 w 4807725"/>
              <a:gd name="connsiteY17" fmla="*/ 2951809 h 3008458"/>
              <a:gd name="connsiteX18" fmla="*/ 859723 w 4807725"/>
              <a:gd name="connsiteY18" fmla="*/ 2947849 h 3008458"/>
              <a:gd name="connsiteX19" fmla="*/ 794242 w 4807725"/>
              <a:gd name="connsiteY19" fmla="*/ 2943845 h 3008458"/>
              <a:gd name="connsiteX20" fmla="*/ 839956 w 4807725"/>
              <a:gd name="connsiteY20" fmla="*/ 2940693 h 3008458"/>
              <a:gd name="connsiteX21" fmla="*/ 972282 w 4807725"/>
              <a:gd name="connsiteY21" fmla="*/ 2942330 h 3008458"/>
              <a:gd name="connsiteX22" fmla="*/ 1120958 w 4807725"/>
              <a:gd name="connsiteY22" fmla="*/ 2940597 h 3008458"/>
              <a:gd name="connsiteX23" fmla="*/ 3481733 w 4807725"/>
              <a:gd name="connsiteY23" fmla="*/ 2931248 h 3008458"/>
              <a:gd name="connsiteX24" fmla="*/ 3593607 w 4807725"/>
              <a:gd name="connsiteY24" fmla="*/ 2937601 h 3008458"/>
              <a:gd name="connsiteX25" fmla="*/ 3419025 w 4807725"/>
              <a:gd name="connsiteY25" fmla="*/ 2950727 h 3008458"/>
              <a:gd name="connsiteX26" fmla="*/ 3264081 w 4807725"/>
              <a:gd name="connsiteY26" fmla="*/ 2957532 h 3008458"/>
              <a:gd name="connsiteX27" fmla="*/ 3103127 w 4807725"/>
              <a:gd name="connsiteY27" fmla="*/ 2959002 h 3008458"/>
              <a:gd name="connsiteX28" fmla="*/ 2956435 w 4807725"/>
              <a:gd name="connsiteY28" fmla="*/ 2955282 h 3008458"/>
              <a:gd name="connsiteX29" fmla="*/ 3146175 w 4807725"/>
              <a:gd name="connsiteY29" fmla="*/ 2952054 h 3008458"/>
              <a:gd name="connsiteX30" fmla="*/ 3391779 w 4807725"/>
              <a:gd name="connsiteY30" fmla="*/ 2939939 h 3008458"/>
              <a:gd name="connsiteX31" fmla="*/ 4396877 w 4807725"/>
              <a:gd name="connsiteY31" fmla="*/ 2921907 h 3008458"/>
              <a:gd name="connsiteX32" fmla="*/ 4393921 w 4807725"/>
              <a:gd name="connsiteY32" fmla="*/ 2923129 h 3008458"/>
              <a:gd name="connsiteX33" fmla="*/ 4320984 w 4807725"/>
              <a:gd name="connsiteY33" fmla="*/ 2940994 h 3008458"/>
              <a:gd name="connsiteX34" fmla="*/ 3910370 w 4807725"/>
              <a:gd name="connsiteY34" fmla="*/ 2965721 h 3008458"/>
              <a:gd name="connsiteX35" fmla="*/ 3387901 w 4807725"/>
              <a:gd name="connsiteY35" fmla="*/ 2980225 h 3008458"/>
              <a:gd name="connsiteX36" fmla="*/ 2874902 w 4807725"/>
              <a:gd name="connsiteY36" fmla="*/ 2976141 h 3008458"/>
              <a:gd name="connsiteX37" fmla="*/ 2565419 w 4807725"/>
              <a:gd name="connsiteY37" fmla="*/ 2973677 h 3008458"/>
              <a:gd name="connsiteX38" fmla="*/ 2935564 w 4807725"/>
              <a:gd name="connsiteY38" fmla="*/ 2971958 h 3008458"/>
              <a:gd name="connsiteX39" fmla="*/ 3264081 w 4807725"/>
              <a:gd name="connsiteY39" fmla="*/ 2957532 h 3008458"/>
              <a:gd name="connsiteX40" fmla="*/ 3358932 w 4807725"/>
              <a:gd name="connsiteY40" fmla="*/ 2956665 h 3008458"/>
              <a:gd name="connsiteX41" fmla="*/ 3873204 w 4807725"/>
              <a:gd name="connsiteY41" fmla="*/ 2946761 h 3008458"/>
              <a:gd name="connsiteX42" fmla="*/ 3954468 w 4807725"/>
              <a:gd name="connsiteY42" fmla="*/ 2942353 h 3008458"/>
              <a:gd name="connsiteX43" fmla="*/ 4036867 w 4807725"/>
              <a:gd name="connsiteY43" fmla="*/ 2941454 h 3008458"/>
              <a:gd name="connsiteX44" fmla="*/ 4120412 w 4807725"/>
              <a:gd name="connsiteY44" fmla="*/ 2944063 h 3008458"/>
              <a:gd name="connsiteX45" fmla="*/ 4302400 w 4807725"/>
              <a:gd name="connsiteY45" fmla="*/ 2931514 h 3008458"/>
              <a:gd name="connsiteX46" fmla="*/ 4305062 w 4807725"/>
              <a:gd name="connsiteY46" fmla="*/ 2930842 h 3008458"/>
              <a:gd name="connsiteX47" fmla="*/ 4363063 w 4807725"/>
              <a:gd name="connsiteY47" fmla="*/ 2927331 h 3008458"/>
              <a:gd name="connsiteX48" fmla="*/ 1493078 w 4807725"/>
              <a:gd name="connsiteY48" fmla="*/ 2920857 h 3008458"/>
              <a:gd name="connsiteX49" fmla="*/ 1557263 w 4807725"/>
              <a:gd name="connsiteY49" fmla="*/ 2926070 h 3008458"/>
              <a:gd name="connsiteX50" fmla="*/ 1565186 w 4807725"/>
              <a:gd name="connsiteY50" fmla="*/ 2930687 h 3008458"/>
              <a:gd name="connsiteX51" fmla="*/ 1437506 w 4807725"/>
              <a:gd name="connsiteY51" fmla="*/ 2942534 h 3008458"/>
              <a:gd name="connsiteX52" fmla="*/ 1280153 w 4807725"/>
              <a:gd name="connsiteY52" fmla="*/ 2935449 h 3008458"/>
              <a:gd name="connsiteX53" fmla="*/ 1258838 w 4807725"/>
              <a:gd name="connsiteY53" fmla="*/ 2936138 h 3008458"/>
              <a:gd name="connsiteX54" fmla="*/ 1400339 w 4807725"/>
              <a:gd name="connsiteY54" fmla="*/ 2923574 h 3008458"/>
              <a:gd name="connsiteX55" fmla="*/ 1438401 w 4807725"/>
              <a:gd name="connsiteY55" fmla="*/ 2922431 h 3008458"/>
              <a:gd name="connsiteX56" fmla="*/ 1472129 w 4807725"/>
              <a:gd name="connsiteY56" fmla="*/ 2922323 h 3008458"/>
              <a:gd name="connsiteX57" fmla="*/ 1590737 w 4807725"/>
              <a:gd name="connsiteY57" fmla="*/ 2920626 h 3008458"/>
              <a:gd name="connsiteX58" fmla="*/ 1591884 w 4807725"/>
              <a:gd name="connsiteY58" fmla="*/ 2920630 h 3008458"/>
              <a:gd name="connsiteX59" fmla="*/ 1616437 w 4807725"/>
              <a:gd name="connsiteY59" fmla="*/ 2929523 h 3008458"/>
              <a:gd name="connsiteX60" fmla="*/ 1853815 w 4807725"/>
              <a:gd name="connsiteY60" fmla="*/ 2935350 h 3008458"/>
              <a:gd name="connsiteX61" fmla="*/ 2072970 w 4807725"/>
              <a:gd name="connsiteY61" fmla="*/ 2941760 h 3008458"/>
              <a:gd name="connsiteX62" fmla="*/ 2338762 w 4807725"/>
              <a:gd name="connsiteY62" fmla="*/ 2948543 h 3008458"/>
              <a:gd name="connsiteX63" fmla="*/ 2851761 w 4807725"/>
              <a:gd name="connsiteY63" fmla="*/ 2952627 h 3008458"/>
              <a:gd name="connsiteX64" fmla="*/ 2956435 w 4807725"/>
              <a:gd name="connsiteY64" fmla="*/ 2955282 h 3008458"/>
              <a:gd name="connsiteX65" fmla="*/ 2898008 w 4807725"/>
              <a:gd name="connsiteY65" fmla="*/ 2956276 h 3008458"/>
              <a:gd name="connsiteX66" fmla="*/ 2651189 w 4807725"/>
              <a:gd name="connsiteY66" fmla="*/ 2955696 h 3008458"/>
              <a:gd name="connsiteX67" fmla="*/ 1898965 w 4807725"/>
              <a:gd name="connsiteY67" fmla="*/ 2960016 h 3008458"/>
              <a:gd name="connsiteX68" fmla="*/ 1876955 w 4807725"/>
              <a:gd name="connsiteY68" fmla="*/ 2958864 h 3008458"/>
              <a:gd name="connsiteX69" fmla="*/ 1815460 w 4807725"/>
              <a:gd name="connsiteY69" fmla="*/ 2960496 h 3008458"/>
              <a:gd name="connsiteX70" fmla="*/ 1787608 w 4807725"/>
              <a:gd name="connsiteY70" fmla="*/ 2960656 h 3008458"/>
              <a:gd name="connsiteX71" fmla="*/ 1704437 w 4807725"/>
              <a:gd name="connsiteY71" fmla="*/ 2952825 h 3008458"/>
              <a:gd name="connsiteX72" fmla="*/ 1572090 w 4807725"/>
              <a:gd name="connsiteY72" fmla="*/ 2934711 h 3008458"/>
              <a:gd name="connsiteX73" fmla="*/ 1565186 w 4807725"/>
              <a:gd name="connsiteY73" fmla="*/ 2930687 h 3008458"/>
              <a:gd name="connsiteX74" fmla="*/ 1588024 w 4807725"/>
              <a:gd name="connsiteY74" fmla="*/ 2928568 h 3008458"/>
              <a:gd name="connsiteX75" fmla="*/ 1547666 w 4807725"/>
              <a:gd name="connsiteY75" fmla="*/ 2920477 h 3008458"/>
              <a:gd name="connsiteX76" fmla="*/ 1585439 w 4807725"/>
              <a:gd name="connsiteY76" fmla="*/ 2920608 h 3008458"/>
              <a:gd name="connsiteX77" fmla="*/ 1585745 w 4807725"/>
              <a:gd name="connsiteY77" fmla="*/ 2921550 h 3008458"/>
              <a:gd name="connsiteX78" fmla="*/ 1588024 w 4807725"/>
              <a:gd name="connsiteY78" fmla="*/ 2928568 h 3008458"/>
              <a:gd name="connsiteX79" fmla="*/ 1557263 w 4807725"/>
              <a:gd name="connsiteY79" fmla="*/ 2926070 h 3008458"/>
              <a:gd name="connsiteX80" fmla="*/ 1135687 w 4807725"/>
              <a:gd name="connsiteY80" fmla="*/ 2920300 h 3008458"/>
              <a:gd name="connsiteX81" fmla="*/ 1236460 w 4807725"/>
              <a:gd name="connsiteY81" fmla="*/ 2921363 h 3008458"/>
              <a:gd name="connsiteX82" fmla="*/ 1168297 w 4807725"/>
              <a:gd name="connsiteY82" fmla="*/ 2925226 h 3008458"/>
              <a:gd name="connsiteX83" fmla="*/ 792455 w 4807725"/>
              <a:gd name="connsiteY83" fmla="*/ 2929451 h 3008458"/>
              <a:gd name="connsiteX84" fmla="*/ 740018 w 4807725"/>
              <a:gd name="connsiteY84" fmla="*/ 2923973 h 3008458"/>
              <a:gd name="connsiteX85" fmla="*/ 893739 w 4807725"/>
              <a:gd name="connsiteY85" fmla="*/ 2921290 h 3008458"/>
              <a:gd name="connsiteX86" fmla="*/ 1135687 w 4807725"/>
              <a:gd name="connsiteY86" fmla="*/ 2920300 h 3008458"/>
              <a:gd name="connsiteX87" fmla="*/ 2408939 w 4807725"/>
              <a:gd name="connsiteY87" fmla="*/ 2919939 h 3008458"/>
              <a:gd name="connsiteX88" fmla="*/ 2701463 w 4807725"/>
              <a:gd name="connsiteY88" fmla="*/ 2922915 h 3008458"/>
              <a:gd name="connsiteX89" fmla="*/ 2534776 w 4807725"/>
              <a:gd name="connsiteY89" fmla="*/ 2931439 h 3008458"/>
              <a:gd name="connsiteX90" fmla="*/ 2037512 w 4807725"/>
              <a:gd name="connsiteY90" fmla="*/ 2928063 h 3008458"/>
              <a:gd name="connsiteX91" fmla="*/ 1873587 w 4807725"/>
              <a:gd name="connsiteY91" fmla="*/ 2921609 h 3008458"/>
              <a:gd name="connsiteX92" fmla="*/ 1895895 w 4807725"/>
              <a:gd name="connsiteY92" fmla="*/ 2921687 h 3008458"/>
              <a:gd name="connsiteX93" fmla="*/ 2408939 w 4807725"/>
              <a:gd name="connsiteY93" fmla="*/ 2919939 h 3008458"/>
              <a:gd name="connsiteX94" fmla="*/ 1269180 w 4807725"/>
              <a:gd name="connsiteY94" fmla="*/ 2919509 h 3008458"/>
              <a:gd name="connsiteX95" fmla="*/ 1375882 w 4807725"/>
              <a:gd name="connsiteY95" fmla="*/ 2919880 h 3008458"/>
              <a:gd name="connsiteX96" fmla="*/ 1500842 w 4807725"/>
              <a:gd name="connsiteY96" fmla="*/ 2920314 h 3008458"/>
              <a:gd name="connsiteX97" fmla="*/ 1493078 w 4807725"/>
              <a:gd name="connsiteY97" fmla="*/ 2920857 h 3008458"/>
              <a:gd name="connsiteX98" fmla="*/ 1492473 w 4807725"/>
              <a:gd name="connsiteY98" fmla="*/ 2920808 h 3008458"/>
              <a:gd name="connsiteX99" fmla="*/ 1438401 w 4807725"/>
              <a:gd name="connsiteY99" fmla="*/ 2922431 h 3008458"/>
              <a:gd name="connsiteX100" fmla="*/ 1361286 w 4807725"/>
              <a:gd name="connsiteY100" fmla="*/ 2922680 h 3008458"/>
              <a:gd name="connsiteX101" fmla="*/ 1236460 w 4807725"/>
              <a:gd name="connsiteY101" fmla="*/ 2921363 h 3008458"/>
              <a:gd name="connsiteX102" fmla="*/ 1584589 w 4807725"/>
              <a:gd name="connsiteY102" fmla="*/ 2917988 h 3008458"/>
              <a:gd name="connsiteX103" fmla="*/ 1590863 w 4807725"/>
              <a:gd name="connsiteY103" fmla="*/ 2920260 h 3008458"/>
              <a:gd name="connsiteX104" fmla="*/ 1590737 w 4807725"/>
              <a:gd name="connsiteY104" fmla="*/ 2920626 h 3008458"/>
              <a:gd name="connsiteX105" fmla="*/ 1585439 w 4807725"/>
              <a:gd name="connsiteY105" fmla="*/ 2920608 h 3008458"/>
              <a:gd name="connsiteX106" fmla="*/ 1542398 w 4807725"/>
              <a:gd name="connsiteY106" fmla="*/ 2917407 h 3008458"/>
              <a:gd name="connsiteX107" fmla="*/ 1547666 w 4807725"/>
              <a:gd name="connsiteY107" fmla="*/ 2920477 h 3008458"/>
              <a:gd name="connsiteX108" fmla="*/ 1500842 w 4807725"/>
              <a:gd name="connsiteY108" fmla="*/ 2920314 h 3008458"/>
              <a:gd name="connsiteX109" fmla="*/ 1590137 w 4807725"/>
              <a:gd name="connsiteY109" fmla="*/ 2915033 h 3008458"/>
              <a:gd name="connsiteX110" fmla="*/ 1789161 w 4807725"/>
              <a:gd name="connsiteY110" fmla="*/ 2918285 h 3008458"/>
              <a:gd name="connsiteX111" fmla="*/ 1873587 w 4807725"/>
              <a:gd name="connsiteY111" fmla="*/ 2921609 h 3008458"/>
              <a:gd name="connsiteX112" fmla="*/ 1591884 w 4807725"/>
              <a:gd name="connsiteY112" fmla="*/ 2920630 h 3008458"/>
              <a:gd name="connsiteX113" fmla="*/ 1590863 w 4807725"/>
              <a:gd name="connsiteY113" fmla="*/ 2920260 h 3008458"/>
              <a:gd name="connsiteX114" fmla="*/ 1591005 w 4807725"/>
              <a:gd name="connsiteY114" fmla="*/ 2919843 h 3008458"/>
              <a:gd name="connsiteX115" fmla="*/ 1578941 w 4807725"/>
              <a:gd name="connsiteY115" fmla="*/ 2914850 h 3008458"/>
              <a:gd name="connsiteX116" fmla="*/ 1583594 w 4807725"/>
              <a:gd name="connsiteY116" fmla="*/ 2914926 h 3008458"/>
              <a:gd name="connsiteX117" fmla="*/ 1584589 w 4807725"/>
              <a:gd name="connsiteY117" fmla="*/ 2917988 h 3008458"/>
              <a:gd name="connsiteX118" fmla="*/ 1579647 w 4807725"/>
              <a:gd name="connsiteY118" fmla="*/ 2916198 h 3008458"/>
              <a:gd name="connsiteX119" fmla="*/ 1577617 w 4807725"/>
              <a:gd name="connsiteY119" fmla="*/ 2914943 h 3008458"/>
              <a:gd name="connsiteX120" fmla="*/ 1583467 w 4807725"/>
              <a:gd name="connsiteY120" fmla="*/ 2914533 h 3008458"/>
              <a:gd name="connsiteX121" fmla="*/ 1590096 w 4807725"/>
              <a:gd name="connsiteY121" fmla="*/ 2914805 h 3008458"/>
              <a:gd name="connsiteX122" fmla="*/ 1590137 w 4807725"/>
              <a:gd name="connsiteY122" fmla="*/ 2915033 h 3008458"/>
              <a:gd name="connsiteX123" fmla="*/ 1583594 w 4807725"/>
              <a:gd name="connsiteY123" fmla="*/ 2914926 h 3008458"/>
              <a:gd name="connsiteX124" fmla="*/ 1536830 w 4807725"/>
              <a:gd name="connsiteY124" fmla="*/ 2914162 h 3008458"/>
              <a:gd name="connsiteX125" fmla="*/ 1577427 w 4807725"/>
              <a:gd name="connsiteY125" fmla="*/ 2914825 h 3008458"/>
              <a:gd name="connsiteX126" fmla="*/ 1577617 w 4807725"/>
              <a:gd name="connsiteY126" fmla="*/ 2914943 h 3008458"/>
              <a:gd name="connsiteX127" fmla="*/ 1542398 w 4807725"/>
              <a:gd name="connsiteY127" fmla="*/ 2917407 h 3008458"/>
              <a:gd name="connsiteX128" fmla="*/ 1575364 w 4807725"/>
              <a:gd name="connsiteY128" fmla="*/ 2913549 h 3008458"/>
              <a:gd name="connsiteX129" fmla="*/ 1583467 w 4807725"/>
              <a:gd name="connsiteY129" fmla="*/ 2914533 h 3008458"/>
              <a:gd name="connsiteX130" fmla="*/ 1578941 w 4807725"/>
              <a:gd name="connsiteY130" fmla="*/ 2914850 h 3008458"/>
              <a:gd name="connsiteX131" fmla="*/ 1577427 w 4807725"/>
              <a:gd name="connsiteY131" fmla="*/ 2914825 h 3008458"/>
              <a:gd name="connsiteX132" fmla="*/ 4384972 w 4807725"/>
              <a:gd name="connsiteY132" fmla="*/ 2909743 h 3008458"/>
              <a:gd name="connsiteX133" fmla="*/ 4379649 w 4807725"/>
              <a:gd name="connsiteY133" fmla="*/ 2912007 h 3008458"/>
              <a:gd name="connsiteX134" fmla="*/ 4305062 w 4807725"/>
              <a:gd name="connsiteY134" fmla="*/ 2930842 h 3008458"/>
              <a:gd name="connsiteX135" fmla="*/ 4150173 w 4807725"/>
              <a:gd name="connsiteY135" fmla="*/ 2940217 h 3008458"/>
              <a:gd name="connsiteX136" fmla="*/ 4036867 w 4807725"/>
              <a:gd name="connsiteY136" fmla="*/ 2941454 h 3008458"/>
              <a:gd name="connsiteX137" fmla="*/ 3995099 w 4807725"/>
              <a:gd name="connsiteY137" fmla="*/ 2940149 h 3008458"/>
              <a:gd name="connsiteX138" fmla="*/ 3954468 w 4807725"/>
              <a:gd name="connsiteY138" fmla="*/ 2942353 h 3008458"/>
              <a:gd name="connsiteX139" fmla="*/ 3933867 w 4807725"/>
              <a:gd name="connsiteY139" fmla="*/ 2942578 h 3008458"/>
              <a:gd name="connsiteX140" fmla="*/ 3687842 w 4807725"/>
              <a:gd name="connsiteY140" fmla="*/ 2942952 h 3008458"/>
              <a:gd name="connsiteX141" fmla="*/ 3593607 w 4807725"/>
              <a:gd name="connsiteY141" fmla="*/ 2937601 h 3008458"/>
              <a:gd name="connsiteX142" fmla="*/ 3661906 w 4807725"/>
              <a:gd name="connsiteY142" fmla="*/ 2932466 h 3008458"/>
              <a:gd name="connsiteX143" fmla="*/ 3773360 w 4807725"/>
              <a:gd name="connsiteY143" fmla="*/ 2919947 h 3008458"/>
              <a:gd name="connsiteX144" fmla="*/ 3844234 w 4807725"/>
              <a:gd name="connsiteY144" fmla="*/ 2923200 h 3008458"/>
              <a:gd name="connsiteX145" fmla="*/ 4097272 w 4807725"/>
              <a:gd name="connsiteY145" fmla="*/ 2920549 h 3008458"/>
              <a:gd name="connsiteX146" fmla="*/ 4297843 w 4807725"/>
              <a:gd name="connsiteY146" fmla="*/ 2917480 h 3008458"/>
              <a:gd name="connsiteX147" fmla="*/ 1536461 w 4807725"/>
              <a:gd name="connsiteY147" fmla="*/ 2908825 h 3008458"/>
              <a:gd name="connsiteX148" fmla="*/ 1545481 w 4807725"/>
              <a:gd name="connsiteY148" fmla="*/ 2909920 h 3008458"/>
              <a:gd name="connsiteX149" fmla="*/ 1536830 w 4807725"/>
              <a:gd name="connsiteY149" fmla="*/ 2914162 h 3008458"/>
              <a:gd name="connsiteX150" fmla="*/ 3008483 w 4807725"/>
              <a:gd name="connsiteY150" fmla="*/ 2907214 h 3008458"/>
              <a:gd name="connsiteX151" fmla="*/ 3598298 w 4807725"/>
              <a:gd name="connsiteY151" fmla="*/ 2911910 h 3008458"/>
              <a:gd name="connsiteX152" fmla="*/ 3658948 w 4807725"/>
              <a:gd name="connsiteY152" fmla="*/ 2914695 h 3008458"/>
              <a:gd name="connsiteX153" fmla="*/ 3630908 w 4807725"/>
              <a:gd name="connsiteY153" fmla="*/ 2916836 h 3008458"/>
              <a:gd name="connsiteX154" fmla="*/ 3481733 w 4807725"/>
              <a:gd name="connsiteY154" fmla="*/ 2931248 h 3008458"/>
              <a:gd name="connsiteX155" fmla="*/ 3448920 w 4807725"/>
              <a:gd name="connsiteY155" fmla="*/ 2929385 h 3008458"/>
              <a:gd name="connsiteX156" fmla="*/ 2935920 w 4807725"/>
              <a:gd name="connsiteY156" fmla="*/ 2925301 h 3008458"/>
              <a:gd name="connsiteX157" fmla="*/ 2701463 w 4807725"/>
              <a:gd name="connsiteY157" fmla="*/ 2922915 h 3008458"/>
              <a:gd name="connsiteX158" fmla="*/ 1546300 w 4807725"/>
              <a:gd name="connsiteY158" fmla="*/ 2895573 h 3008458"/>
              <a:gd name="connsiteX159" fmla="*/ 1575364 w 4807725"/>
              <a:gd name="connsiteY159" fmla="*/ 2913549 h 3008458"/>
              <a:gd name="connsiteX160" fmla="*/ 1545481 w 4807725"/>
              <a:gd name="connsiteY160" fmla="*/ 2909920 h 3008458"/>
              <a:gd name="connsiteX161" fmla="*/ 1548534 w 4807725"/>
              <a:gd name="connsiteY161" fmla="*/ 2908423 h 3008458"/>
              <a:gd name="connsiteX162" fmla="*/ 1546300 w 4807725"/>
              <a:gd name="connsiteY162" fmla="*/ 2895573 h 3008458"/>
              <a:gd name="connsiteX163" fmla="*/ 1546300 w 4807725"/>
              <a:gd name="connsiteY163" fmla="*/ 2895573 h 3008458"/>
              <a:gd name="connsiteX164" fmla="*/ 2572299 w 4807725"/>
              <a:gd name="connsiteY164" fmla="*/ 2903742 h 3008458"/>
              <a:gd name="connsiteX165" fmla="*/ 2674902 w 4807725"/>
              <a:gd name="connsiteY165" fmla="*/ 2904559 h 3008458"/>
              <a:gd name="connsiteX166" fmla="*/ 2404337 w 4807725"/>
              <a:gd name="connsiteY166" fmla="*/ 2911737 h 3008458"/>
              <a:gd name="connsiteX167" fmla="*/ 1546300 w 4807725"/>
              <a:gd name="connsiteY167" fmla="*/ 2895573 h 3008458"/>
              <a:gd name="connsiteX168" fmla="*/ 294594 w 4807725"/>
              <a:gd name="connsiteY168" fmla="*/ 2865211 h 3008458"/>
              <a:gd name="connsiteX169" fmla="*/ 315173 w 4807725"/>
              <a:gd name="connsiteY169" fmla="*/ 2876440 h 3008458"/>
              <a:gd name="connsiteX170" fmla="*/ 330203 w 4807725"/>
              <a:gd name="connsiteY170" fmla="*/ 2881261 h 3008458"/>
              <a:gd name="connsiteX171" fmla="*/ 340648 w 4807725"/>
              <a:gd name="connsiteY171" fmla="*/ 2889985 h 3008458"/>
              <a:gd name="connsiteX172" fmla="*/ 389506 w 4807725"/>
              <a:gd name="connsiteY172" fmla="*/ 2914360 h 3008458"/>
              <a:gd name="connsiteX173" fmla="*/ 513546 w 4807725"/>
              <a:gd name="connsiteY173" fmla="*/ 2932262 h 3008458"/>
              <a:gd name="connsiteX174" fmla="*/ 551650 w 4807725"/>
              <a:gd name="connsiteY174" fmla="*/ 2930303 h 3008458"/>
              <a:gd name="connsiteX175" fmla="*/ 631490 w 4807725"/>
              <a:gd name="connsiteY175" fmla="*/ 2937356 h 3008458"/>
              <a:gd name="connsiteX176" fmla="*/ 739101 w 4807725"/>
              <a:gd name="connsiteY176" fmla="*/ 2940473 h 3008458"/>
              <a:gd name="connsiteX177" fmla="*/ 794242 w 4807725"/>
              <a:gd name="connsiteY177" fmla="*/ 2943845 h 3008458"/>
              <a:gd name="connsiteX178" fmla="*/ 711048 w 4807725"/>
              <a:gd name="connsiteY178" fmla="*/ 2949582 h 3008458"/>
              <a:gd name="connsiteX179" fmla="*/ 477866 w 4807725"/>
              <a:gd name="connsiteY179" fmla="*/ 2947725 h 3008458"/>
              <a:gd name="connsiteX180" fmla="*/ 296589 w 4807725"/>
              <a:gd name="connsiteY180" fmla="*/ 2866960 h 3008458"/>
              <a:gd name="connsiteX181" fmla="*/ 284233 w 4807725"/>
              <a:gd name="connsiteY181" fmla="*/ 2837751 h 3008458"/>
              <a:gd name="connsiteX182" fmla="*/ 346989 w 4807725"/>
              <a:gd name="connsiteY182" fmla="*/ 2870715 h 3008458"/>
              <a:gd name="connsiteX183" fmla="*/ 561790 w 4807725"/>
              <a:gd name="connsiteY183" fmla="*/ 2912961 h 3008458"/>
              <a:gd name="connsiteX184" fmla="*/ 612445 w 4807725"/>
              <a:gd name="connsiteY184" fmla="*/ 2914669 h 3008458"/>
              <a:gd name="connsiteX185" fmla="*/ 622688 w 4807725"/>
              <a:gd name="connsiteY185" fmla="*/ 2916216 h 3008458"/>
              <a:gd name="connsiteX186" fmla="*/ 639506 w 4807725"/>
              <a:gd name="connsiteY186" fmla="*/ 2915582 h 3008458"/>
              <a:gd name="connsiteX187" fmla="*/ 669324 w 4807725"/>
              <a:gd name="connsiteY187" fmla="*/ 2916587 h 3008458"/>
              <a:gd name="connsiteX188" fmla="*/ 740018 w 4807725"/>
              <a:gd name="connsiteY188" fmla="*/ 2923973 h 3008458"/>
              <a:gd name="connsiteX189" fmla="*/ 641271 w 4807725"/>
              <a:gd name="connsiteY189" fmla="*/ 2925696 h 3008458"/>
              <a:gd name="connsiteX190" fmla="*/ 551650 w 4807725"/>
              <a:gd name="connsiteY190" fmla="*/ 2930303 h 3008458"/>
              <a:gd name="connsiteX191" fmla="*/ 521743 w 4807725"/>
              <a:gd name="connsiteY191" fmla="*/ 2927661 h 3008458"/>
              <a:gd name="connsiteX192" fmla="*/ 414693 w 4807725"/>
              <a:gd name="connsiteY192" fmla="*/ 2908363 h 3008458"/>
              <a:gd name="connsiteX193" fmla="*/ 330203 w 4807725"/>
              <a:gd name="connsiteY193" fmla="*/ 2881261 h 3008458"/>
              <a:gd name="connsiteX194" fmla="*/ 298432 w 4807725"/>
              <a:gd name="connsiteY194" fmla="*/ 2854726 h 3008458"/>
              <a:gd name="connsiteX195" fmla="*/ 138453 w 4807725"/>
              <a:gd name="connsiteY195" fmla="*/ 2809709 h 3008458"/>
              <a:gd name="connsiteX196" fmla="*/ 124426 w 4807725"/>
              <a:gd name="connsiteY196" fmla="*/ 2814263 h 3008458"/>
              <a:gd name="connsiteX197" fmla="*/ 138453 w 4807725"/>
              <a:gd name="connsiteY197" fmla="*/ 2809709 h 3008458"/>
              <a:gd name="connsiteX198" fmla="*/ 128210 w 4807725"/>
              <a:gd name="connsiteY198" fmla="*/ 2711762 h 3008458"/>
              <a:gd name="connsiteX199" fmla="*/ 144559 w 4807725"/>
              <a:gd name="connsiteY199" fmla="*/ 2745809 h 3008458"/>
              <a:gd name="connsiteX200" fmla="*/ 138453 w 4807725"/>
              <a:gd name="connsiteY200" fmla="*/ 2809709 h 3008458"/>
              <a:gd name="connsiteX201" fmla="*/ 127211 w 4807725"/>
              <a:gd name="connsiteY201" fmla="*/ 2738821 h 3008458"/>
              <a:gd name="connsiteX202" fmla="*/ 147875 w 4807725"/>
              <a:gd name="connsiteY202" fmla="*/ 2711111 h 3008458"/>
              <a:gd name="connsiteX203" fmla="*/ 171234 w 4807725"/>
              <a:gd name="connsiteY203" fmla="*/ 2753977 h 3008458"/>
              <a:gd name="connsiteX204" fmla="*/ 206370 w 4807725"/>
              <a:gd name="connsiteY204" fmla="*/ 2790747 h 3008458"/>
              <a:gd name="connsiteX205" fmla="*/ 243594 w 4807725"/>
              <a:gd name="connsiteY205" fmla="*/ 2815471 h 3008458"/>
              <a:gd name="connsiteX206" fmla="*/ 255617 w 4807725"/>
              <a:gd name="connsiteY206" fmla="*/ 2831055 h 3008458"/>
              <a:gd name="connsiteX207" fmla="*/ 294594 w 4807725"/>
              <a:gd name="connsiteY207" fmla="*/ 2865211 h 3008458"/>
              <a:gd name="connsiteX208" fmla="*/ 232731 w 4807725"/>
              <a:gd name="connsiteY208" fmla="*/ 2831456 h 3008458"/>
              <a:gd name="connsiteX209" fmla="*/ 157392 w 4807725"/>
              <a:gd name="connsiteY209" fmla="*/ 2772531 h 3008458"/>
              <a:gd name="connsiteX210" fmla="*/ 144559 w 4807725"/>
              <a:gd name="connsiteY210" fmla="*/ 2745809 h 3008458"/>
              <a:gd name="connsiteX211" fmla="*/ 107234 w 4807725"/>
              <a:gd name="connsiteY211" fmla="*/ 2612857 h 3008458"/>
              <a:gd name="connsiteX212" fmla="*/ 122076 w 4807725"/>
              <a:gd name="connsiteY212" fmla="*/ 2663765 h 3008458"/>
              <a:gd name="connsiteX213" fmla="*/ 129480 w 4807725"/>
              <a:gd name="connsiteY213" fmla="*/ 2677352 h 3008458"/>
              <a:gd name="connsiteX214" fmla="*/ 128210 w 4807725"/>
              <a:gd name="connsiteY214" fmla="*/ 2711762 h 3008458"/>
              <a:gd name="connsiteX215" fmla="*/ 120311 w 4807725"/>
              <a:gd name="connsiteY215" fmla="*/ 2695314 h 3008458"/>
              <a:gd name="connsiteX216" fmla="*/ 85922 w 4807725"/>
              <a:gd name="connsiteY216" fmla="*/ 2599831 h 3008458"/>
              <a:gd name="connsiteX217" fmla="*/ 115499 w 4807725"/>
              <a:gd name="connsiteY217" fmla="*/ 2685293 h 3008458"/>
              <a:gd name="connsiteX218" fmla="*/ 120311 w 4807725"/>
              <a:gd name="connsiteY218" fmla="*/ 2695314 h 3008458"/>
              <a:gd name="connsiteX219" fmla="*/ 127211 w 4807725"/>
              <a:gd name="connsiteY219" fmla="*/ 2738821 h 3008458"/>
              <a:gd name="connsiteX220" fmla="*/ 124426 w 4807725"/>
              <a:gd name="connsiteY220" fmla="*/ 2814263 h 3008458"/>
              <a:gd name="connsiteX221" fmla="*/ 89978 w 4807725"/>
              <a:gd name="connsiteY221" fmla="*/ 2639523 h 3008458"/>
              <a:gd name="connsiteX222" fmla="*/ 139422 w 4807725"/>
              <a:gd name="connsiteY222" fmla="*/ 2547806 h 3008458"/>
              <a:gd name="connsiteX223" fmla="*/ 232081 w 4807725"/>
              <a:gd name="connsiteY223" fmla="*/ 2763794 h 3008458"/>
              <a:gd name="connsiteX224" fmla="*/ 262396 w 4807725"/>
              <a:gd name="connsiteY224" fmla="*/ 2811643 h 3008458"/>
              <a:gd name="connsiteX225" fmla="*/ 284233 w 4807725"/>
              <a:gd name="connsiteY225" fmla="*/ 2837751 h 3008458"/>
              <a:gd name="connsiteX226" fmla="*/ 250309 w 4807725"/>
              <a:gd name="connsiteY226" fmla="*/ 2819931 h 3008458"/>
              <a:gd name="connsiteX227" fmla="*/ 243594 w 4807725"/>
              <a:gd name="connsiteY227" fmla="*/ 2815471 h 3008458"/>
              <a:gd name="connsiteX228" fmla="*/ 222567 w 4807725"/>
              <a:gd name="connsiteY228" fmla="*/ 2788215 h 3008458"/>
              <a:gd name="connsiteX229" fmla="*/ 176687 w 4807725"/>
              <a:gd name="connsiteY229" fmla="*/ 2688696 h 3008458"/>
              <a:gd name="connsiteX230" fmla="*/ 145163 w 4807725"/>
              <a:gd name="connsiteY230" fmla="*/ 2601595 h 3008458"/>
              <a:gd name="connsiteX231" fmla="*/ 144788 w 4807725"/>
              <a:gd name="connsiteY231" fmla="*/ 2590456 h 3008458"/>
              <a:gd name="connsiteX232" fmla="*/ 114890 w 4807725"/>
              <a:gd name="connsiteY232" fmla="*/ 2517953 h 3008458"/>
              <a:gd name="connsiteX233" fmla="*/ 145163 w 4807725"/>
              <a:gd name="connsiteY233" fmla="*/ 2601595 h 3008458"/>
              <a:gd name="connsiteX234" fmla="*/ 148589 w 4807725"/>
              <a:gd name="connsiteY234" fmla="*/ 2703637 h 3008458"/>
              <a:gd name="connsiteX235" fmla="*/ 147875 w 4807725"/>
              <a:gd name="connsiteY235" fmla="*/ 2711111 h 3008458"/>
              <a:gd name="connsiteX236" fmla="*/ 129480 w 4807725"/>
              <a:gd name="connsiteY236" fmla="*/ 2677352 h 3008458"/>
              <a:gd name="connsiteX237" fmla="*/ 129570 w 4807725"/>
              <a:gd name="connsiteY237" fmla="*/ 2674907 h 3008458"/>
              <a:gd name="connsiteX238" fmla="*/ 117091 w 4807725"/>
              <a:gd name="connsiteY238" fmla="*/ 2552908 h 3008458"/>
              <a:gd name="connsiteX239" fmla="*/ 4703995 w 4807725"/>
              <a:gd name="connsiteY239" fmla="*/ 2396904 h 3008458"/>
              <a:gd name="connsiteX240" fmla="*/ 4704217 w 4807725"/>
              <a:gd name="connsiteY240" fmla="*/ 2397881 h 3008458"/>
              <a:gd name="connsiteX241" fmla="*/ 4702900 w 4807725"/>
              <a:gd name="connsiteY241" fmla="*/ 2398110 h 3008458"/>
              <a:gd name="connsiteX242" fmla="*/ 4715742 w 4807725"/>
              <a:gd name="connsiteY242" fmla="*/ 2395879 h 3008458"/>
              <a:gd name="connsiteX243" fmla="*/ 4716177 w 4807725"/>
              <a:gd name="connsiteY243" fmla="*/ 2396765 h 3008458"/>
              <a:gd name="connsiteX244" fmla="*/ 4713009 w 4807725"/>
              <a:gd name="connsiteY244" fmla="*/ 2410342 h 3008458"/>
              <a:gd name="connsiteX245" fmla="*/ 4707457 w 4807725"/>
              <a:gd name="connsiteY245" fmla="*/ 2412144 h 3008458"/>
              <a:gd name="connsiteX246" fmla="*/ 4704217 w 4807725"/>
              <a:gd name="connsiteY246" fmla="*/ 2397881 h 3008458"/>
              <a:gd name="connsiteX247" fmla="*/ 4717120 w 4807725"/>
              <a:gd name="connsiteY247" fmla="*/ 2388383 h 3008458"/>
              <a:gd name="connsiteX248" fmla="*/ 4721483 w 4807725"/>
              <a:gd name="connsiteY248" fmla="*/ 2407590 h 3008458"/>
              <a:gd name="connsiteX249" fmla="*/ 4716177 w 4807725"/>
              <a:gd name="connsiteY249" fmla="*/ 2396765 h 3008458"/>
              <a:gd name="connsiteX250" fmla="*/ 4716926 w 4807725"/>
              <a:gd name="connsiteY250" fmla="*/ 2393555 h 3008458"/>
              <a:gd name="connsiteX251" fmla="*/ 4734553 w 4807725"/>
              <a:gd name="connsiteY251" fmla="*/ 2338544 h 3008458"/>
              <a:gd name="connsiteX252" fmla="*/ 4721127 w 4807725"/>
              <a:gd name="connsiteY252" fmla="*/ 2454247 h 3008458"/>
              <a:gd name="connsiteX253" fmla="*/ 4659042 w 4807725"/>
              <a:gd name="connsiteY253" fmla="*/ 2645060 h 3008458"/>
              <a:gd name="connsiteX254" fmla="*/ 4573816 w 4807725"/>
              <a:gd name="connsiteY254" fmla="*/ 2812358 h 3008458"/>
              <a:gd name="connsiteX255" fmla="*/ 4519022 w 4807725"/>
              <a:gd name="connsiteY255" fmla="*/ 2859238 h 3008458"/>
              <a:gd name="connsiteX256" fmla="*/ 4463840 w 4807725"/>
              <a:gd name="connsiteY256" fmla="*/ 2893335 h 3008458"/>
              <a:gd name="connsiteX257" fmla="*/ 4388268 w 4807725"/>
              <a:gd name="connsiteY257" fmla="*/ 2909451 h 3008458"/>
              <a:gd name="connsiteX258" fmla="*/ 4384972 w 4807725"/>
              <a:gd name="connsiteY258" fmla="*/ 2909743 h 3008458"/>
              <a:gd name="connsiteX259" fmla="*/ 4454368 w 4807725"/>
              <a:gd name="connsiteY259" fmla="*/ 2880231 h 3008458"/>
              <a:gd name="connsiteX260" fmla="*/ 4578728 w 4807725"/>
              <a:gd name="connsiteY260" fmla="*/ 2779735 h 3008458"/>
              <a:gd name="connsiteX261" fmla="*/ 4659397 w 4807725"/>
              <a:gd name="connsiteY261" fmla="*/ 2598403 h 3008458"/>
              <a:gd name="connsiteX262" fmla="*/ 4693422 w 4807725"/>
              <a:gd name="connsiteY262" fmla="*/ 2494271 h 3008458"/>
              <a:gd name="connsiteX263" fmla="*/ 4713009 w 4807725"/>
              <a:gd name="connsiteY263" fmla="*/ 2410342 h 3008458"/>
              <a:gd name="connsiteX264" fmla="*/ 4714470 w 4807725"/>
              <a:gd name="connsiteY264" fmla="*/ 2409867 h 3008458"/>
              <a:gd name="connsiteX265" fmla="*/ 4721483 w 4807725"/>
              <a:gd name="connsiteY265" fmla="*/ 2407590 h 3008458"/>
              <a:gd name="connsiteX266" fmla="*/ 4688536 w 4807725"/>
              <a:gd name="connsiteY266" fmla="*/ 2328846 h 3008458"/>
              <a:gd name="connsiteX267" fmla="*/ 4694117 w 4807725"/>
              <a:gd name="connsiteY267" fmla="*/ 2353415 h 3008458"/>
              <a:gd name="connsiteX268" fmla="*/ 4688671 w 4807725"/>
              <a:gd name="connsiteY268" fmla="*/ 2448302 h 3008458"/>
              <a:gd name="connsiteX269" fmla="*/ 4645371 w 4807725"/>
              <a:gd name="connsiteY269" fmla="*/ 2602957 h 3008458"/>
              <a:gd name="connsiteX270" fmla="*/ 4522978 w 4807725"/>
              <a:gd name="connsiteY270" fmla="*/ 2751295 h 3008458"/>
              <a:gd name="connsiteX271" fmla="*/ 4345191 w 4807725"/>
              <a:gd name="connsiteY271" fmla="*/ 2824536 h 3008458"/>
              <a:gd name="connsiteX272" fmla="*/ 3906169 w 4807725"/>
              <a:gd name="connsiteY272" fmla="*/ 2905029 h 3008458"/>
              <a:gd name="connsiteX273" fmla="*/ 3773360 w 4807725"/>
              <a:gd name="connsiteY273" fmla="*/ 2919947 h 3008458"/>
              <a:gd name="connsiteX274" fmla="*/ 3658948 w 4807725"/>
              <a:gd name="connsiteY274" fmla="*/ 2914695 h 3008458"/>
              <a:gd name="connsiteX275" fmla="*/ 3872990 w 4807725"/>
              <a:gd name="connsiteY275" fmla="*/ 2898349 h 3008458"/>
              <a:gd name="connsiteX276" fmla="*/ 4111654 w 4807725"/>
              <a:gd name="connsiteY276" fmla="*/ 2869337 h 3008458"/>
              <a:gd name="connsiteX277" fmla="*/ 4326608 w 4807725"/>
              <a:gd name="connsiteY277" fmla="*/ 2815056 h 3008458"/>
              <a:gd name="connsiteX278" fmla="*/ 4518421 w 4807725"/>
              <a:gd name="connsiteY278" fmla="*/ 2737261 h 3008458"/>
              <a:gd name="connsiteX279" fmla="*/ 4689229 w 4807725"/>
              <a:gd name="connsiteY279" fmla="*/ 2356007 h 3008458"/>
              <a:gd name="connsiteX280" fmla="*/ 88343 w 4807725"/>
              <a:gd name="connsiteY280" fmla="*/ 2326940 h 3008458"/>
              <a:gd name="connsiteX281" fmla="*/ 105440 w 4807725"/>
              <a:gd name="connsiteY281" fmla="*/ 2427488 h 3008458"/>
              <a:gd name="connsiteX282" fmla="*/ 110317 w 4807725"/>
              <a:gd name="connsiteY282" fmla="*/ 2445326 h 3008458"/>
              <a:gd name="connsiteX283" fmla="*/ 114890 w 4807725"/>
              <a:gd name="connsiteY283" fmla="*/ 2517953 h 3008458"/>
              <a:gd name="connsiteX284" fmla="*/ 101320 w 4807725"/>
              <a:gd name="connsiteY284" fmla="*/ 2480458 h 3008458"/>
              <a:gd name="connsiteX285" fmla="*/ 93881 w 4807725"/>
              <a:gd name="connsiteY285" fmla="*/ 2445595 h 3008458"/>
              <a:gd name="connsiteX286" fmla="*/ 88753 w 4807725"/>
              <a:gd name="connsiteY286" fmla="*/ 2370124 h 3008458"/>
              <a:gd name="connsiteX287" fmla="*/ 4719546 w 4807725"/>
              <a:gd name="connsiteY287" fmla="*/ 2323866 h 3008458"/>
              <a:gd name="connsiteX288" fmla="*/ 4717120 w 4807725"/>
              <a:gd name="connsiteY288" fmla="*/ 2388383 h 3008458"/>
              <a:gd name="connsiteX289" fmla="*/ 4713361 w 4807725"/>
              <a:gd name="connsiteY289" fmla="*/ 2371831 h 3008458"/>
              <a:gd name="connsiteX290" fmla="*/ 4697550 w 4807725"/>
              <a:gd name="connsiteY290" fmla="*/ 2293602 h 3008458"/>
              <a:gd name="connsiteX291" fmla="*/ 4698921 w 4807725"/>
              <a:gd name="connsiteY291" fmla="*/ 2308257 h 3008458"/>
              <a:gd name="connsiteX292" fmla="*/ 4713361 w 4807725"/>
              <a:gd name="connsiteY292" fmla="*/ 2371831 h 3008458"/>
              <a:gd name="connsiteX293" fmla="*/ 4712369 w 4807725"/>
              <a:gd name="connsiteY293" fmla="*/ 2379521 h 3008458"/>
              <a:gd name="connsiteX294" fmla="*/ 4712894 w 4807725"/>
              <a:gd name="connsiteY294" fmla="*/ 2387108 h 3008458"/>
              <a:gd name="connsiteX295" fmla="*/ 4703995 w 4807725"/>
              <a:gd name="connsiteY295" fmla="*/ 2396904 h 3008458"/>
              <a:gd name="connsiteX296" fmla="*/ 4694117 w 4807725"/>
              <a:gd name="connsiteY296" fmla="*/ 2353415 h 3008458"/>
              <a:gd name="connsiteX297" fmla="*/ 67541 w 4807725"/>
              <a:gd name="connsiteY297" fmla="*/ 2253087 h 3008458"/>
              <a:gd name="connsiteX298" fmla="*/ 68033 w 4807725"/>
              <a:gd name="connsiteY298" fmla="*/ 2258557 h 3008458"/>
              <a:gd name="connsiteX299" fmla="*/ 78101 w 4807725"/>
              <a:gd name="connsiteY299" fmla="*/ 2371643 h 3008458"/>
              <a:gd name="connsiteX300" fmla="*/ 93881 w 4807725"/>
              <a:gd name="connsiteY300" fmla="*/ 2445595 h 3008458"/>
              <a:gd name="connsiteX301" fmla="*/ 103757 w 4807725"/>
              <a:gd name="connsiteY301" fmla="*/ 2590931 h 3008458"/>
              <a:gd name="connsiteX302" fmla="*/ 107234 w 4807725"/>
              <a:gd name="connsiteY302" fmla="*/ 2612857 h 3008458"/>
              <a:gd name="connsiteX303" fmla="*/ 92249 w 4807725"/>
              <a:gd name="connsiteY303" fmla="*/ 2561458 h 3008458"/>
              <a:gd name="connsiteX304" fmla="*/ 71940 w 4807725"/>
              <a:gd name="connsiteY304" fmla="*/ 2462972 h 3008458"/>
              <a:gd name="connsiteX305" fmla="*/ 71736 w 4807725"/>
              <a:gd name="connsiteY305" fmla="*/ 2460976 h 3008458"/>
              <a:gd name="connsiteX306" fmla="*/ 4685913 w 4807725"/>
              <a:gd name="connsiteY306" fmla="*/ 2241330 h 3008458"/>
              <a:gd name="connsiteX307" fmla="*/ 4686648 w 4807725"/>
              <a:gd name="connsiteY307" fmla="*/ 2254792 h 3008458"/>
              <a:gd name="connsiteX308" fmla="*/ 4688536 w 4807725"/>
              <a:gd name="connsiteY308" fmla="*/ 2328846 h 3008458"/>
              <a:gd name="connsiteX309" fmla="*/ 4684895 w 4807725"/>
              <a:gd name="connsiteY309" fmla="*/ 2312812 h 3008458"/>
              <a:gd name="connsiteX310" fmla="*/ 4683034 w 4807725"/>
              <a:gd name="connsiteY310" fmla="*/ 2292917 h 3008458"/>
              <a:gd name="connsiteX311" fmla="*/ 4685383 w 4807725"/>
              <a:gd name="connsiteY311" fmla="*/ 2248658 h 3008458"/>
              <a:gd name="connsiteX312" fmla="*/ 4671371 w 4807725"/>
              <a:gd name="connsiteY312" fmla="*/ 2129094 h 3008458"/>
              <a:gd name="connsiteX313" fmla="*/ 4676270 w 4807725"/>
              <a:gd name="connsiteY313" fmla="*/ 2220589 h 3008458"/>
              <a:gd name="connsiteX314" fmla="*/ 4683034 w 4807725"/>
              <a:gd name="connsiteY314" fmla="*/ 2292917 h 3008458"/>
              <a:gd name="connsiteX315" fmla="*/ 4679937 w 4807725"/>
              <a:gd name="connsiteY315" fmla="*/ 2351267 h 3008458"/>
              <a:gd name="connsiteX316" fmla="*/ 4674491 w 4807725"/>
              <a:gd name="connsiteY316" fmla="*/ 2453876 h 3008458"/>
              <a:gd name="connsiteX317" fmla="*/ 4593822 w 4807725"/>
              <a:gd name="connsiteY317" fmla="*/ 2635209 h 3008458"/>
              <a:gd name="connsiteX318" fmla="*/ 4439175 w 4807725"/>
              <a:gd name="connsiteY318" fmla="*/ 2731964 h 3008458"/>
              <a:gd name="connsiteX319" fmla="*/ 4018737 w 4807725"/>
              <a:gd name="connsiteY319" fmla="*/ 2821937 h 3008458"/>
              <a:gd name="connsiteX320" fmla="*/ 3537991 w 4807725"/>
              <a:gd name="connsiteY320" fmla="*/ 2869436 h 3008458"/>
              <a:gd name="connsiteX321" fmla="*/ 3038093 w 4807725"/>
              <a:gd name="connsiteY321" fmla="*/ 2905700 h 3008458"/>
              <a:gd name="connsiteX322" fmla="*/ 3008483 w 4807725"/>
              <a:gd name="connsiteY322" fmla="*/ 2907214 h 3008458"/>
              <a:gd name="connsiteX323" fmla="*/ 2674902 w 4807725"/>
              <a:gd name="connsiteY323" fmla="*/ 2904559 h 3008458"/>
              <a:gd name="connsiteX324" fmla="*/ 2911641 w 4807725"/>
              <a:gd name="connsiteY324" fmla="*/ 2898278 h 3008458"/>
              <a:gd name="connsiteX325" fmla="*/ 3412109 w 4807725"/>
              <a:gd name="connsiteY325" fmla="*/ 2863768 h 3008458"/>
              <a:gd name="connsiteX326" fmla="*/ 3906881 w 4807725"/>
              <a:gd name="connsiteY326" fmla="*/ 2811714 h 3008458"/>
              <a:gd name="connsiteX327" fmla="*/ 4350459 w 4807725"/>
              <a:gd name="connsiteY327" fmla="*/ 2745255 h 3008458"/>
              <a:gd name="connsiteX328" fmla="*/ 4551743 w 4807725"/>
              <a:gd name="connsiteY328" fmla="*/ 2648872 h 3008458"/>
              <a:gd name="connsiteX329" fmla="*/ 4646438 w 4807725"/>
              <a:gd name="connsiteY329" fmla="*/ 2462985 h 3008458"/>
              <a:gd name="connsiteX330" fmla="*/ 4661887 w 4807725"/>
              <a:gd name="connsiteY330" fmla="*/ 2271801 h 3008458"/>
              <a:gd name="connsiteX331" fmla="*/ 4695094 w 4807725"/>
              <a:gd name="connsiteY331" fmla="*/ 2120384 h 3008458"/>
              <a:gd name="connsiteX332" fmla="*/ 4694930 w 4807725"/>
              <a:gd name="connsiteY332" fmla="*/ 2124355 h 3008458"/>
              <a:gd name="connsiteX333" fmla="*/ 4697915 w 4807725"/>
              <a:gd name="connsiteY333" fmla="*/ 2287252 h 3008458"/>
              <a:gd name="connsiteX334" fmla="*/ 4697550 w 4807725"/>
              <a:gd name="connsiteY334" fmla="*/ 2293602 h 3008458"/>
              <a:gd name="connsiteX335" fmla="*/ 4690296 w 4807725"/>
              <a:gd name="connsiteY335" fmla="*/ 2216035 h 3008458"/>
              <a:gd name="connsiteX336" fmla="*/ 4690597 w 4807725"/>
              <a:gd name="connsiteY336" fmla="*/ 2176555 h 3008458"/>
              <a:gd name="connsiteX337" fmla="*/ 4693856 w 4807725"/>
              <a:gd name="connsiteY337" fmla="*/ 2131492 h 3008458"/>
              <a:gd name="connsiteX338" fmla="*/ 4699370 w 4807725"/>
              <a:gd name="connsiteY338" fmla="*/ 2017807 h 3008458"/>
              <a:gd name="connsiteX339" fmla="*/ 4704377 w 4807725"/>
              <a:gd name="connsiteY339" fmla="*/ 2037122 h 3008458"/>
              <a:gd name="connsiteX340" fmla="*/ 4695094 w 4807725"/>
              <a:gd name="connsiteY340" fmla="*/ 2120384 h 3008458"/>
              <a:gd name="connsiteX341" fmla="*/ 4707672 w 4807725"/>
              <a:gd name="connsiteY341" fmla="*/ 1990470 h 3008458"/>
              <a:gd name="connsiteX342" fmla="*/ 4729205 w 4807725"/>
              <a:gd name="connsiteY342" fmla="*/ 2082925 h 3008458"/>
              <a:gd name="connsiteX343" fmla="*/ 4737554 w 4807725"/>
              <a:gd name="connsiteY343" fmla="*/ 2184216 h 3008458"/>
              <a:gd name="connsiteX344" fmla="*/ 4719546 w 4807725"/>
              <a:gd name="connsiteY344" fmla="*/ 2323866 h 3008458"/>
              <a:gd name="connsiteX345" fmla="*/ 4724971 w 4807725"/>
              <a:gd name="connsiteY345" fmla="*/ 2179566 h 3008458"/>
              <a:gd name="connsiteX346" fmla="*/ 4713460 w 4807725"/>
              <a:gd name="connsiteY346" fmla="*/ 2073978 h 3008458"/>
              <a:gd name="connsiteX347" fmla="*/ 4704377 w 4807725"/>
              <a:gd name="connsiteY347" fmla="*/ 2037122 h 3008458"/>
              <a:gd name="connsiteX348" fmla="*/ 4705745 w 4807725"/>
              <a:gd name="connsiteY348" fmla="*/ 2024851 h 3008458"/>
              <a:gd name="connsiteX349" fmla="*/ 4687518 w 4807725"/>
              <a:gd name="connsiteY349" fmla="*/ 1968714 h 3008458"/>
              <a:gd name="connsiteX350" fmla="*/ 4692042 w 4807725"/>
              <a:gd name="connsiteY350" fmla="*/ 1987070 h 3008458"/>
              <a:gd name="connsiteX351" fmla="*/ 4691185 w 4807725"/>
              <a:gd name="connsiteY351" fmla="*/ 2099391 h 3008458"/>
              <a:gd name="connsiteX352" fmla="*/ 4690597 w 4807725"/>
              <a:gd name="connsiteY352" fmla="*/ 2176555 h 3008458"/>
              <a:gd name="connsiteX353" fmla="*/ 4685913 w 4807725"/>
              <a:gd name="connsiteY353" fmla="*/ 2241330 h 3008458"/>
              <a:gd name="connsiteX354" fmla="*/ 4681405 w 4807725"/>
              <a:gd name="connsiteY354" fmla="*/ 2158805 h 3008458"/>
              <a:gd name="connsiteX355" fmla="*/ 4687518 w 4807725"/>
              <a:gd name="connsiteY355" fmla="*/ 1968714 h 3008458"/>
              <a:gd name="connsiteX356" fmla="*/ 4701544 w 4807725"/>
              <a:gd name="connsiteY356" fmla="*/ 1964159 h 3008458"/>
              <a:gd name="connsiteX357" fmla="*/ 4699370 w 4807725"/>
              <a:gd name="connsiteY357" fmla="*/ 2017807 h 3008458"/>
              <a:gd name="connsiteX358" fmla="*/ 4692042 w 4807725"/>
              <a:gd name="connsiteY358" fmla="*/ 1987070 h 3008458"/>
              <a:gd name="connsiteX359" fmla="*/ 4692075 w 4807725"/>
              <a:gd name="connsiteY359" fmla="*/ 1982748 h 3008458"/>
              <a:gd name="connsiteX360" fmla="*/ 4691343 w 4807725"/>
              <a:gd name="connsiteY360" fmla="*/ 1967471 h 3008458"/>
              <a:gd name="connsiteX361" fmla="*/ 4694531 w 4807725"/>
              <a:gd name="connsiteY361" fmla="*/ 1966436 h 3008458"/>
              <a:gd name="connsiteX362" fmla="*/ 4701544 w 4807725"/>
              <a:gd name="connsiteY362" fmla="*/ 1964159 h 3008458"/>
              <a:gd name="connsiteX363" fmla="*/ 4690837 w 4807725"/>
              <a:gd name="connsiteY363" fmla="*/ 1956895 h 3008458"/>
              <a:gd name="connsiteX364" fmla="*/ 4691343 w 4807725"/>
              <a:gd name="connsiteY364" fmla="*/ 1967471 h 3008458"/>
              <a:gd name="connsiteX365" fmla="*/ 4687518 w 4807725"/>
              <a:gd name="connsiteY365" fmla="*/ 1968714 h 3008458"/>
              <a:gd name="connsiteX366" fmla="*/ 88178 w 4807725"/>
              <a:gd name="connsiteY366" fmla="*/ 1768755 h 3008458"/>
              <a:gd name="connsiteX367" fmla="*/ 89879 w 4807725"/>
              <a:gd name="connsiteY367" fmla="*/ 1841559 h 3008458"/>
              <a:gd name="connsiteX368" fmla="*/ 84549 w 4807725"/>
              <a:gd name="connsiteY368" fmla="*/ 1927401 h 3008458"/>
              <a:gd name="connsiteX369" fmla="*/ 88343 w 4807725"/>
              <a:gd name="connsiteY369" fmla="*/ 2326940 h 3008458"/>
              <a:gd name="connsiteX370" fmla="*/ 86260 w 4807725"/>
              <a:gd name="connsiteY370" fmla="*/ 2314695 h 3008458"/>
              <a:gd name="connsiteX371" fmla="*/ 85261 w 4807725"/>
              <a:gd name="connsiteY371" fmla="*/ 1834087 h 3008458"/>
              <a:gd name="connsiteX372" fmla="*/ 96701 w 4807725"/>
              <a:gd name="connsiteY372" fmla="*/ 1731671 h 3008458"/>
              <a:gd name="connsiteX373" fmla="*/ 97105 w 4807725"/>
              <a:gd name="connsiteY373" fmla="*/ 1734716 h 3008458"/>
              <a:gd name="connsiteX374" fmla="*/ 99287 w 4807725"/>
              <a:gd name="connsiteY374" fmla="*/ 1829532 h 3008458"/>
              <a:gd name="connsiteX375" fmla="*/ 123427 w 4807725"/>
              <a:gd name="connsiteY375" fmla="*/ 2333655 h 3008458"/>
              <a:gd name="connsiteX376" fmla="*/ 128848 w 4807725"/>
              <a:gd name="connsiteY376" fmla="*/ 2463763 h 3008458"/>
              <a:gd name="connsiteX377" fmla="*/ 139422 w 4807725"/>
              <a:gd name="connsiteY377" fmla="*/ 2547806 h 3008458"/>
              <a:gd name="connsiteX378" fmla="*/ 136422 w 4807725"/>
              <a:gd name="connsiteY378" fmla="*/ 2540813 h 3008458"/>
              <a:gd name="connsiteX379" fmla="*/ 110317 w 4807725"/>
              <a:gd name="connsiteY379" fmla="*/ 2445326 h 3008458"/>
              <a:gd name="connsiteX380" fmla="*/ 101296 w 4807725"/>
              <a:gd name="connsiteY380" fmla="*/ 2302056 h 3008458"/>
              <a:gd name="connsiteX381" fmla="*/ 94705 w 4807725"/>
              <a:gd name="connsiteY381" fmla="*/ 2048216 h 3008458"/>
              <a:gd name="connsiteX382" fmla="*/ 89879 w 4807725"/>
              <a:gd name="connsiteY382" fmla="*/ 1841559 h 3008458"/>
              <a:gd name="connsiteX383" fmla="*/ 94586 w 4807725"/>
              <a:gd name="connsiteY383" fmla="*/ 1625275 h 3008458"/>
              <a:gd name="connsiteX384" fmla="*/ 96944 w 4807725"/>
              <a:gd name="connsiteY384" fmla="*/ 1727746 h 3008458"/>
              <a:gd name="connsiteX385" fmla="*/ 96701 w 4807725"/>
              <a:gd name="connsiteY385" fmla="*/ 1731671 h 3008458"/>
              <a:gd name="connsiteX386" fmla="*/ 95442 w 4807725"/>
              <a:gd name="connsiteY386" fmla="*/ 1722183 h 3008458"/>
              <a:gd name="connsiteX387" fmla="*/ 94136 w 4807725"/>
              <a:gd name="connsiteY387" fmla="*/ 1635340 h 3008458"/>
              <a:gd name="connsiteX388" fmla="*/ 78559 w 4807725"/>
              <a:gd name="connsiteY388" fmla="*/ 1596702 h 3008458"/>
              <a:gd name="connsiteX389" fmla="*/ 77214 w 4807725"/>
              <a:gd name="connsiteY389" fmla="*/ 1666046 h 3008458"/>
              <a:gd name="connsiteX390" fmla="*/ 64543 w 4807725"/>
              <a:gd name="connsiteY390" fmla="*/ 2104551 h 3008458"/>
              <a:gd name="connsiteX391" fmla="*/ 67541 w 4807725"/>
              <a:gd name="connsiteY391" fmla="*/ 2253087 h 3008458"/>
              <a:gd name="connsiteX392" fmla="*/ 57083 w 4807725"/>
              <a:gd name="connsiteY392" fmla="*/ 2136789 h 3008458"/>
              <a:gd name="connsiteX393" fmla="*/ 67033 w 4807725"/>
              <a:gd name="connsiteY393" fmla="*/ 1777949 h 3008458"/>
              <a:gd name="connsiteX394" fmla="*/ 80352 w 4807725"/>
              <a:gd name="connsiteY394" fmla="*/ 1504188 h 3008458"/>
              <a:gd name="connsiteX395" fmla="*/ 82451 w 4807725"/>
              <a:gd name="connsiteY395" fmla="*/ 1534505 h 3008458"/>
              <a:gd name="connsiteX396" fmla="*/ 82269 w 4807725"/>
              <a:gd name="connsiteY396" fmla="*/ 1538354 h 3008458"/>
              <a:gd name="connsiteX397" fmla="*/ 78559 w 4807725"/>
              <a:gd name="connsiteY397" fmla="*/ 1596702 h 3008458"/>
              <a:gd name="connsiteX398" fmla="*/ 89206 w 4807725"/>
              <a:gd name="connsiteY398" fmla="*/ 1391530 h 3008458"/>
              <a:gd name="connsiteX399" fmla="*/ 92854 w 4807725"/>
              <a:gd name="connsiteY399" fmla="*/ 1550014 h 3008458"/>
              <a:gd name="connsiteX400" fmla="*/ 94136 w 4807725"/>
              <a:gd name="connsiteY400" fmla="*/ 1635340 h 3008458"/>
              <a:gd name="connsiteX401" fmla="*/ 88178 w 4807725"/>
              <a:gd name="connsiteY401" fmla="*/ 1768755 h 3008458"/>
              <a:gd name="connsiteX402" fmla="*/ 82838 w 4807725"/>
              <a:gd name="connsiteY402" fmla="*/ 1540108 h 3008458"/>
              <a:gd name="connsiteX403" fmla="*/ 82451 w 4807725"/>
              <a:gd name="connsiteY403" fmla="*/ 1534505 h 3008458"/>
              <a:gd name="connsiteX404" fmla="*/ 108249 w 4807725"/>
              <a:gd name="connsiteY404" fmla="*/ 1325701 h 3008458"/>
              <a:gd name="connsiteX405" fmla="*/ 108871 w 4807725"/>
              <a:gd name="connsiteY405" fmla="*/ 1518808 h 3008458"/>
              <a:gd name="connsiteX406" fmla="*/ 180244 w 4807725"/>
              <a:gd name="connsiteY406" fmla="*/ 2222123 h 3008458"/>
              <a:gd name="connsiteX407" fmla="*/ 234571 w 4807725"/>
              <a:gd name="connsiteY407" fmla="*/ 2437192 h 3008458"/>
              <a:gd name="connsiteX408" fmla="*/ 279785 w 4807725"/>
              <a:gd name="connsiteY408" fmla="*/ 2624193 h 3008458"/>
              <a:gd name="connsiteX409" fmla="*/ 353051 w 4807725"/>
              <a:gd name="connsiteY409" fmla="*/ 2802085 h 3008458"/>
              <a:gd name="connsiteX410" fmla="*/ 534328 w 4807725"/>
              <a:gd name="connsiteY410" fmla="*/ 2882851 h 3008458"/>
              <a:gd name="connsiteX411" fmla="*/ 753483 w 4807725"/>
              <a:gd name="connsiteY411" fmla="*/ 2889261 h 3008458"/>
              <a:gd name="connsiteX412" fmla="*/ 1019274 w 4807725"/>
              <a:gd name="connsiteY412" fmla="*/ 2896043 h 3008458"/>
              <a:gd name="connsiteX413" fmla="*/ 1546300 w 4807725"/>
              <a:gd name="connsiteY413" fmla="*/ 2895573 h 3008458"/>
              <a:gd name="connsiteX414" fmla="*/ 1536305 w 4807725"/>
              <a:gd name="connsiteY414" fmla="*/ 2906575 h 3008458"/>
              <a:gd name="connsiteX415" fmla="*/ 1536461 w 4807725"/>
              <a:gd name="connsiteY415" fmla="*/ 2908825 h 3008458"/>
              <a:gd name="connsiteX416" fmla="*/ 1481320 w 4807725"/>
              <a:gd name="connsiteY416" fmla="*/ 2902128 h 3008458"/>
              <a:gd name="connsiteX417" fmla="*/ 1273207 w 4807725"/>
              <a:gd name="connsiteY417" fmla="*/ 2919281 h 3008458"/>
              <a:gd name="connsiteX418" fmla="*/ 1269180 w 4807725"/>
              <a:gd name="connsiteY418" fmla="*/ 2919509 h 3008458"/>
              <a:gd name="connsiteX419" fmla="*/ 855869 w 4807725"/>
              <a:gd name="connsiteY419" fmla="*/ 2918073 h 3008458"/>
              <a:gd name="connsiteX420" fmla="*/ 737570 w 4807725"/>
              <a:gd name="connsiteY420" fmla="*/ 2911882 h 3008458"/>
              <a:gd name="connsiteX421" fmla="*/ 639506 w 4807725"/>
              <a:gd name="connsiteY421" fmla="*/ 2915582 h 3008458"/>
              <a:gd name="connsiteX422" fmla="*/ 612445 w 4807725"/>
              <a:gd name="connsiteY422" fmla="*/ 2914669 h 3008458"/>
              <a:gd name="connsiteX423" fmla="*/ 427029 w 4807725"/>
              <a:gd name="connsiteY423" fmla="*/ 2886662 h 3008458"/>
              <a:gd name="connsiteX424" fmla="*/ 252088 w 4807725"/>
              <a:gd name="connsiteY424" fmla="*/ 2586644 h 3008458"/>
              <a:gd name="connsiteX425" fmla="*/ 123903 w 4807725"/>
              <a:gd name="connsiteY425" fmla="*/ 1936682 h 3008458"/>
              <a:gd name="connsiteX426" fmla="*/ 97105 w 4807725"/>
              <a:gd name="connsiteY426" fmla="*/ 1734716 h 3008458"/>
              <a:gd name="connsiteX427" fmla="*/ 96944 w 4807725"/>
              <a:gd name="connsiteY427" fmla="*/ 1727746 h 3008458"/>
              <a:gd name="connsiteX428" fmla="*/ 99171 w 4807725"/>
              <a:gd name="connsiteY428" fmla="*/ 1691884 h 3008458"/>
              <a:gd name="connsiteX429" fmla="*/ 106690 w 4807725"/>
              <a:gd name="connsiteY429" fmla="*/ 1470308 h 3008458"/>
              <a:gd name="connsiteX430" fmla="*/ 103539 w 4807725"/>
              <a:gd name="connsiteY430" fmla="*/ 1424789 h 3008458"/>
              <a:gd name="connsiteX431" fmla="*/ 107757 w 4807725"/>
              <a:gd name="connsiteY431" fmla="*/ 1330336 h 3008458"/>
              <a:gd name="connsiteX432" fmla="*/ 98656 w 4807725"/>
              <a:gd name="connsiteY432" fmla="*/ 1267073 h 3008458"/>
              <a:gd name="connsiteX433" fmla="*/ 97763 w 4807725"/>
              <a:gd name="connsiteY433" fmla="*/ 1341338 h 3008458"/>
              <a:gd name="connsiteX434" fmla="*/ 103539 w 4807725"/>
              <a:gd name="connsiteY434" fmla="*/ 1424789 h 3008458"/>
              <a:gd name="connsiteX435" fmla="*/ 96509 w 4807725"/>
              <a:gd name="connsiteY435" fmla="*/ 1582211 h 3008458"/>
              <a:gd name="connsiteX436" fmla="*/ 94586 w 4807725"/>
              <a:gd name="connsiteY436" fmla="*/ 1625275 h 3008458"/>
              <a:gd name="connsiteX437" fmla="*/ 92854 w 4807725"/>
              <a:gd name="connsiteY437" fmla="*/ 1550014 h 3008458"/>
              <a:gd name="connsiteX438" fmla="*/ 91961 w 4807725"/>
              <a:gd name="connsiteY438" fmla="*/ 1490604 h 3008458"/>
              <a:gd name="connsiteX439" fmla="*/ 98952 w 4807725"/>
              <a:gd name="connsiteY439" fmla="*/ 1252917 h 3008458"/>
              <a:gd name="connsiteX440" fmla="*/ 98999 w 4807725"/>
              <a:gd name="connsiteY440" fmla="*/ 1255610 h 3008458"/>
              <a:gd name="connsiteX441" fmla="*/ 98656 w 4807725"/>
              <a:gd name="connsiteY441" fmla="*/ 1267073 h 3008458"/>
              <a:gd name="connsiteX442" fmla="*/ 98814 w 4807725"/>
              <a:gd name="connsiteY442" fmla="*/ 1253913 h 3008458"/>
              <a:gd name="connsiteX443" fmla="*/ 96105 w 4807725"/>
              <a:gd name="connsiteY443" fmla="*/ 1092651 h 3008458"/>
              <a:gd name="connsiteX444" fmla="*/ 98877 w 4807725"/>
              <a:gd name="connsiteY444" fmla="*/ 1248713 h 3008458"/>
              <a:gd name="connsiteX445" fmla="*/ 98814 w 4807725"/>
              <a:gd name="connsiteY445" fmla="*/ 1253913 h 3008458"/>
              <a:gd name="connsiteX446" fmla="*/ 94087 w 4807725"/>
              <a:gd name="connsiteY446" fmla="*/ 1288233 h 3008458"/>
              <a:gd name="connsiteX447" fmla="*/ 89206 w 4807725"/>
              <a:gd name="connsiteY447" fmla="*/ 1391530 h 3008458"/>
              <a:gd name="connsiteX448" fmla="*/ 87901 w 4807725"/>
              <a:gd name="connsiteY448" fmla="*/ 1334843 h 3008458"/>
              <a:gd name="connsiteX449" fmla="*/ 85716 w 4807725"/>
              <a:gd name="connsiteY449" fmla="*/ 1311508 h 3008458"/>
              <a:gd name="connsiteX450" fmla="*/ 90241 w 4807725"/>
              <a:gd name="connsiteY450" fmla="*/ 1180883 h 3008458"/>
              <a:gd name="connsiteX451" fmla="*/ 4705768 w 4807725"/>
              <a:gd name="connsiteY451" fmla="*/ 1074866 h 3008458"/>
              <a:gd name="connsiteX452" fmla="*/ 4725820 w 4807725"/>
              <a:gd name="connsiteY452" fmla="*/ 1227121 h 3008458"/>
              <a:gd name="connsiteX453" fmla="*/ 4728681 w 4807725"/>
              <a:gd name="connsiteY453" fmla="*/ 1251224 h 3008458"/>
              <a:gd name="connsiteX454" fmla="*/ 4733155 w 4807725"/>
              <a:gd name="connsiteY454" fmla="*/ 1488477 h 3008458"/>
              <a:gd name="connsiteX455" fmla="*/ 4743019 w 4807725"/>
              <a:gd name="connsiteY455" fmla="*/ 2293817 h 3008458"/>
              <a:gd name="connsiteX456" fmla="*/ 4734553 w 4807725"/>
              <a:gd name="connsiteY456" fmla="*/ 2338544 h 3008458"/>
              <a:gd name="connsiteX457" fmla="*/ 4735479 w 4807725"/>
              <a:gd name="connsiteY457" fmla="*/ 2330566 h 3008458"/>
              <a:gd name="connsiteX458" fmla="*/ 4739344 w 4807725"/>
              <a:gd name="connsiteY458" fmla="*/ 2205927 h 3008458"/>
              <a:gd name="connsiteX459" fmla="*/ 4737554 w 4807725"/>
              <a:gd name="connsiteY459" fmla="*/ 2184216 h 3008458"/>
              <a:gd name="connsiteX460" fmla="*/ 4742808 w 4807725"/>
              <a:gd name="connsiteY460" fmla="*/ 2143473 h 3008458"/>
              <a:gd name="connsiteX461" fmla="*/ 4724921 w 4807725"/>
              <a:gd name="connsiteY461" fmla="*/ 1679499 h 3008458"/>
              <a:gd name="connsiteX462" fmla="*/ 4721720 w 4807725"/>
              <a:gd name="connsiteY462" fmla="*/ 1641905 h 3008458"/>
              <a:gd name="connsiteX463" fmla="*/ 4723285 w 4807725"/>
              <a:gd name="connsiteY463" fmla="*/ 1559555 h 3008458"/>
              <a:gd name="connsiteX464" fmla="*/ 4713662 w 4807725"/>
              <a:gd name="connsiteY464" fmla="*/ 1330697 h 3008458"/>
              <a:gd name="connsiteX465" fmla="*/ 4705610 w 4807725"/>
              <a:gd name="connsiteY465" fmla="*/ 1266544 h 3008458"/>
              <a:gd name="connsiteX466" fmla="*/ 112331 w 4807725"/>
              <a:gd name="connsiteY466" fmla="*/ 1069237 h 3008458"/>
              <a:gd name="connsiteX467" fmla="*/ 110345 w 4807725"/>
              <a:gd name="connsiteY467" fmla="*/ 1170208 h 3008458"/>
              <a:gd name="connsiteX468" fmla="*/ 98952 w 4807725"/>
              <a:gd name="connsiteY468" fmla="*/ 1252917 h 3008458"/>
              <a:gd name="connsiteX469" fmla="*/ 98877 w 4807725"/>
              <a:gd name="connsiteY469" fmla="*/ 1248713 h 3008458"/>
              <a:gd name="connsiteX470" fmla="*/ 99355 w 4807725"/>
              <a:gd name="connsiteY470" fmla="*/ 1208952 h 3008458"/>
              <a:gd name="connsiteX471" fmla="*/ 109011 w 4807725"/>
              <a:gd name="connsiteY471" fmla="*/ 1089462 h 3008458"/>
              <a:gd name="connsiteX472" fmla="*/ 4724962 w 4807725"/>
              <a:gd name="connsiteY472" fmla="*/ 1063035 h 3008458"/>
              <a:gd name="connsiteX473" fmla="*/ 4784348 w 4807725"/>
              <a:gd name="connsiteY473" fmla="*/ 1502882 h 3008458"/>
              <a:gd name="connsiteX474" fmla="*/ 4785347 w 4807725"/>
              <a:gd name="connsiteY474" fmla="*/ 1983490 h 3008458"/>
              <a:gd name="connsiteX475" fmla="*/ 4804930 w 4807725"/>
              <a:gd name="connsiteY475" fmla="*/ 2473579 h 3008458"/>
              <a:gd name="connsiteX476" fmla="*/ 4671645 w 4807725"/>
              <a:gd name="connsiteY476" fmla="*/ 2827135 h 3008458"/>
              <a:gd name="connsiteX477" fmla="*/ 4442739 w 4807725"/>
              <a:gd name="connsiteY477" fmla="*/ 2914550 h 3008458"/>
              <a:gd name="connsiteX478" fmla="*/ 4396877 w 4807725"/>
              <a:gd name="connsiteY478" fmla="*/ 2921907 h 3008458"/>
              <a:gd name="connsiteX479" fmla="*/ 4459495 w 4807725"/>
              <a:gd name="connsiteY479" fmla="*/ 2896020 h 3008458"/>
              <a:gd name="connsiteX480" fmla="*/ 4463840 w 4807725"/>
              <a:gd name="connsiteY480" fmla="*/ 2893335 h 3008458"/>
              <a:gd name="connsiteX481" fmla="*/ 4475275 w 4807725"/>
              <a:gd name="connsiteY481" fmla="*/ 2890896 h 3008458"/>
              <a:gd name="connsiteX482" fmla="*/ 4643592 w 4807725"/>
              <a:gd name="connsiteY482" fmla="*/ 2836244 h 3008458"/>
              <a:gd name="connsiteX483" fmla="*/ 4751958 w 4807725"/>
              <a:gd name="connsiteY483" fmla="*/ 2692460 h 3008458"/>
              <a:gd name="connsiteX484" fmla="*/ 4779012 w 4807725"/>
              <a:gd name="connsiteY484" fmla="*/ 2202743 h 3008458"/>
              <a:gd name="connsiteX485" fmla="*/ 4759429 w 4807725"/>
              <a:gd name="connsiteY485" fmla="*/ 1712655 h 3008458"/>
              <a:gd name="connsiteX486" fmla="*/ 4754853 w 4807725"/>
              <a:gd name="connsiteY486" fmla="*/ 1471735 h 3008458"/>
              <a:gd name="connsiteX487" fmla="*/ 4728681 w 4807725"/>
              <a:gd name="connsiteY487" fmla="*/ 1251224 h 3008458"/>
              <a:gd name="connsiteX488" fmla="*/ 4725267 w 4807725"/>
              <a:gd name="connsiteY488" fmla="*/ 1070222 h 3008458"/>
              <a:gd name="connsiteX489" fmla="*/ 22227 w 4807725"/>
              <a:gd name="connsiteY489" fmla="*/ 862102 h 3008458"/>
              <a:gd name="connsiteX490" fmla="*/ 28118 w 4807725"/>
              <a:gd name="connsiteY490" fmla="*/ 904092 h 3008458"/>
              <a:gd name="connsiteX491" fmla="*/ 21532 w 4807725"/>
              <a:gd name="connsiteY491" fmla="*/ 1017026 h 3008458"/>
              <a:gd name="connsiteX492" fmla="*/ 27088 w 4807725"/>
              <a:gd name="connsiteY492" fmla="*/ 1511668 h 3008458"/>
              <a:gd name="connsiteX493" fmla="*/ 71167 w 4807725"/>
              <a:gd name="connsiteY493" fmla="*/ 2459221 h 3008458"/>
              <a:gd name="connsiteX494" fmla="*/ 71940 w 4807725"/>
              <a:gd name="connsiteY494" fmla="*/ 2462972 h 3008458"/>
              <a:gd name="connsiteX495" fmla="*/ 85922 w 4807725"/>
              <a:gd name="connsiteY495" fmla="*/ 2599831 h 3008458"/>
              <a:gd name="connsiteX496" fmla="*/ 84126 w 4807725"/>
              <a:gd name="connsiteY496" fmla="*/ 2594639 h 3008458"/>
              <a:gd name="connsiteX497" fmla="*/ 17551 w 4807725"/>
              <a:gd name="connsiteY497" fmla="*/ 2150837 h 3008458"/>
              <a:gd name="connsiteX498" fmla="*/ 16552 w 4807725"/>
              <a:gd name="connsiteY498" fmla="*/ 1670229 h 3008458"/>
              <a:gd name="connsiteX499" fmla="*/ 15552 w 4807725"/>
              <a:gd name="connsiteY499" fmla="*/ 1189621 h 3008458"/>
              <a:gd name="connsiteX500" fmla="*/ 17331 w 4807725"/>
              <a:gd name="connsiteY500" fmla="*/ 956334 h 3008458"/>
              <a:gd name="connsiteX501" fmla="*/ 39026 w 4807725"/>
              <a:gd name="connsiteY501" fmla="*/ 817079 h 3008458"/>
              <a:gd name="connsiteX502" fmla="*/ 41538 w 4807725"/>
              <a:gd name="connsiteY502" fmla="*/ 839876 h 3008458"/>
              <a:gd name="connsiteX503" fmla="*/ 85716 w 4807725"/>
              <a:gd name="connsiteY503" fmla="*/ 1311508 h 3008458"/>
              <a:gd name="connsiteX504" fmla="*/ 82019 w 4807725"/>
              <a:gd name="connsiteY504" fmla="*/ 1418202 h 3008458"/>
              <a:gd name="connsiteX505" fmla="*/ 80352 w 4807725"/>
              <a:gd name="connsiteY505" fmla="*/ 1504188 h 3008458"/>
              <a:gd name="connsiteX506" fmla="*/ 66034 w 4807725"/>
              <a:gd name="connsiteY506" fmla="*/ 1297341 h 3008458"/>
              <a:gd name="connsiteX507" fmla="*/ 49229 w 4807725"/>
              <a:gd name="connsiteY507" fmla="*/ 1054574 h 3008458"/>
              <a:gd name="connsiteX508" fmla="*/ 31535 w 4807725"/>
              <a:gd name="connsiteY508" fmla="*/ 928451 h 3008458"/>
              <a:gd name="connsiteX509" fmla="*/ 28118 w 4807725"/>
              <a:gd name="connsiteY509" fmla="*/ 904092 h 3008458"/>
              <a:gd name="connsiteX510" fmla="*/ 28909 w 4807725"/>
              <a:gd name="connsiteY510" fmla="*/ 890519 h 3008458"/>
              <a:gd name="connsiteX511" fmla="*/ 130739 w 4807725"/>
              <a:gd name="connsiteY511" fmla="*/ 762960 h 3008458"/>
              <a:gd name="connsiteX512" fmla="*/ 134811 w 4807725"/>
              <a:gd name="connsiteY512" fmla="*/ 840619 h 3008458"/>
              <a:gd name="connsiteX513" fmla="*/ 133513 w 4807725"/>
              <a:gd name="connsiteY513" fmla="*/ 1087324 h 3008458"/>
              <a:gd name="connsiteX514" fmla="*/ 108249 w 4807725"/>
              <a:gd name="connsiteY514" fmla="*/ 1325701 h 3008458"/>
              <a:gd name="connsiteX515" fmla="*/ 108113 w 4807725"/>
              <a:gd name="connsiteY515" fmla="*/ 1283678 h 3008458"/>
              <a:gd name="connsiteX516" fmla="*/ 110345 w 4807725"/>
              <a:gd name="connsiteY516" fmla="*/ 1170208 h 3008458"/>
              <a:gd name="connsiteX517" fmla="*/ 111984 w 4807725"/>
              <a:gd name="connsiteY517" fmla="*/ 1158310 h 3008458"/>
              <a:gd name="connsiteX518" fmla="*/ 119362 w 4807725"/>
              <a:gd name="connsiteY518" fmla="*/ 1031803 h 3008458"/>
              <a:gd name="connsiteX519" fmla="*/ 119305 w 4807725"/>
              <a:gd name="connsiteY519" fmla="*/ 1026755 h 3008458"/>
              <a:gd name="connsiteX520" fmla="*/ 129187 w 4807725"/>
              <a:gd name="connsiteY520" fmla="*/ 966557 h 3008458"/>
              <a:gd name="connsiteX521" fmla="*/ 130432 w 4807725"/>
              <a:gd name="connsiteY521" fmla="*/ 803256 h 3008458"/>
              <a:gd name="connsiteX522" fmla="*/ 112063 w 4807725"/>
              <a:gd name="connsiteY522" fmla="*/ 700055 h 3008458"/>
              <a:gd name="connsiteX523" fmla="*/ 116583 w 4807725"/>
              <a:gd name="connsiteY523" fmla="*/ 784481 h 3008458"/>
              <a:gd name="connsiteX524" fmla="*/ 117973 w 4807725"/>
              <a:gd name="connsiteY524" fmla="*/ 908142 h 3008458"/>
              <a:gd name="connsiteX525" fmla="*/ 119305 w 4807725"/>
              <a:gd name="connsiteY525" fmla="*/ 1026755 h 3008458"/>
              <a:gd name="connsiteX526" fmla="*/ 112331 w 4807725"/>
              <a:gd name="connsiteY526" fmla="*/ 1069237 h 3008458"/>
              <a:gd name="connsiteX527" fmla="*/ 112873 w 4807725"/>
              <a:gd name="connsiteY527" fmla="*/ 1041666 h 3008458"/>
              <a:gd name="connsiteX528" fmla="*/ 108469 w 4807725"/>
              <a:gd name="connsiteY528" fmla="*/ 859210 h 3008458"/>
              <a:gd name="connsiteX529" fmla="*/ 109214 w 4807725"/>
              <a:gd name="connsiteY529" fmla="*/ 833416 h 3008458"/>
              <a:gd name="connsiteX530" fmla="*/ 112382 w 4807725"/>
              <a:gd name="connsiteY530" fmla="*/ 723790 h 3008458"/>
              <a:gd name="connsiteX531" fmla="*/ 111436 w 4807725"/>
              <a:gd name="connsiteY531" fmla="*/ 653496 h 3008458"/>
              <a:gd name="connsiteX532" fmla="*/ 112063 w 4807725"/>
              <a:gd name="connsiteY532" fmla="*/ 700055 h 3008458"/>
              <a:gd name="connsiteX533" fmla="*/ 110782 w 4807725"/>
              <a:gd name="connsiteY533" fmla="*/ 676134 h 3008458"/>
              <a:gd name="connsiteX534" fmla="*/ 125614 w 4807725"/>
              <a:gd name="connsiteY534" fmla="*/ 582255 h 3008458"/>
              <a:gd name="connsiteX535" fmla="*/ 131677 w 4807725"/>
              <a:gd name="connsiteY535" fmla="*/ 639955 h 3008458"/>
              <a:gd name="connsiteX536" fmla="*/ 130739 w 4807725"/>
              <a:gd name="connsiteY536" fmla="*/ 762960 h 3008458"/>
              <a:gd name="connsiteX537" fmla="*/ 123614 w 4807725"/>
              <a:gd name="connsiteY537" fmla="*/ 627059 h 3008458"/>
              <a:gd name="connsiteX538" fmla="*/ 107315 w 4807725"/>
              <a:gd name="connsiteY538" fmla="*/ 508343 h 3008458"/>
              <a:gd name="connsiteX539" fmla="*/ 113449 w 4807725"/>
              <a:gd name="connsiteY539" fmla="*/ 583818 h 3008458"/>
              <a:gd name="connsiteX540" fmla="*/ 111436 w 4807725"/>
              <a:gd name="connsiteY540" fmla="*/ 653496 h 3008458"/>
              <a:gd name="connsiteX541" fmla="*/ 111219 w 4807725"/>
              <a:gd name="connsiteY541" fmla="*/ 637386 h 3008458"/>
              <a:gd name="connsiteX542" fmla="*/ 106178 w 4807725"/>
              <a:gd name="connsiteY542" fmla="*/ 543515 h 3008458"/>
              <a:gd name="connsiteX543" fmla="*/ 105352 w 4807725"/>
              <a:gd name="connsiteY543" fmla="*/ 539578 h 3008458"/>
              <a:gd name="connsiteX544" fmla="*/ 105598 w 4807725"/>
              <a:gd name="connsiteY544" fmla="*/ 451138 h 3008458"/>
              <a:gd name="connsiteX545" fmla="*/ 109894 w 4807725"/>
              <a:gd name="connsiteY545" fmla="*/ 467295 h 3008458"/>
              <a:gd name="connsiteX546" fmla="*/ 107315 w 4807725"/>
              <a:gd name="connsiteY546" fmla="*/ 508343 h 3008458"/>
              <a:gd name="connsiteX547" fmla="*/ 104389 w 4807725"/>
              <a:gd name="connsiteY547" fmla="*/ 472344 h 3008458"/>
              <a:gd name="connsiteX548" fmla="*/ 85934 w 4807725"/>
              <a:gd name="connsiteY548" fmla="*/ 447979 h 3008458"/>
              <a:gd name="connsiteX549" fmla="*/ 86278 w 4807725"/>
              <a:gd name="connsiteY549" fmla="*/ 448651 h 3008458"/>
              <a:gd name="connsiteX550" fmla="*/ 105352 w 4807725"/>
              <a:gd name="connsiteY550" fmla="*/ 539578 h 3008458"/>
              <a:gd name="connsiteX551" fmla="*/ 104336 w 4807725"/>
              <a:gd name="connsiteY551" fmla="*/ 555749 h 3008458"/>
              <a:gd name="connsiteX552" fmla="*/ 110460 w 4807725"/>
              <a:gd name="connsiteY552" fmla="*/ 670115 h 3008458"/>
              <a:gd name="connsiteX553" fmla="*/ 110782 w 4807725"/>
              <a:gd name="connsiteY553" fmla="*/ 676134 h 3008458"/>
              <a:gd name="connsiteX554" fmla="*/ 110282 w 4807725"/>
              <a:gd name="connsiteY554" fmla="*/ 693444 h 3008458"/>
              <a:gd name="connsiteX555" fmla="*/ 107114 w 4807725"/>
              <a:gd name="connsiteY555" fmla="*/ 803070 h 3008458"/>
              <a:gd name="connsiteX556" fmla="*/ 108469 w 4807725"/>
              <a:gd name="connsiteY556" fmla="*/ 859210 h 3008458"/>
              <a:gd name="connsiteX557" fmla="*/ 106046 w 4807725"/>
              <a:gd name="connsiteY557" fmla="*/ 943042 h 3008458"/>
              <a:gd name="connsiteX558" fmla="*/ 96105 w 4807725"/>
              <a:gd name="connsiteY558" fmla="*/ 1092651 h 3008458"/>
              <a:gd name="connsiteX559" fmla="*/ 94512 w 4807725"/>
              <a:gd name="connsiteY559" fmla="*/ 1003025 h 3008458"/>
              <a:gd name="connsiteX560" fmla="*/ 93443 w 4807725"/>
              <a:gd name="connsiteY560" fmla="*/ 760967 h 3008458"/>
              <a:gd name="connsiteX561" fmla="*/ 85752 w 4807725"/>
              <a:gd name="connsiteY561" fmla="*/ 546269 h 3008458"/>
              <a:gd name="connsiteX562" fmla="*/ 48147 w 4807725"/>
              <a:gd name="connsiteY562" fmla="*/ 374135 h 3008458"/>
              <a:gd name="connsiteX563" fmla="*/ 53687 w 4807725"/>
              <a:gd name="connsiteY563" fmla="*/ 384962 h 3008458"/>
              <a:gd name="connsiteX564" fmla="*/ 43985 w 4807725"/>
              <a:gd name="connsiteY564" fmla="*/ 413903 h 3008458"/>
              <a:gd name="connsiteX565" fmla="*/ 34203 w 4807725"/>
              <a:gd name="connsiteY565" fmla="*/ 578521 h 3008458"/>
              <a:gd name="connsiteX566" fmla="*/ 46807 w 4807725"/>
              <a:gd name="connsiteY566" fmla="*/ 760596 h 3008458"/>
              <a:gd name="connsiteX567" fmla="*/ 39026 w 4807725"/>
              <a:gd name="connsiteY567" fmla="*/ 817079 h 3008458"/>
              <a:gd name="connsiteX568" fmla="*/ 19039 w 4807725"/>
              <a:gd name="connsiteY568" fmla="*/ 635697 h 3008458"/>
              <a:gd name="connsiteX569" fmla="*/ 19032 w 4807725"/>
              <a:gd name="connsiteY569" fmla="*/ 628049 h 3008458"/>
              <a:gd name="connsiteX570" fmla="*/ 17640 w 4807725"/>
              <a:gd name="connsiteY570" fmla="*/ 533478 h 3008458"/>
              <a:gd name="connsiteX571" fmla="*/ 21420 w 4807725"/>
              <a:gd name="connsiteY571" fmla="*/ 491168 h 3008458"/>
              <a:gd name="connsiteX572" fmla="*/ 30143 w 4807725"/>
              <a:gd name="connsiteY572" fmla="*/ 428610 h 3008458"/>
              <a:gd name="connsiteX573" fmla="*/ 47874 w 4807725"/>
              <a:gd name="connsiteY573" fmla="*/ 360796 h 3008458"/>
              <a:gd name="connsiteX574" fmla="*/ 52254 w 4807725"/>
              <a:gd name="connsiteY574" fmla="*/ 361709 h 3008458"/>
              <a:gd name="connsiteX575" fmla="*/ 48147 w 4807725"/>
              <a:gd name="connsiteY575" fmla="*/ 374135 h 3008458"/>
              <a:gd name="connsiteX576" fmla="*/ 45614 w 4807725"/>
              <a:gd name="connsiteY576" fmla="*/ 369186 h 3008458"/>
              <a:gd name="connsiteX577" fmla="*/ 59870 w 4807725"/>
              <a:gd name="connsiteY577" fmla="*/ 347174 h 3008458"/>
              <a:gd name="connsiteX578" fmla="*/ 68592 w 4807725"/>
              <a:gd name="connsiteY578" fmla="*/ 350160 h 3008458"/>
              <a:gd name="connsiteX579" fmla="*/ 90298 w 4807725"/>
              <a:gd name="connsiteY579" fmla="*/ 402896 h 3008458"/>
              <a:gd name="connsiteX580" fmla="*/ 85939 w 4807725"/>
              <a:gd name="connsiteY580" fmla="*/ 445368 h 3008458"/>
              <a:gd name="connsiteX581" fmla="*/ 85934 w 4807725"/>
              <a:gd name="connsiteY581" fmla="*/ 447979 h 3008458"/>
              <a:gd name="connsiteX582" fmla="*/ 53687 w 4807725"/>
              <a:gd name="connsiteY582" fmla="*/ 384962 h 3008458"/>
              <a:gd name="connsiteX583" fmla="*/ 59123 w 4807725"/>
              <a:gd name="connsiteY583" fmla="*/ 368748 h 3008458"/>
              <a:gd name="connsiteX584" fmla="*/ 55091 w 4807725"/>
              <a:gd name="connsiteY584" fmla="*/ 362300 h 3008458"/>
              <a:gd name="connsiteX585" fmla="*/ 52254 w 4807725"/>
              <a:gd name="connsiteY585" fmla="*/ 361709 h 3008458"/>
              <a:gd name="connsiteX586" fmla="*/ 54565 w 4807725"/>
              <a:gd name="connsiteY586" fmla="*/ 354714 h 3008458"/>
              <a:gd name="connsiteX587" fmla="*/ 59870 w 4807725"/>
              <a:gd name="connsiteY587" fmla="*/ 347174 h 3008458"/>
              <a:gd name="connsiteX588" fmla="*/ 134089 w 4807725"/>
              <a:gd name="connsiteY588" fmla="*/ 323579 h 3008458"/>
              <a:gd name="connsiteX589" fmla="*/ 133456 w 4807725"/>
              <a:gd name="connsiteY589" fmla="*/ 406668 h 3008458"/>
              <a:gd name="connsiteX590" fmla="*/ 125614 w 4807725"/>
              <a:gd name="connsiteY590" fmla="*/ 582255 h 3008458"/>
              <a:gd name="connsiteX591" fmla="*/ 115914 w 4807725"/>
              <a:gd name="connsiteY591" fmla="*/ 489934 h 3008458"/>
              <a:gd name="connsiteX592" fmla="*/ 109894 w 4807725"/>
              <a:gd name="connsiteY592" fmla="*/ 467295 h 3008458"/>
              <a:gd name="connsiteX593" fmla="*/ 110307 w 4807725"/>
              <a:gd name="connsiteY593" fmla="*/ 460726 h 3008458"/>
              <a:gd name="connsiteX594" fmla="*/ 108055 w 4807725"/>
              <a:gd name="connsiteY594" fmla="*/ 415365 h 3008458"/>
              <a:gd name="connsiteX595" fmla="*/ 119785 w 4807725"/>
              <a:gd name="connsiteY595" fmla="*/ 364565 h 3008458"/>
              <a:gd name="connsiteX596" fmla="*/ 127388 w 4807725"/>
              <a:gd name="connsiteY596" fmla="*/ 259234 h 3008458"/>
              <a:gd name="connsiteX597" fmla="*/ 122820 w 4807725"/>
              <a:gd name="connsiteY597" fmla="*/ 272435 h 3008458"/>
              <a:gd name="connsiteX598" fmla="*/ 105759 w 4807725"/>
              <a:gd name="connsiteY598" fmla="*/ 369119 h 3008458"/>
              <a:gd name="connsiteX599" fmla="*/ 108055 w 4807725"/>
              <a:gd name="connsiteY599" fmla="*/ 415365 h 3008458"/>
              <a:gd name="connsiteX600" fmla="*/ 107501 w 4807725"/>
              <a:gd name="connsiteY600" fmla="*/ 417762 h 3008458"/>
              <a:gd name="connsiteX601" fmla="*/ 105598 w 4807725"/>
              <a:gd name="connsiteY601" fmla="*/ 451138 h 3008458"/>
              <a:gd name="connsiteX602" fmla="*/ 97283 w 4807725"/>
              <a:gd name="connsiteY602" fmla="*/ 419868 h 3008458"/>
              <a:gd name="connsiteX603" fmla="*/ 90298 w 4807725"/>
              <a:gd name="connsiteY603" fmla="*/ 402896 h 3008458"/>
              <a:gd name="connsiteX604" fmla="*/ 96645 w 4807725"/>
              <a:gd name="connsiteY604" fmla="*/ 341051 h 3008458"/>
              <a:gd name="connsiteX605" fmla="*/ 125599 w 4807725"/>
              <a:gd name="connsiteY605" fmla="*/ 261594 h 3008458"/>
              <a:gd name="connsiteX606" fmla="*/ 4364100 w 4807725"/>
              <a:gd name="connsiteY606" fmla="*/ 192225 h 3008458"/>
              <a:gd name="connsiteX607" fmla="*/ 4453473 w 4807725"/>
              <a:gd name="connsiteY607" fmla="*/ 245089 h 3008458"/>
              <a:gd name="connsiteX608" fmla="*/ 4525047 w 4807725"/>
              <a:gd name="connsiteY608" fmla="*/ 320023 h 3008458"/>
              <a:gd name="connsiteX609" fmla="*/ 4569090 w 4807725"/>
              <a:gd name="connsiteY609" fmla="*/ 387754 h 3008458"/>
              <a:gd name="connsiteX610" fmla="*/ 4606261 w 4807725"/>
              <a:gd name="connsiteY610" fmla="*/ 466120 h 3008458"/>
              <a:gd name="connsiteX611" fmla="*/ 4622395 w 4807725"/>
              <a:gd name="connsiteY611" fmla="*/ 504839 h 3008458"/>
              <a:gd name="connsiteX612" fmla="*/ 4663641 w 4807725"/>
              <a:gd name="connsiteY612" fmla="*/ 665538 h 3008458"/>
              <a:gd name="connsiteX613" fmla="*/ 4691740 w 4807725"/>
              <a:gd name="connsiteY613" fmla="*/ 841611 h 3008458"/>
              <a:gd name="connsiteX614" fmla="*/ 4696749 w 4807725"/>
              <a:gd name="connsiteY614" fmla="*/ 874034 h 3008458"/>
              <a:gd name="connsiteX615" fmla="*/ 4705811 w 4807725"/>
              <a:gd name="connsiteY615" fmla="*/ 1022240 h 3008458"/>
              <a:gd name="connsiteX616" fmla="*/ 4705768 w 4807725"/>
              <a:gd name="connsiteY616" fmla="*/ 1074866 h 3008458"/>
              <a:gd name="connsiteX617" fmla="*/ 4699368 w 4807725"/>
              <a:gd name="connsiteY617" fmla="*/ 1026272 h 3008458"/>
              <a:gd name="connsiteX618" fmla="*/ 4672916 w 4807725"/>
              <a:gd name="connsiteY618" fmla="*/ 825422 h 3008458"/>
              <a:gd name="connsiteX619" fmla="*/ 4587046 w 4807725"/>
              <a:gd name="connsiteY619" fmla="*/ 465455 h 3008458"/>
              <a:gd name="connsiteX620" fmla="*/ 4407880 w 4807725"/>
              <a:gd name="connsiteY620" fmla="*/ 222562 h 3008458"/>
              <a:gd name="connsiteX621" fmla="*/ 4368720 w 4807725"/>
              <a:gd name="connsiteY621" fmla="*/ 197113 h 3008458"/>
              <a:gd name="connsiteX622" fmla="*/ 4305101 w 4807725"/>
              <a:gd name="connsiteY622" fmla="*/ 168724 h 3008458"/>
              <a:gd name="connsiteX623" fmla="*/ 4356209 w 4807725"/>
              <a:gd name="connsiteY623" fmla="*/ 188983 h 3008458"/>
              <a:gd name="connsiteX624" fmla="*/ 4368720 w 4807725"/>
              <a:gd name="connsiteY624" fmla="*/ 197113 h 3008458"/>
              <a:gd name="connsiteX625" fmla="*/ 4412097 w 4807725"/>
              <a:gd name="connsiteY625" fmla="*/ 243009 h 3008458"/>
              <a:gd name="connsiteX626" fmla="*/ 4457674 w 4807725"/>
              <a:gd name="connsiteY626" fmla="*/ 305780 h 3008458"/>
              <a:gd name="connsiteX627" fmla="*/ 4608763 w 4807725"/>
              <a:gd name="connsiteY627" fmla="*/ 675599 h 3008458"/>
              <a:gd name="connsiteX628" fmla="*/ 4684808 w 4807725"/>
              <a:gd name="connsiteY628" fmla="*/ 1100812 h 3008458"/>
              <a:gd name="connsiteX629" fmla="*/ 4705610 w 4807725"/>
              <a:gd name="connsiteY629" fmla="*/ 1266544 h 3008458"/>
              <a:gd name="connsiteX630" fmla="*/ 4705458 w 4807725"/>
              <a:gd name="connsiteY630" fmla="*/ 1450928 h 3008458"/>
              <a:gd name="connsiteX631" fmla="*/ 4721720 w 4807725"/>
              <a:gd name="connsiteY631" fmla="*/ 1641905 h 3008458"/>
              <a:gd name="connsiteX632" fmla="*/ 4718904 w 4807725"/>
              <a:gd name="connsiteY632" fmla="*/ 1790051 h 3008458"/>
              <a:gd name="connsiteX633" fmla="*/ 4707672 w 4807725"/>
              <a:gd name="connsiteY633" fmla="*/ 1990470 h 3008458"/>
              <a:gd name="connsiteX634" fmla="*/ 4701544 w 4807725"/>
              <a:gd name="connsiteY634" fmla="*/ 1964159 h 3008458"/>
              <a:gd name="connsiteX635" fmla="*/ 4691114 w 4807725"/>
              <a:gd name="connsiteY635" fmla="*/ 1955911 h 3008458"/>
              <a:gd name="connsiteX636" fmla="*/ 4690837 w 4807725"/>
              <a:gd name="connsiteY636" fmla="*/ 1956895 h 3008458"/>
              <a:gd name="connsiteX637" fmla="*/ 4687500 w 4807725"/>
              <a:gd name="connsiteY637" fmla="*/ 1887206 h 3008458"/>
              <a:gd name="connsiteX638" fmla="*/ 4692993 w 4807725"/>
              <a:gd name="connsiteY638" fmla="*/ 1805009 h 3008458"/>
              <a:gd name="connsiteX639" fmla="*/ 4670781 w 4807725"/>
              <a:gd name="connsiteY639" fmla="*/ 1105366 h 3008458"/>
              <a:gd name="connsiteX640" fmla="*/ 4590180 w 4807725"/>
              <a:gd name="connsiteY640" fmla="*/ 666119 h 3008458"/>
              <a:gd name="connsiteX641" fmla="*/ 4587139 w 4807725"/>
              <a:gd name="connsiteY641" fmla="*/ 656458 h 3008458"/>
              <a:gd name="connsiteX642" fmla="*/ 4572308 w 4807725"/>
              <a:gd name="connsiteY642" fmla="*/ 563324 h 3008458"/>
              <a:gd name="connsiteX643" fmla="*/ 4492118 w 4807725"/>
              <a:gd name="connsiteY643" fmla="*/ 376045 h 3008458"/>
              <a:gd name="connsiteX644" fmla="*/ 4469554 w 4807725"/>
              <a:gd name="connsiteY644" fmla="*/ 345083 h 3008458"/>
              <a:gd name="connsiteX645" fmla="*/ 4439091 w 4807725"/>
              <a:gd name="connsiteY645" fmla="*/ 296300 h 3008458"/>
              <a:gd name="connsiteX646" fmla="*/ 4336143 w 4807725"/>
              <a:gd name="connsiteY646" fmla="*/ 188162 h 3008458"/>
              <a:gd name="connsiteX647" fmla="*/ 4301438 w 4807725"/>
              <a:gd name="connsiteY647" fmla="*/ 149051 h 3008458"/>
              <a:gd name="connsiteX648" fmla="*/ 4371210 w 4807725"/>
              <a:gd name="connsiteY648" fmla="*/ 176776 h 3008458"/>
              <a:gd name="connsiteX649" fmla="*/ 4527806 w 4807725"/>
              <a:gd name="connsiteY649" fmla="*/ 283009 h 3008458"/>
              <a:gd name="connsiteX650" fmla="*/ 4692922 w 4807725"/>
              <a:gd name="connsiteY650" fmla="*/ 648273 h 3008458"/>
              <a:gd name="connsiteX651" fmla="*/ 4716310 w 4807725"/>
              <a:gd name="connsiteY651" fmla="*/ 859086 h 3008458"/>
              <a:gd name="connsiteX652" fmla="*/ 4724962 w 4807725"/>
              <a:gd name="connsiteY652" fmla="*/ 1063035 h 3008458"/>
              <a:gd name="connsiteX653" fmla="*/ 4718129 w 4807725"/>
              <a:gd name="connsiteY653" fmla="*/ 1012423 h 3008458"/>
              <a:gd name="connsiteX654" fmla="*/ 4696749 w 4807725"/>
              <a:gd name="connsiteY654" fmla="*/ 874034 h 3008458"/>
              <a:gd name="connsiteX655" fmla="*/ 4692658 w 4807725"/>
              <a:gd name="connsiteY655" fmla="*/ 807134 h 3008458"/>
              <a:gd name="connsiteX656" fmla="*/ 4660668 w 4807725"/>
              <a:gd name="connsiteY656" fmla="*/ 596690 h 3008458"/>
              <a:gd name="connsiteX657" fmla="*/ 4622395 w 4807725"/>
              <a:gd name="connsiteY657" fmla="*/ 504839 h 3008458"/>
              <a:gd name="connsiteX658" fmla="*/ 4619763 w 4807725"/>
              <a:gd name="connsiteY658" fmla="*/ 494587 h 3008458"/>
              <a:gd name="connsiteX659" fmla="*/ 4606261 w 4807725"/>
              <a:gd name="connsiteY659" fmla="*/ 466120 h 3008458"/>
              <a:gd name="connsiteX660" fmla="*/ 4581662 w 4807725"/>
              <a:gd name="connsiteY660" fmla="*/ 407087 h 3008458"/>
              <a:gd name="connsiteX661" fmla="*/ 4569090 w 4807725"/>
              <a:gd name="connsiteY661" fmla="*/ 387754 h 3008458"/>
              <a:gd name="connsiteX662" fmla="*/ 4546034 w 4807725"/>
              <a:gd name="connsiteY662" fmla="*/ 339146 h 3008458"/>
              <a:gd name="connsiteX663" fmla="*/ 4398426 w 4807725"/>
              <a:gd name="connsiteY663" fmla="*/ 200906 h 3008458"/>
              <a:gd name="connsiteX664" fmla="*/ 4310408 w 4807725"/>
              <a:gd name="connsiteY664" fmla="*/ 154740 h 3008458"/>
              <a:gd name="connsiteX665" fmla="*/ 4037547 w 4807725"/>
              <a:gd name="connsiteY665" fmla="*/ 128058 h 3008458"/>
              <a:gd name="connsiteX666" fmla="*/ 4056638 w 4807725"/>
              <a:gd name="connsiteY666" fmla="*/ 135413 h 3008458"/>
              <a:gd name="connsiteX667" fmla="*/ 4355644 w 4807725"/>
              <a:gd name="connsiteY667" fmla="*/ 230312 h 3008458"/>
              <a:gd name="connsiteX668" fmla="*/ 4432692 w 4807725"/>
              <a:gd name="connsiteY668" fmla="*/ 294500 h 3008458"/>
              <a:gd name="connsiteX669" fmla="*/ 4469554 w 4807725"/>
              <a:gd name="connsiteY669" fmla="*/ 345083 h 3008458"/>
              <a:gd name="connsiteX670" fmla="*/ 4490063 w 4807725"/>
              <a:gd name="connsiteY670" fmla="*/ 377924 h 3008458"/>
              <a:gd name="connsiteX671" fmla="*/ 4528706 w 4807725"/>
              <a:gd name="connsiteY671" fmla="*/ 470823 h 3008458"/>
              <a:gd name="connsiteX672" fmla="*/ 4587139 w 4807725"/>
              <a:gd name="connsiteY672" fmla="*/ 656458 h 3008458"/>
              <a:gd name="connsiteX673" fmla="*/ 4604020 w 4807725"/>
              <a:gd name="connsiteY673" fmla="*/ 762466 h 3008458"/>
              <a:gd name="connsiteX674" fmla="*/ 4625213 w 4807725"/>
              <a:gd name="connsiteY674" fmla="*/ 965023 h 3008458"/>
              <a:gd name="connsiteX675" fmla="*/ 4667935 w 4807725"/>
              <a:gd name="connsiteY675" fmla="*/ 1478625 h 3008458"/>
              <a:gd name="connsiteX676" fmla="*/ 4687500 w 4807725"/>
              <a:gd name="connsiteY676" fmla="*/ 1887206 h 3008458"/>
              <a:gd name="connsiteX677" fmla="*/ 4677693 w 4807725"/>
              <a:gd name="connsiteY677" fmla="*/ 2033960 h 3008458"/>
              <a:gd name="connsiteX678" fmla="*/ 4671371 w 4807725"/>
              <a:gd name="connsiteY678" fmla="*/ 2129094 h 3008458"/>
              <a:gd name="connsiteX679" fmla="*/ 4670146 w 4807725"/>
              <a:gd name="connsiteY679" fmla="*/ 2106223 h 3008458"/>
              <a:gd name="connsiteX680" fmla="*/ 4664022 w 4807725"/>
              <a:gd name="connsiteY680" fmla="*/ 1991856 h 3008458"/>
              <a:gd name="connsiteX681" fmla="*/ 4653909 w 4807725"/>
              <a:gd name="connsiteY681" fmla="*/ 1483180 h 3008458"/>
              <a:gd name="connsiteX682" fmla="*/ 4597160 w 4807725"/>
              <a:gd name="connsiteY682" fmla="*/ 974132 h 3008458"/>
              <a:gd name="connsiteX683" fmla="*/ 4539699 w 4807725"/>
              <a:gd name="connsiteY683" fmla="*/ 558398 h 3008458"/>
              <a:gd name="connsiteX684" fmla="*/ 4323034 w 4807725"/>
              <a:gd name="connsiteY684" fmla="*/ 225386 h 3008458"/>
              <a:gd name="connsiteX685" fmla="*/ 3990467 w 4807725"/>
              <a:gd name="connsiteY685" fmla="*/ 138021 h 3008458"/>
              <a:gd name="connsiteX686" fmla="*/ 3977219 w 4807725"/>
              <a:gd name="connsiteY686" fmla="*/ 131167 h 3008458"/>
              <a:gd name="connsiteX687" fmla="*/ 3506020 w 4807725"/>
              <a:gd name="connsiteY687" fmla="*/ 127945 h 3008458"/>
              <a:gd name="connsiteX688" fmla="*/ 3750083 w 4807725"/>
              <a:gd name="connsiteY688" fmla="*/ 132170 h 3008458"/>
              <a:gd name="connsiteX689" fmla="*/ 3516332 w 4807725"/>
              <a:gd name="connsiteY689" fmla="*/ 128559 h 3008458"/>
              <a:gd name="connsiteX690" fmla="*/ 3968294 w 4807725"/>
              <a:gd name="connsiteY690" fmla="*/ 126550 h 3008458"/>
              <a:gd name="connsiteX691" fmla="*/ 3977219 w 4807725"/>
              <a:gd name="connsiteY691" fmla="*/ 131167 h 3008458"/>
              <a:gd name="connsiteX692" fmla="*/ 3959377 w 4807725"/>
              <a:gd name="connsiteY692" fmla="*/ 132087 h 3008458"/>
              <a:gd name="connsiteX693" fmla="*/ 3750083 w 4807725"/>
              <a:gd name="connsiteY693" fmla="*/ 132170 h 3008458"/>
              <a:gd name="connsiteX694" fmla="*/ 3957668 w 4807725"/>
              <a:gd name="connsiteY694" fmla="*/ 126824 h 3008458"/>
              <a:gd name="connsiteX695" fmla="*/ 4134717 w 4807725"/>
              <a:gd name="connsiteY695" fmla="*/ 124602 h 3008458"/>
              <a:gd name="connsiteX696" fmla="*/ 4198689 w 4807725"/>
              <a:gd name="connsiteY696" fmla="*/ 132680 h 3008458"/>
              <a:gd name="connsiteX697" fmla="*/ 4283726 w 4807725"/>
              <a:gd name="connsiteY697" fmla="*/ 155339 h 3008458"/>
              <a:gd name="connsiteX698" fmla="*/ 4305101 w 4807725"/>
              <a:gd name="connsiteY698" fmla="*/ 168724 h 3008458"/>
              <a:gd name="connsiteX699" fmla="*/ 4273425 w 4807725"/>
              <a:gd name="connsiteY699" fmla="*/ 156167 h 3008458"/>
              <a:gd name="connsiteX700" fmla="*/ 4181491 w 4807725"/>
              <a:gd name="connsiteY700" fmla="*/ 132688 h 3008458"/>
              <a:gd name="connsiteX701" fmla="*/ 4127806 w 4807725"/>
              <a:gd name="connsiteY701" fmla="*/ 123407 h 3008458"/>
              <a:gd name="connsiteX702" fmla="*/ 4134717 w 4807725"/>
              <a:gd name="connsiteY702" fmla="*/ 124602 h 3008458"/>
              <a:gd name="connsiteX703" fmla="*/ 4125994 w 4807725"/>
              <a:gd name="connsiteY703" fmla="*/ 123500 h 3008458"/>
              <a:gd name="connsiteX704" fmla="*/ 4119337 w 4807725"/>
              <a:gd name="connsiteY704" fmla="*/ 122660 h 3008458"/>
              <a:gd name="connsiteX705" fmla="*/ 4125994 w 4807725"/>
              <a:gd name="connsiteY705" fmla="*/ 123500 h 3008458"/>
              <a:gd name="connsiteX706" fmla="*/ 4037547 w 4807725"/>
              <a:gd name="connsiteY706" fmla="*/ 128058 h 3008458"/>
              <a:gd name="connsiteX707" fmla="*/ 4029537 w 4807725"/>
              <a:gd name="connsiteY707" fmla="*/ 124973 h 3008458"/>
              <a:gd name="connsiteX708" fmla="*/ 4211889 w 4807725"/>
              <a:gd name="connsiteY708" fmla="*/ 121849 h 3008458"/>
              <a:gd name="connsiteX709" fmla="*/ 4309366 w 4807725"/>
              <a:gd name="connsiteY709" fmla="*/ 154193 h 3008458"/>
              <a:gd name="connsiteX710" fmla="*/ 4310408 w 4807725"/>
              <a:gd name="connsiteY710" fmla="*/ 154740 h 3008458"/>
              <a:gd name="connsiteX711" fmla="*/ 4355999 w 4807725"/>
              <a:gd name="connsiteY711" fmla="*/ 183654 h 3008458"/>
              <a:gd name="connsiteX712" fmla="*/ 4364100 w 4807725"/>
              <a:gd name="connsiteY712" fmla="*/ 192225 h 3008458"/>
              <a:gd name="connsiteX713" fmla="*/ 4363516 w 4807725"/>
              <a:gd name="connsiteY713" fmla="*/ 191880 h 3008458"/>
              <a:gd name="connsiteX714" fmla="*/ 4356209 w 4807725"/>
              <a:gd name="connsiteY714" fmla="*/ 188983 h 3008458"/>
              <a:gd name="connsiteX715" fmla="*/ 4318833 w 4807725"/>
              <a:gd name="connsiteY715" fmla="*/ 164694 h 3008458"/>
              <a:gd name="connsiteX716" fmla="*/ 4283726 w 4807725"/>
              <a:gd name="connsiteY716" fmla="*/ 155339 h 3008458"/>
              <a:gd name="connsiteX717" fmla="*/ 4276236 w 4807725"/>
              <a:gd name="connsiteY717" fmla="*/ 150649 h 3008458"/>
              <a:gd name="connsiteX718" fmla="*/ 4211889 w 4807725"/>
              <a:gd name="connsiteY718" fmla="*/ 121849 h 3008458"/>
              <a:gd name="connsiteX719" fmla="*/ 4165253 w 4807725"/>
              <a:gd name="connsiteY719" fmla="*/ 121477 h 3008458"/>
              <a:gd name="connsiteX720" fmla="*/ 4127806 w 4807725"/>
              <a:gd name="connsiteY720" fmla="*/ 123407 h 3008458"/>
              <a:gd name="connsiteX721" fmla="*/ 4122946 w 4807725"/>
              <a:gd name="connsiteY721" fmla="*/ 122567 h 3008458"/>
              <a:gd name="connsiteX722" fmla="*/ 4162499 w 4807725"/>
              <a:gd name="connsiteY722" fmla="*/ 112996 h 3008458"/>
              <a:gd name="connsiteX723" fmla="*/ 4169771 w 4807725"/>
              <a:gd name="connsiteY723" fmla="*/ 114299 h 3008458"/>
              <a:gd name="connsiteX724" fmla="*/ 4165253 w 4807725"/>
              <a:gd name="connsiteY724" fmla="*/ 121477 h 3008458"/>
              <a:gd name="connsiteX725" fmla="*/ 3946562 w 4807725"/>
              <a:gd name="connsiteY725" fmla="*/ 110229 h 3008458"/>
              <a:gd name="connsiteX726" fmla="*/ 3954585 w 4807725"/>
              <a:gd name="connsiteY726" fmla="*/ 110614 h 3008458"/>
              <a:gd name="connsiteX727" fmla="*/ 3998477 w 4807725"/>
              <a:gd name="connsiteY727" fmla="*/ 113008 h 3008458"/>
              <a:gd name="connsiteX728" fmla="*/ 4029537 w 4807725"/>
              <a:gd name="connsiteY728" fmla="*/ 124973 h 3008458"/>
              <a:gd name="connsiteX729" fmla="*/ 3968294 w 4807725"/>
              <a:gd name="connsiteY729" fmla="*/ 126550 h 3008458"/>
              <a:gd name="connsiteX730" fmla="*/ 3946098 w 4807725"/>
              <a:gd name="connsiteY730" fmla="*/ 115067 h 3008458"/>
              <a:gd name="connsiteX731" fmla="*/ 3945528 w 4807725"/>
              <a:gd name="connsiteY731" fmla="*/ 113312 h 3008458"/>
              <a:gd name="connsiteX732" fmla="*/ 3944579 w 4807725"/>
              <a:gd name="connsiteY732" fmla="*/ 110388 h 3008458"/>
              <a:gd name="connsiteX733" fmla="*/ 4172775 w 4807725"/>
              <a:gd name="connsiteY733" fmla="*/ 109529 h 3008458"/>
              <a:gd name="connsiteX734" fmla="*/ 4178411 w 4807725"/>
              <a:gd name="connsiteY734" fmla="*/ 110308 h 3008458"/>
              <a:gd name="connsiteX735" fmla="*/ 4211889 w 4807725"/>
              <a:gd name="connsiteY735" fmla="*/ 121849 h 3008458"/>
              <a:gd name="connsiteX736" fmla="*/ 4169771 w 4807725"/>
              <a:gd name="connsiteY736" fmla="*/ 114299 h 3008458"/>
              <a:gd name="connsiteX737" fmla="*/ 3962054 w 4807725"/>
              <a:gd name="connsiteY737" fmla="*/ 108986 h 3008458"/>
              <a:gd name="connsiteX738" fmla="*/ 3960124 w 4807725"/>
              <a:gd name="connsiteY738" fmla="*/ 110512 h 3008458"/>
              <a:gd name="connsiteX739" fmla="*/ 3959690 w 4807725"/>
              <a:gd name="connsiteY739" fmla="*/ 109176 h 3008458"/>
              <a:gd name="connsiteX740" fmla="*/ 3903702 w 4807725"/>
              <a:gd name="connsiteY740" fmla="*/ 108174 h 3008458"/>
              <a:gd name="connsiteX741" fmla="*/ 3944495 w 4807725"/>
              <a:gd name="connsiteY741" fmla="*/ 110130 h 3008458"/>
              <a:gd name="connsiteX742" fmla="*/ 3944579 w 4807725"/>
              <a:gd name="connsiteY742" fmla="*/ 110388 h 3008458"/>
              <a:gd name="connsiteX743" fmla="*/ 3923092 w 4807725"/>
              <a:gd name="connsiteY743" fmla="*/ 112113 h 3008458"/>
              <a:gd name="connsiteX744" fmla="*/ 3691921 w 4807725"/>
              <a:gd name="connsiteY744" fmla="*/ 114209 h 3008458"/>
              <a:gd name="connsiteX745" fmla="*/ 3508939 w 4807725"/>
              <a:gd name="connsiteY745" fmla="*/ 108943 h 3008458"/>
              <a:gd name="connsiteX746" fmla="*/ 3659881 w 4807725"/>
              <a:gd name="connsiteY746" fmla="*/ 111038 h 3008458"/>
              <a:gd name="connsiteX747" fmla="*/ 3984681 w 4807725"/>
              <a:gd name="connsiteY747" fmla="*/ 107693 h 3008458"/>
              <a:gd name="connsiteX748" fmla="*/ 4086006 w 4807725"/>
              <a:gd name="connsiteY748" fmla="*/ 116181 h 3008458"/>
              <a:gd name="connsiteX749" fmla="*/ 4122946 w 4807725"/>
              <a:gd name="connsiteY749" fmla="*/ 122567 h 3008458"/>
              <a:gd name="connsiteX750" fmla="*/ 4119337 w 4807725"/>
              <a:gd name="connsiteY750" fmla="*/ 122660 h 3008458"/>
              <a:gd name="connsiteX751" fmla="*/ 4076671 w 4807725"/>
              <a:gd name="connsiteY751" fmla="*/ 117273 h 3008458"/>
              <a:gd name="connsiteX752" fmla="*/ 3998477 w 4807725"/>
              <a:gd name="connsiteY752" fmla="*/ 113008 h 3008458"/>
              <a:gd name="connsiteX753" fmla="*/ 3983557 w 4807725"/>
              <a:gd name="connsiteY753" fmla="*/ 107260 h 3008458"/>
              <a:gd name="connsiteX754" fmla="*/ 3984681 w 4807725"/>
              <a:gd name="connsiteY754" fmla="*/ 107693 h 3008458"/>
              <a:gd name="connsiteX755" fmla="*/ 3981490 w 4807725"/>
              <a:gd name="connsiteY755" fmla="*/ 107426 h 3008458"/>
              <a:gd name="connsiteX756" fmla="*/ 3965698 w 4807725"/>
              <a:gd name="connsiteY756" fmla="*/ 106103 h 3008458"/>
              <a:gd name="connsiteX757" fmla="*/ 3981490 w 4807725"/>
              <a:gd name="connsiteY757" fmla="*/ 107426 h 3008458"/>
              <a:gd name="connsiteX758" fmla="*/ 3962054 w 4807725"/>
              <a:gd name="connsiteY758" fmla="*/ 108986 h 3008458"/>
              <a:gd name="connsiteX759" fmla="*/ 3955838 w 4807725"/>
              <a:gd name="connsiteY759" fmla="*/ 105277 h 3008458"/>
              <a:gd name="connsiteX760" fmla="*/ 3958497 w 4807725"/>
              <a:gd name="connsiteY760" fmla="*/ 105500 h 3008458"/>
              <a:gd name="connsiteX761" fmla="*/ 3959555 w 4807725"/>
              <a:gd name="connsiteY761" fmla="*/ 108758 h 3008458"/>
              <a:gd name="connsiteX762" fmla="*/ 3959690 w 4807725"/>
              <a:gd name="connsiteY762" fmla="*/ 109176 h 3008458"/>
              <a:gd name="connsiteX763" fmla="*/ 3946562 w 4807725"/>
              <a:gd name="connsiteY763" fmla="*/ 110229 h 3008458"/>
              <a:gd name="connsiteX764" fmla="*/ 3944495 w 4807725"/>
              <a:gd name="connsiteY764" fmla="*/ 110130 h 3008458"/>
              <a:gd name="connsiteX765" fmla="*/ 3943163 w 4807725"/>
              <a:gd name="connsiteY765" fmla="*/ 106028 h 3008458"/>
              <a:gd name="connsiteX766" fmla="*/ 3967624 w 4807725"/>
              <a:gd name="connsiteY766" fmla="*/ 104579 h 3008458"/>
              <a:gd name="connsiteX767" fmla="*/ 3965698 w 4807725"/>
              <a:gd name="connsiteY767" fmla="*/ 106103 h 3008458"/>
              <a:gd name="connsiteX768" fmla="*/ 3958497 w 4807725"/>
              <a:gd name="connsiteY768" fmla="*/ 105500 h 3008458"/>
              <a:gd name="connsiteX769" fmla="*/ 3958376 w 4807725"/>
              <a:gd name="connsiteY769" fmla="*/ 105127 h 3008458"/>
              <a:gd name="connsiteX770" fmla="*/ 4159511 w 4807725"/>
              <a:gd name="connsiteY770" fmla="*/ 103793 h 3008458"/>
              <a:gd name="connsiteX771" fmla="*/ 4171473 w 4807725"/>
              <a:gd name="connsiteY771" fmla="*/ 107916 h 3008458"/>
              <a:gd name="connsiteX772" fmla="*/ 4172925 w 4807725"/>
              <a:gd name="connsiteY772" fmla="*/ 109290 h 3008458"/>
              <a:gd name="connsiteX773" fmla="*/ 4172775 w 4807725"/>
              <a:gd name="connsiteY773" fmla="*/ 109529 h 3008458"/>
              <a:gd name="connsiteX774" fmla="*/ 4160837 w 4807725"/>
              <a:gd name="connsiteY774" fmla="*/ 107877 h 3008458"/>
              <a:gd name="connsiteX775" fmla="*/ 4160696 w 4807725"/>
              <a:gd name="connsiteY775" fmla="*/ 107443 h 3008458"/>
              <a:gd name="connsiteX776" fmla="*/ 3970563 w 4807725"/>
              <a:gd name="connsiteY776" fmla="*/ 102254 h 3008458"/>
              <a:gd name="connsiteX777" fmla="*/ 3975400 w 4807725"/>
              <a:gd name="connsiteY777" fmla="*/ 104118 h 3008458"/>
              <a:gd name="connsiteX778" fmla="*/ 3967624 w 4807725"/>
              <a:gd name="connsiteY778" fmla="*/ 104579 h 3008458"/>
              <a:gd name="connsiteX779" fmla="*/ 4006948 w 4807725"/>
              <a:gd name="connsiteY779" fmla="*/ 102249 h 3008458"/>
              <a:gd name="connsiteX780" fmla="*/ 4031962 w 4807725"/>
              <a:gd name="connsiteY780" fmla="*/ 103375 h 3008458"/>
              <a:gd name="connsiteX781" fmla="*/ 3983557 w 4807725"/>
              <a:gd name="connsiteY781" fmla="*/ 107260 h 3008458"/>
              <a:gd name="connsiteX782" fmla="*/ 3975400 w 4807725"/>
              <a:gd name="connsiteY782" fmla="*/ 104118 h 3008458"/>
              <a:gd name="connsiteX783" fmla="*/ 3966948 w 4807725"/>
              <a:gd name="connsiteY783" fmla="*/ 100862 h 3008458"/>
              <a:gd name="connsiteX784" fmla="*/ 3972155 w 4807725"/>
              <a:gd name="connsiteY784" fmla="*/ 100995 h 3008458"/>
              <a:gd name="connsiteX785" fmla="*/ 3970563 w 4807725"/>
              <a:gd name="connsiteY785" fmla="*/ 102254 h 3008458"/>
              <a:gd name="connsiteX786" fmla="*/ 3942609 w 4807725"/>
              <a:gd name="connsiteY786" fmla="*/ 100241 h 3008458"/>
              <a:gd name="connsiteX787" fmla="*/ 3956908 w 4807725"/>
              <a:gd name="connsiteY787" fmla="*/ 100606 h 3008458"/>
              <a:gd name="connsiteX788" fmla="*/ 3958376 w 4807725"/>
              <a:gd name="connsiteY788" fmla="*/ 105127 h 3008458"/>
              <a:gd name="connsiteX789" fmla="*/ 3955838 w 4807725"/>
              <a:gd name="connsiteY789" fmla="*/ 105277 h 3008458"/>
              <a:gd name="connsiteX790" fmla="*/ 3942558 w 4807725"/>
              <a:gd name="connsiteY790" fmla="*/ 104165 h 3008458"/>
              <a:gd name="connsiteX791" fmla="*/ 3941541 w 4807725"/>
              <a:gd name="connsiteY791" fmla="*/ 101032 h 3008458"/>
              <a:gd name="connsiteX792" fmla="*/ 4092924 w 4807725"/>
              <a:gd name="connsiteY792" fmla="*/ 98482 h 3008458"/>
              <a:gd name="connsiteX793" fmla="*/ 4160837 w 4807725"/>
              <a:gd name="connsiteY793" fmla="*/ 107877 h 3008458"/>
              <a:gd name="connsiteX794" fmla="*/ 4162499 w 4807725"/>
              <a:gd name="connsiteY794" fmla="*/ 112996 h 3008458"/>
              <a:gd name="connsiteX795" fmla="*/ 4152724 w 4807725"/>
              <a:gd name="connsiteY795" fmla="*/ 111244 h 3008458"/>
              <a:gd name="connsiteX796" fmla="*/ 4098324 w 4807725"/>
              <a:gd name="connsiteY796" fmla="*/ 106363 h 3008458"/>
              <a:gd name="connsiteX797" fmla="*/ 4031962 w 4807725"/>
              <a:gd name="connsiteY797" fmla="*/ 103375 h 3008458"/>
              <a:gd name="connsiteX798" fmla="*/ 3955567 w 4807725"/>
              <a:gd name="connsiteY798" fmla="*/ 96478 h 3008458"/>
              <a:gd name="connsiteX799" fmla="*/ 3966948 w 4807725"/>
              <a:gd name="connsiteY799" fmla="*/ 100862 h 3008458"/>
              <a:gd name="connsiteX800" fmla="*/ 3956908 w 4807725"/>
              <a:gd name="connsiteY800" fmla="*/ 100606 h 3008458"/>
              <a:gd name="connsiteX801" fmla="*/ 4128371 w 4807725"/>
              <a:gd name="connsiteY801" fmla="*/ 95054 h 3008458"/>
              <a:gd name="connsiteX802" fmla="*/ 4130102 w 4807725"/>
              <a:gd name="connsiteY802" fmla="*/ 95498 h 3008458"/>
              <a:gd name="connsiteX803" fmla="*/ 4092924 w 4807725"/>
              <a:gd name="connsiteY803" fmla="*/ 98482 h 3008458"/>
              <a:gd name="connsiteX804" fmla="*/ 4086203 w 4807725"/>
              <a:gd name="connsiteY804" fmla="*/ 97553 h 3008458"/>
              <a:gd name="connsiteX805" fmla="*/ 4156139 w 4807725"/>
              <a:gd name="connsiteY805" fmla="*/ 93409 h 3008458"/>
              <a:gd name="connsiteX806" fmla="*/ 4159511 w 4807725"/>
              <a:gd name="connsiteY806" fmla="*/ 103793 h 3008458"/>
              <a:gd name="connsiteX807" fmla="*/ 4151054 w 4807725"/>
              <a:gd name="connsiteY807" fmla="*/ 100878 h 3008458"/>
              <a:gd name="connsiteX808" fmla="*/ 4130102 w 4807725"/>
              <a:gd name="connsiteY808" fmla="*/ 95498 h 3008458"/>
              <a:gd name="connsiteX809" fmla="*/ 4000987 w 4807725"/>
              <a:gd name="connsiteY809" fmla="*/ 85764 h 3008458"/>
              <a:gd name="connsiteX810" fmla="*/ 4086203 w 4807725"/>
              <a:gd name="connsiteY810" fmla="*/ 97553 h 3008458"/>
              <a:gd name="connsiteX811" fmla="*/ 4006948 w 4807725"/>
              <a:gd name="connsiteY811" fmla="*/ 102249 h 3008458"/>
              <a:gd name="connsiteX812" fmla="*/ 3988177 w 4807725"/>
              <a:gd name="connsiteY812" fmla="*/ 101404 h 3008458"/>
              <a:gd name="connsiteX813" fmla="*/ 3972155 w 4807725"/>
              <a:gd name="connsiteY813" fmla="*/ 100995 h 3008458"/>
              <a:gd name="connsiteX814" fmla="*/ 3984291 w 4807725"/>
              <a:gd name="connsiteY814" fmla="*/ 91394 h 3008458"/>
              <a:gd name="connsiteX815" fmla="*/ 1928487 w 4807725"/>
              <a:gd name="connsiteY815" fmla="*/ 84245 h 3008458"/>
              <a:gd name="connsiteX816" fmla="*/ 2151850 w 4807725"/>
              <a:gd name="connsiteY816" fmla="*/ 91315 h 3008458"/>
              <a:gd name="connsiteX817" fmla="*/ 2155334 w 4807725"/>
              <a:gd name="connsiteY817" fmla="*/ 91478 h 3008458"/>
              <a:gd name="connsiteX818" fmla="*/ 2165625 w 4807725"/>
              <a:gd name="connsiteY818" fmla="*/ 91751 h 3008458"/>
              <a:gd name="connsiteX819" fmla="*/ 2280647 w 4807725"/>
              <a:gd name="connsiteY819" fmla="*/ 95392 h 3008458"/>
              <a:gd name="connsiteX820" fmla="*/ 2319463 w 4807725"/>
              <a:gd name="connsiteY820" fmla="*/ 95833 h 3008458"/>
              <a:gd name="connsiteX821" fmla="*/ 2657769 w 4807725"/>
              <a:gd name="connsiteY821" fmla="*/ 104810 h 3008458"/>
              <a:gd name="connsiteX822" fmla="*/ 2914515 w 4807725"/>
              <a:gd name="connsiteY822" fmla="*/ 104503 h 3008458"/>
              <a:gd name="connsiteX823" fmla="*/ 3036689 w 4807725"/>
              <a:gd name="connsiteY823" fmla="*/ 107826 h 3008458"/>
              <a:gd name="connsiteX824" fmla="*/ 3279163 w 4807725"/>
              <a:gd name="connsiteY824" fmla="*/ 114423 h 3008458"/>
              <a:gd name="connsiteX825" fmla="*/ 3506020 w 4807725"/>
              <a:gd name="connsiteY825" fmla="*/ 127945 h 3008458"/>
              <a:gd name="connsiteX826" fmla="*/ 3500597 w 4807725"/>
              <a:gd name="connsiteY826" fmla="*/ 127851 h 3008458"/>
              <a:gd name="connsiteX827" fmla="*/ 3251110 w 4807725"/>
              <a:gd name="connsiteY827" fmla="*/ 123532 h 3008458"/>
              <a:gd name="connsiteX828" fmla="*/ 2742667 w 4807725"/>
              <a:gd name="connsiteY828" fmla="*/ 133482 h 3008458"/>
              <a:gd name="connsiteX829" fmla="*/ 1721581 w 4807725"/>
              <a:gd name="connsiteY829" fmla="*/ 92690 h 3008458"/>
              <a:gd name="connsiteX830" fmla="*/ 1699190 w 4807725"/>
              <a:gd name="connsiteY830" fmla="*/ 91792 h 3008458"/>
              <a:gd name="connsiteX831" fmla="*/ 1782243 w 4807725"/>
              <a:gd name="connsiteY831" fmla="*/ 88507 h 3008458"/>
              <a:gd name="connsiteX832" fmla="*/ 434896 w 4807725"/>
              <a:gd name="connsiteY832" fmla="*/ 81985 h 3008458"/>
              <a:gd name="connsiteX833" fmla="*/ 410772 w 4807725"/>
              <a:gd name="connsiteY833" fmla="*/ 87066 h 3008458"/>
              <a:gd name="connsiteX834" fmla="*/ 335622 w 4807725"/>
              <a:gd name="connsiteY834" fmla="*/ 108926 h 3008458"/>
              <a:gd name="connsiteX835" fmla="*/ 331605 w 4807725"/>
              <a:gd name="connsiteY835" fmla="*/ 109620 h 3008458"/>
              <a:gd name="connsiteX836" fmla="*/ 326625 w 4807725"/>
              <a:gd name="connsiteY836" fmla="*/ 111543 h 3008458"/>
              <a:gd name="connsiteX837" fmla="*/ 317579 w 4807725"/>
              <a:gd name="connsiteY837" fmla="*/ 114175 h 3008458"/>
              <a:gd name="connsiteX838" fmla="*/ 301294 w 4807725"/>
              <a:gd name="connsiteY838" fmla="*/ 121324 h 3008458"/>
              <a:gd name="connsiteX839" fmla="*/ 236882 w 4807725"/>
              <a:gd name="connsiteY839" fmla="*/ 146194 h 3008458"/>
              <a:gd name="connsiteX840" fmla="*/ 162932 w 4807725"/>
              <a:gd name="connsiteY840" fmla="*/ 210930 h 3008458"/>
              <a:gd name="connsiteX841" fmla="*/ 162163 w 4807725"/>
              <a:gd name="connsiteY841" fmla="*/ 213364 h 3008458"/>
              <a:gd name="connsiteX842" fmla="*/ 127388 w 4807725"/>
              <a:gd name="connsiteY842" fmla="*/ 259234 h 3008458"/>
              <a:gd name="connsiteX843" fmla="*/ 147516 w 4807725"/>
              <a:gd name="connsiteY843" fmla="*/ 201071 h 3008458"/>
              <a:gd name="connsiteX844" fmla="*/ 159093 w 4807725"/>
              <a:gd name="connsiteY844" fmla="*/ 188663 h 3008458"/>
              <a:gd name="connsiteX845" fmla="*/ 233420 w 4807725"/>
              <a:gd name="connsiteY845" fmla="*/ 141501 h 3008458"/>
              <a:gd name="connsiteX846" fmla="*/ 330354 w 4807725"/>
              <a:gd name="connsiteY846" fmla="*/ 98945 h 3008458"/>
              <a:gd name="connsiteX847" fmla="*/ 384249 w 4807725"/>
              <a:gd name="connsiteY847" fmla="*/ 86709 h 3008458"/>
              <a:gd name="connsiteX848" fmla="*/ 2291256 w 4807725"/>
              <a:gd name="connsiteY848" fmla="*/ 80311 h 3008458"/>
              <a:gd name="connsiteX849" fmla="*/ 2431010 w 4807725"/>
              <a:gd name="connsiteY849" fmla="*/ 80947 h 3008458"/>
              <a:gd name="connsiteX850" fmla="*/ 2728996 w 4807725"/>
              <a:gd name="connsiteY850" fmla="*/ 91379 h 3008458"/>
              <a:gd name="connsiteX851" fmla="*/ 3227969 w 4807725"/>
              <a:gd name="connsiteY851" fmla="*/ 100017 h 3008458"/>
              <a:gd name="connsiteX852" fmla="*/ 3460816 w 4807725"/>
              <a:gd name="connsiteY852" fmla="*/ 107558 h 3008458"/>
              <a:gd name="connsiteX853" fmla="*/ 3508939 w 4807725"/>
              <a:gd name="connsiteY853" fmla="*/ 108943 h 3008458"/>
              <a:gd name="connsiteX854" fmla="*/ 3167306 w 4807725"/>
              <a:gd name="connsiteY854" fmla="*/ 104200 h 3008458"/>
              <a:gd name="connsiteX855" fmla="*/ 2914515 w 4807725"/>
              <a:gd name="connsiteY855" fmla="*/ 104503 h 3008458"/>
              <a:gd name="connsiteX856" fmla="*/ 2794216 w 4807725"/>
              <a:gd name="connsiteY856" fmla="*/ 101230 h 3008458"/>
              <a:gd name="connsiteX857" fmla="*/ 2319463 w 4807725"/>
              <a:gd name="connsiteY857" fmla="*/ 95833 h 3008458"/>
              <a:gd name="connsiteX858" fmla="*/ 2165625 w 4807725"/>
              <a:gd name="connsiteY858" fmla="*/ 91751 h 3008458"/>
              <a:gd name="connsiteX859" fmla="*/ 2151850 w 4807725"/>
              <a:gd name="connsiteY859" fmla="*/ 91315 h 3008458"/>
              <a:gd name="connsiteX860" fmla="*/ 1972965 w 4807725"/>
              <a:gd name="connsiteY860" fmla="*/ 82948 h 3008458"/>
              <a:gd name="connsiteX861" fmla="*/ 2035682 w 4807725"/>
              <a:gd name="connsiteY861" fmla="*/ 81120 h 3008458"/>
              <a:gd name="connsiteX862" fmla="*/ 2291256 w 4807725"/>
              <a:gd name="connsiteY862" fmla="*/ 80311 h 3008458"/>
              <a:gd name="connsiteX863" fmla="*/ 545236 w 4807725"/>
              <a:gd name="connsiteY863" fmla="*/ 79113 h 3008458"/>
              <a:gd name="connsiteX864" fmla="*/ 473728 w 4807725"/>
              <a:gd name="connsiteY864" fmla="*/ 89199 h 3008458"/>
              <a:gd name="connsiteX865" fmla="*/ 152165 w 4807725"/>
              <a:gd name="connsiteY865" fmla="*/ 271785 h 3008458"/>
              <a:gd name="connsiteX866" fmla="*/ 134089 w 4807725"/>
              <a:gd name="connsiteY866" fmla="*/ 323579 h 3008458"/>
              <a:gd name="connsiteX867" fmla="*/ 134256 w 4807725"/>
              <a:gd name="connsiteY867" fmla="*/ 301689 h 3008458"/>
              <a:gd name="connsiteX868" fmla="*/ 162163 w 4807725"/>
              <a:gd name="connsiteY868" fmla="*/ 213364 h 3008458"/>
              <a:gd name="connsiteX869" fmla="*/ 174110 w 4807725"/>
              <a:gd name="connsiteY869" fmla="*/ 197604 h 3008458"/>
              <a:gd name="connsiteX870" fmla="*/ 239123 w 4807725"/>
              <a:gd name="connsiteY870" fmla="*/ 148618 h 3008458"/>
              <a:gd name="connsiteX871" fmla="*/ 301294 w 4807725"/>
              <a:gd name="connsiteY871" fmla="*/ 121324 h 3008458"/>
              <a:gd name="connsiteX872" fmla="*/ 326625 w 4807725"/>
              <a:gd name="connsiteY872" fmla="*/ 111543 h 3008458"/>
              <a:gd name="connsiteX873" fmla="*/ 335622 w 4807725"/>
              <a:gd name="connsiteY873" fmla="*/ 108926 h 3008458"/>
              <a:gd name="connsiteX874" fmla="*/ 441717 w 4807725"/>
              <a:gd name="connsiteY874" fmla="*/ 90593 h 3008458"/>
              <a:gd name="connsiteX875" fmla="*/ 770271 w 4807725"/>
              <a:gd name="connsiteY875" fmla="*/ 75785 h 3008458"/>
              <a:gd name="connsiteX876" fmla="*/ 1225500 w 4807725"/>
              <a:gd name="connsiteY876" fmla="*/ 86991 h 3008458"/>
              <a:gd name="connsiteX877" fmla="*/ 1440595 w 4807725"/>
              <a:gd name="connsiteY877" fmla="*/ 80776 h 3008458"/>
              <a:gd name="connsiteX878" fmla="*/ 1485688 w 4807725"/>
              <a:gd name="connsiteY878" fmla="*/ 83230 h 3008458"/>
              <a:gd name="connsiteX879" fmla="*/ 1699190 w 4807725"/>
              <a:gd name="connsiteY879" fmla="*/ 91792 h 3008458"/>
              <a:gd name="connsiteX880" fmla="*/ 1278972 w 4807725"/>
              <a:gd name="connsiteY880" fmla="*/ 108414 h 3008458"/>
              <a:gd name="connsiteX881" fmla="*/ 779385 w 4807725"/>
              <a:gd name="connsiteY881" fmla="*/ 103853 h 3008458"/>
              <a:gd name="connsiteX882" fmla="*/ 770271 w 4807725"/>
              <a:gd name="connsiteY882" fmla="*/ 75785 h 3008458"/>
              <a:gd name="connsiteX883" fmla="*/ 1742777 w 4807725"/>
              <a:gd name="connsiteY883" fmla="*/ 72182 h 3008458"/>
              <a:gd name="connsiteX884" fmla="*/ 1972965 w 4807725"/>
              <a:gd name="connsiteY884" fmla="*/ 82948 h 3008458"/>
              <a:gd name="connsiteX885" fmla="*/ 1928487 w 4807725"/>
              <a:gd name="connsiteY885" fmla="*/ 84245 h 3008458"/>
              <a:gd name="connsiteX886" fmla="*/ 1763660 w 4807725"/>
              <a:gd name="connsiteY886" fmla="*/ 79027 h 3008458"/>
              <a:gd name="connsiteX887" fmla="*/ 1658549 w 4807725"/>
              <a:gd name="connsiteY887" fmla="*/ 74478 h 3008458"/>
              <a:gd name="connsiteX888" fmla="*/ 1684414 w 4807725"/>
              <a:gd name="connsiteY888" fmla="*/ 73730 h 3008458"/>
              <a:gd name="connsiteX889" fmla="*/ 679270 w 4807725"/>
              <a:gd name="connsiteY889" fmla="*/ 66518 h 3008458"/>
              <a:gd name="connsiteX890" fmla="*/ 553964 w 4807725"/>
              <a:gd name="connsiteY890" fmla="*/ 78145 h 3008458"/>
              <a:gd name="connsiteX891" fmla="*/ 545236 w 4807725"/>
              <a:gd name="connsiteY891" fmla="*/ 79113 h 3008458"/>
              <a:gd name="connsiteX892" fmla="*/ 575195 w 4807725"/>
              <a:gd name="connsiteY892" fmla="*/ 74888 h 3008458"/>
              <a:gd name="connsiteX893" fmla="*/ 674319 w 4807725"/>
              <a:gd name="connsiteY893" fmla="*/ 66791 h 3008458"/>
              <a:gd name="connsiteX894" fmla="*/ 4037015 w 4807725"/>
              <a:gd name="connsiteY894" fmla="*/ 62669 h 3008458"/>
              <a:gd name="connsiteX895" fmla="*/ 4207332 w 4807725"/>
              <a:gd name="connsiteY895" fmla="*/ 107814 h 3008458"/>
              <a:gd name="connsiteX896" fmla="*/ 4285217 w 4807725"/>
              <a:gd name="connsiteY896" fmla="*/ 138764 h 3008458"/>
              <a:gd name="connsiteX897" fmla="*/ 4301438 w 4807725"/>
              <a:gd name="connsiteY897" fmla="*/ 149051 h 3008458"/>
              <a:gd name="connsiteX898" fmla="*/ 4283589 w 4807725"/>
              <a:gd name="connsiteY898" fmla="*/ 141958 h 3008458"/>
              <a:gd name="connsiteX899" fmla="*/ 4193306 w 4807725"/>
              <a:gd name="connsiteY899" fmla="*/ 112369 h 3008458"/>
              <a:gd name="connsiteX900" fmla="*/ 4178411 w 4807725"/>
              <a:gd name="connsiteY900" fmla="*/ 110308 h 3008458"/>
              <a:gd name="connsiteX901" fmla="*/ 4171473 w 4807725"/>
              <a:gd name="connsiteY901" fmla="*/ 107916 h 3008458"/>
              <a:gd name="connsiteX902" fmla="*/ 4156139 w 4807725"/>
              <a:gd name="connsiteY902" fmla="*/ 93409 h 3008458"/>
              <a:gd name="connsiteX903" fmla="*/ 4128371 w 4807725"/>
              <a:gd name="connsiteY903" fmla="*/ 95054 h 3008458"/>
              <a:gd name="connsiteX904" fmla="*/ 4081013 w 4807725"/>
              <a:gd name="connsiteY904" fmla="*/ 82895 h 3008458"/>
              <a:gd name="connsiteX905" fmla="*/ 4013470 w 4807725"/>
              <a:gd name="connsiteY905" fmla="*/ 81556 h 3008458"/>
              <a:gd name="connsiteX906" fmla="*/ 4000987 w 4807725"/>
              <a:gd name="connsiteY906" fmla="*/ 85764 h 3008458"/>
              <a:gd name="connsiteX907" fmla="*/ 3996463 w 4807725"/>
              <a:gd name="connsiteY907" fmla="*/ 85139 h 3008458"/>
              <a:gd name="connsiteX908" fmla="*/ 3965698 w 4807725"/>
              <a:gd name="connsiteY908" fmla="*/ 83134 h 3008458"/>
              <a:gd name="connsiteX909" fmla="*/ 3970150 w 4807725"/>
              <a:gd name="connsiteY909" fmla="*/ 79835 h 3008458"/>
              <a:gd name="connsiteX910" fmla="*/ 4037015 w 4807725"/>
              <a:gd name="connsiteY910" fmla="*/ 62669 h 3008458"/>
              <a:gd name="connsiteX911" fmla="*/ 2191717 w 4807725"/>
              <a:gd name="connsiteY911" fmla="*/ 60272 h 3008458"/>
              <a:gd name="connsiteX912" fmla="*/ 2705856 w 4807725"/>
              <a:gd name="connsiteY912" fmla="*/ 67864 h 3008458"/>
              <a:gd name="connsiteX913" fmla="*/ 3722386 w 4807725"/>
              <a:gd name="connsiteY913" fmla="*/ 94622 h 3008458"/>
              <a:gd name="connsiteX914" fmla="*/ 3855281 w 4807725"/>
              <a:gd name="connsiteY914" fmla="*/ 98013 h 3008458"/>
              <a:gd name="connsiteX915" fmla="*/ 3875166 w 4807725"/>
              <a:gd name="connsiteY915" fmla="*/ 98520 h 3008458"/>
              <a:gd name="connsiteX916" fmla="*/ 3942558 w 4807725"/>
              <a:gd name="connsiteY916" fmla="*/ 104165 h 3008458"/>
              <a:gd name="connsiteX917" fmla="*/ 3943163 w 4807725"/>
              <a:gd name="connsiteY917" fmla="*/ 106028 h 3008458"/>
              <a:gd name="connsiteX918" fmla="*/ 3907746 w 4807725"/>
              <a:gd name="connsiteY918" fmla="*/ 108127 h 3008458"/>
              <a:gd name="connsiteX919" fmla="*/ 3903702 w 4807725"/>
              <a:gd name="connsiteY919" fmla="*/ 108174 h 3008458"/>
              <a:gd name="connsiteX920" fmla="*/ 3834242 w 4807725"/>
              <a:gd name="connsiteY920" fmla="*/ 104844 h 3008458"/>
              <a:gd name="connsiteX921" fmla="*/ 3316685 w 4807725"/>
              <a:gd name="connsiteY921" fmla="*/ 86725 h 3008458"/>
              <a:gd name="connsiteX922" fmla="*/ 2803685 w 4807725"/>
              <a:gd name="connsiteY922" fmla="*/ 82641 h 3008458"/>
              <a:gd name="connsiteX923" fmla="*/ 2431010 w 4807725"/>
              <a:gd name="connsiteY923" fmla="*/ 80947 h 3008458"/>
              <a:gd name="connsiteX924" fmla="*/ 2211440 w 4807725"/>
              <a:gd name="connsiteY924" fmla="*/ 73260 h 3008458"/>
              <a:gd name="connsiteX925" fmla="*/ 1962984 w 4807725"/>
              <a:gd name="connsiteY925" fmla="*/ 67637 h 3008458"/>
              <a:gd name="connsiteX926" fmla="*/ 1943398 w 4807725"/>
              <a:gd name="connsiteY926" fmla="*/ 66860 h 3008458"/>
              <a:gd name="connsiteX927" fmla="*/ 640746 w 4807725"/>
              <a:gd name="connsiteY927" fmla="*/ 56878 h 3008458"/>
              <a:gd name="connsiteX928" fmla="*/ 595474 w 4807725"/>
              <a:gd name="connsiteY928" fmla="*/ 62728 h 3008458"/>
              <a:gd name="connsiteX929" fmla="*/ 476427 w 4807725"/>
              <a:gd name="connsiteY929" fmla="*/ 78111 h 3008458"/>
              <a:gd name="connsiteX930" fmla="*/ 434896 w 4807725"/>
              <a:gd name="connsiteY930" fmla="*/ 81985 h 3008458"/>
              <a:gd name="connsiteX931" fmla="*/ 502157 w 4807725"/>
              <a:gd name="connsiteY931" fmla="*/ 67818 h 3008458"/>
              <a:gd name="connsiteX932" fmla="*/ 593475 w 4807725"/>
              <a:gd name="connsiteY932" fmla="*/ 57317 h 3008458"/>
              <a:gd name="connsiteX933" fmla="*/ 1022730 w 4807725"/>
              <a:gd name="connsiteY933" fmla="*/ 53444 h 3008458"/>
              <a:gd name="connsiteX934" fmla="*/ 1196569 w 4807725"/>
              <a:gd name="connsiteY934" fmla="*/ 56376 h 3008458"/>
              <a:gd name="connsiteX935" fmla="*/ 1304451 w 4807725"/>
              <a:gd name="connsiteY935" fmla="*/ 59151 h 3008458"/>
              <a:gd name="connsiteX936" fmla="*/ 1658549 w 4807725"/>
              <a:gd name="connsiteY936" fmla="*/ 74478 h 3008458"/>
              <a:gd name="connsiteX937" fmla="*/ 1440595 w 4807725"/>
              <a:gd name="connsiteY937" fmla="*/ 80776 h 3008458"/>
              <a:gd name="connsiteX938" fmla="*/ 1247198 w 4807725"/>
              <a:gd name="connsiteY938" fmla="*/ 70250 h 3008458"/>
              <a:gd name="connsiteX939" fmla="*/ 765714 w 4807725"/>
              <a:gd name="connsiteY939" fmla="*/ 61750 h 3008458"/>
              <a:gd name="connsiteX940" fmla="*/ 679270 w 4807725"/>
              <a:gd name="connsiteY940" fmla="*/ 66518 h 3008458"/>
              <a:gd name="connsiteX941" fmla="*/ 779740 w 4807725"/>
              <a:gd name="connsiteY941" fmla="*/ 57196 h 3008458"/>
              <a:gd name="connsiteX942" fmla="*/ 1022730 w 4807725"/>
              <a:gd name="connsiteY942" fmla="*/ 53444 h 3008458"/>
              <a:gd name="connsiteX943" fmla="*/ 960020 w 4807725"/>
              <a:gd name="connsiteY943" fmla="*/ 39384 h 3008458"/>
              <a:gd name="connsiteX944" fmla="*/ 1208937 w 4807725"/>
              <a:gd name="connsiteY944" fmla="*/ 41949 h 3008458"/>
              <a:gd name="connsiteX945" fmla="*/ 1710189 w 4807725"/>
              <a:gd name="connsiteY945" fmla="*/ 57604 h 3008458"/>
              <a:gd name="connsiteX946" fmla="*/ 1943398 w 4807725"/>
              <a:gd name="connsiteY946" fmla="*/ 66860 h 3008458"/>
              <a:gd name="connsiteX947" fmla="*/ 1742777 w 4807725"/>
              <a:gd name="connsiteY947" fmla="*/ 72182 h 3008458"/>
              <a:gd name="connsiteX948" fmla="*/ 1659387 w 4807725"/>
              <a:gd name="connsiteY948" fmla="*/ 68282 h 3008458"/>
              <a:gd name="connsiteX949" fmla="*/ 1304451 w 4807725"/>
              <a:gd name="connsiteY949" fmla="*/ 59151 h 3008458"/>
              <a:gd name="connsiteX950" fmla="*/ 1268283 w 4807725"/>
              <a:gd name="connsiteY950" fmla="*/ 57586 h 3008458"/>
              <a:gd name="connsiteX951" fmla="*/ 1196569 w 4807725"/>
              <a:gd name="connsiteY951" fmla="*/ 56376 h 3008458"/>
              <a:gd name="connsiteX952" fmla="*/ 1166857 w 4807725"/>
              <a:gd name="connsiteY952" fmla="*/ 55612 h 3008458"/>
              <a:gd name="connsiteX953" fmla="*/ 686468 w 4807725"/>
              <a:gd name="connsiteY953" fmla="*/ 56453 h 3008458"/>
              <a:gd name="connsiteX954" fmla="*/ 640746 w 4807725"/>
              <a:gd name="connsiteY954" fmla="*/ 56878 h 3008458"/>
              <a:gd name="connsiteX955" fmla="*/ 714521 w 4807725"/>
              <a:gd name="connsiteY955" fmla="*/ 47345 h 3008458"/>
              <a:gd name="connsiteX956" fmla="*/ 960020 w 4807725"/>
              <a:gd name="connsiteY956" fmla="*/ 39384 h 3008458"/>
              <a:gd name="connsiteX957" fmla="*/ 1288539 w 4807725"/>
              <a:gd name="connsiteY957" fmla="*/ 588 h 3008458"/>
              <a:gd name="connsiteX958" fmla="*/ 2300511 w 4807725"/>
              <a:gd name="connsiteY958" fmla="*/ 13311 h 3008458"/>
              <a:gd name="connsiteX959" fmla="*/ 2804041 w 4807725"/>
              <a:gd name="connsiteY959" fmla="*/ 35984 h 3008458"/>
              <a:gd name="connsiteX960" fmla="*/ 3307572 w 4807725"/>
              <a:gd name="connsiteY960" fmla="*/ 58657 h 3008458"/>
              <a:gd name="connsiteX961" fmla="*/ 3792518 w 4807725"/>
              <a:gd name="connsiteY961" fmla="*/ 71850 h 3008458"/>
              <a:gd name="connsiteX962" fmla="*/ 3965698 w 4807725"/>
              <a:gd name="connsiteY962" fmla="*/ 83134 h 3008458"/>
              <a:gd name="connsiteX963" fmla="*/ 3942609 w 4807725"/>
              <a:gd name="connsiteY963" fmla="*/ 100241 h 3008458"/>
              <a:gd name="connsiteX964" fmla="*/ 3875166 w 4807725"/>
              <a:gd name="connsiteY964" fmla="*/ 98520 h 3008458"/>
              <a:gd name="connsiteX965" fmla="*/ 3862864 w 4807725"/>
              <a:gd name="connsiteY965" fmla="*/ 97490 h 3008458"/>
              <a:gd name="connsiteX966" fmla="*/ 3643140 w 4807725"/>
              <a:gd name="connsiteY966" fmla="*/ 89324 h 3008458"/>
              <a:gd name="connsiteX967" fmla="*/ 3139609 w 4807725"/>
              <a:gd name="connsiteY967" fmla="*/ 66652 h 3008458"/>
              <a:gd name="connsiteX968" fmla="*/ 2118523 w 4807725"/>
              <a:gd name="connsiteY968" fmla="*/ 25860 h 3008458"/>
              <a:gd name="connsiteX969" fmla="*/ 1139160 w 4807725"/>
              <a:gd name="connsiteY969" fmla="*/ 18063 h 3008458"/>
              <a:gd name="connsiteX970" fmla="*/ 681911 w 4807725"/>
              <a:gd name="connsiteY970" fmla="*/ 42419 h 3008458"/>
              <a:gd name="connsiteX971" fmla="*/ 443817 w 4807725"/>
              <a:gd name="connsiteY971" fmla="*/ 73186 h 3008458"/>
              <a:gd name="connsiteX972" fmla="*/ 335201 w 4807725"/>
              <a:gd name="connsiteY972" fmla="*/ 96817 h 3008458"/>
              <a:gd name="connsiteX973" fmla="*/ 330354 w 4807725"/>
              <a:gd name="connsiteY973" fmla="*/ 98945 h 3008458"/>
              <a:gd name="connsiteX974" fmla="*/ 284969 w 4807725"/>
              <a:gd name="connsiteY974" fmla="*/ 109249 h 3008458"/>
              <a:gd name="connsiteX975" fmla="*/ 153818 w 4807725"/>
              <a:gd name="connsiteY975" fmla="*/ 182861 h 3008458"/>
              <a:gd name="connsiteX976" fmla="*/ 147516 w 4807725"/>
              <a:gd name="connsiteY976" fmla="*/ 201071 h 3008458"/>
              <a:gd name="connsiteX977" fmla="*/ 99065 w 4807725"/>
              <a:gd name="connsiteY977" fmla="*/ 252999 h 3008458"/>
              <a:gd name="connsiteX978" fmla="*/ 55538 w 4807725"/>
              <a:gd name="connsiteY978" fmla="*/ 332339 h 3008458"/>
              <a:gd name="connsiteX979" fmla="*/ 47874 w 4807725"/>
              <a:gd name="connsiteY979" fmla="*/ 360796 h 3008458"/>
              <a:gd name="connsiteX980" fmla="*/ 40539 w 4807725"/>
              <a:gd name="connsiteY980" fmla="*/ 359268 h 3008458"/>
              <a:gd name="connsiteX981" fmla="*/ 45614 w 4807725"/>
              <a:gd name="connsiteY981" fmla="*/ 369186 h 3008458"/>
              <a:gd name="connsiteX982" fmla="*/ 30714 w 4807725"/>
              <a:gd name="connsiteY982" fmla="*/ 424514 h 3008458"/>
              <a:gd name="connsiteX983" fmla="*/ 30143 w 4807725"/>
              <a:gd name="connsiteY983" fmla="*/ 428610 h 3008458"/>
              <a:gd name="connsiteX984" fmla="*/ 25846 w 4807725"/>
              <a:gd name="connsiteY984" fmla="*/ 441609 h 3008458"/>
              <a:gd name="connsiteX985" fmla="*/ 21420 w 4807725"/>
              <a:gd name="connsiteY985" fmla="*/ 491168 h 3008458"/>
              <a:gd name="connsiteX986" fmla="*/ 16375 w 4807725"/>
              <a:gd name="connsiteY986" fmla="*/ 527344 h 3008458"/>
              <a:gd name="connsiteX987" fmla="*/ 18637 w 4807725"/>
              <a:gd name="connsiteY987" fmla="*/ 632056 h 3008458"/>
              <a:gd name="connsiteX988" fmla="*/ 19039 w 4807725"/>
              <a:gd name="connsiteY988" fmla="*/ 635697 h 3008458"/>
              <a:gd name="connsiteX989" fmla="*/ 19110 w 4807725"/>
              <a:gd name="connsiteY989" fmla="*/ 723047 h 3008458"/>
              <a:gd name="connsiteX990" fmla="*/ 23480 w 4807725"/>
              <a:gd name="connsiteY990" fmla="*/ 837983 h 3008458"/>
              <a:gd name="connsiteX991" fmla="*/ 22227 w 4807725"/>
              <a:gd name="connsiteY991" fmla="*/ 862102 h 3008458"/>
              <a:gd name="connsiteX992" fmla="*/ 13841 w 4807725"/>
              <a:gd name="connsiteY992" fmla="*/ 802328 h 3008458"/>
              <a:gd name="connsiteX993" fmla="*/ 1593 w 4807725"/>
              <a:gd name="connsiteY993" fmla="*/ 573595 h 3008458"/>
              <a:gd name="connsiteX994" fmla="*/ 83330 w 4807725"/>
              <a:gd name="connsiteY994" fmla="*/ 252290 h 3008458"/>
              <a:gd name="connsiteX995" fmla="*/ 378597 w 4807725"/>
              <a:gd name="connsiteY995" fmla="*/ 63334 h 3008458"/>
              <a:gd name="connsiteX996" fmla="*/ 1288539 w 4807725"/>
              <a:gd name="connsiteY996" fmla="*/ 588 h 3008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</a:cxnLst>
            <a:rect l="l" t="t" r="r" b="b"/>
            <a:pathLst>
              <a:path w="4807725" h="3008458">
                <a:moveTo>
                  <a:pt x="1898965" y="2960016"/>
                </a:moveTo>
                <a:lnTo>
                  <a:pt x="1995255" y="2965055"/>
                </a:lnTo>
                <a:cubicBezTo>
                  <a:pt x="2034309" y="2965949"/>
                  <a:pt x="2072792" y="2965089"/>
                  <a:pt x="2110137" y="2960720"/>
                </a:cubicBezTo>
                <a:cubicBezTo>
                  <a:pt x="2203410" y="2961463"/>
                  <a:pt x="2282656" y="2966760"/>
                  <a:pt x="2361902" y="2972057"/>
                </a:cubicBezTo>
                <a:lnTo>
                  <a:pt x="2565419" y="2973677"/>
                </a:lnTo>
                <a:lnTo>
                  <a:pt x="2426597" y="2974322"/>
                </a:lnTo>
                <a:cubicBezTo>
                  <a:pt x="2258109" y="2974730"/>
                  <a:pt x="2091376" y="2974569"/>
                  <a:pt x="1928149" y="2973270"/>
                </a:cubicBezTo>
                <a:cubicBezTo>
                  <a:pt x="1760187" y="2981265"/>
                  <a:pt x="1587668" y="2975225"/>
                  <a:pt x="1424263" y="2997254"/>
                </a:cubicBezTo>
                <a:cubicBezTo>
                  <a:pt x="1270328" y="3000695"/>
                  <a:pt x="1106923" y="3022724"/>
                  <a:pt x="957900" y="2993541"/>
                </a:cubicBezTo>
                <a:cubicBezTo>
                  <a:pt x="943873" y="2998096"/>
                  <a:pt x="953343" y="2979507"/>
                  <a:pt x="967369" y="2974953"/>
                </a:cubicBezTo>
                <a:cubicBezTo>
                  <a:pt x="1065199" y="2989729"/>
                  <a:pt x="1191082" y="2995398"/>
                  <a:pt x="1293824" y="2977552"/>
                </a:cubicBezTo>
                <a:cubicBezTo>
                  <a:pt x="1401123" y="2973740"/>
                  <a:pt x="1522448" y="2965374"/>
                  <a:pt x="1629747" y="2961562"/>
                </a:cubicBezTo>
                <a:lnTo>
                  <a:pt x="1787608" y="2960656"/>
                </a:lnTo>
                <a:lnTo>
                  <a:pt x="1792405" y="2961107"/>
                </a:lnTo>
                <a:lnTo>
                  <a:pt x="1815460" y="2960496"/>
                </a:lnTo>
                <a:close/>
                <a:moveTo>
                  <a:pt x="1258838" y="2936138"/>
                </a:moveTo>
                <a:lnTo>
                  <a:pt x="1219490" y="2939632"/>
                </a:lnTo>
                <a:cubicBezTo>
                  <a:pt x="1144801" y="2948369"/>
                  <a:pt x="1065555" y="2943072"/>
                  <a:pt x="990865" y="2951809"/>
                </a:cubicBezTo>
                <a:cubicBezTo>
                  <a:pt x="944229" y="2951438"/>
                  <a:pt x="901100" y="2949929"/>
                  <a:pt x="859723" y="2947849"/>
                </a:cubicBezTo>
                <a:lnTo>
                  <a:pt x="794242" y="2943845"/>
                </a:lnTo>
                <a:lnTo>
                  <a:pt x="839956" y="2940693"/>
                </a:lnTo>
                <a:cubicBezTo>
                  <a:pt x="882516" y="2940449"/>
                  <a:pt x="925646" y="2941958"/>
                  <a:pt x="972282" y="2942330"/>
                </a:cubicBezTo>
                <a:cubicBezTo>
                  <a:pt x="1018919" y="2942701"/>
                  <a:pt x="1069061" y="2941934"/>
                  <a:pt x="1120958" y="2940597"/>
                </a:cubicBezTo>
                <a:close/>
                <a:moveTo>
                  <a:pt x="3481733" y="2931248"/>
                </a:moveTo>
                <a:lnTo>
                  <a:pt x="3593607" y="2937601"/>
                </a:lnTo>
                <a:lnTo>
                  <a:pt x="3419025" y="2950727"/>
                </a:lnTo>
                <a:lnTo>
                  <a:pt x="3264081" y="2957532"/>
                </a:lnTo>
                <a:lnTo>
                  <a:pt x="3103127" y="2959002"/>
                </a:lnTo>
                <a:lnTo>
                  <a:pt x="2956435" y="2955282"/>
                </a:lnTo>
                <a:lnTo>
                  <a:pt x="3146175" y="2952054"/>
                </a:lnTo>
                <a:cubicBezTo>
                  <a:pt x="3228688" y="2949503"/>
                  <a:pt x="3310773" y="2945637"/>
                  <a:pt x="3391779" y="2939939"/>
                </a:cubicBezTo>
                <a:close/>
                <a:moveTo>
                  <a:pt x="4396877" y="2921907"/>
                </a:moveTo>
                <a:lnTo>
                  <a:pt x="4393921" y="2923129"/>
                </a:lnTo>
                <a:cubicBezTo>
                  <a:pt x="4370909" y="2930601"/>
                  <a:pt x="4346669" y="2936532"/>
                  <a:pt x="4320984" y="2940994"/>
                </a:cubicBezTo>
                <a:cubicBezTo>
                  <a:pt x="4190188" y="2967949"/>
                  <a:pt x="4045722" y="2952800"/>
                  <a:pt x="3910370" y="2965721"/>
                </a:cubicBezTo>
                <a:cubicBezTo>
                  <a:pt x="3723825" y="2964236"/>
                  <a:pt x="3555863" y="2972230"/>
                  <a:pt x="3387901" y="2980225"/>
                </a:cubicBezTo>
                <a:cubicBezTo>
                  <a:pt x="3217661" y="2981203"/>
                  <a:pt x="3046281" y="2978672"/>
                  <a:pt x="2874902" y="2976141"/>
                </a:cubicBezTo>
                <a:lnTo>
                  <a:pt x="2565419" y="2973677"/>
                </a:lnTo>
                <a:lnTo>
                  <a:pt x="2935564" y="2971958"/>
                </a:lnTo>
                <a:lnTo>
                  <a:pt x="3264081" y="2957532"/>
                </a:lnTo>
                <a:lnTo>
                  <a:pt x="3358932" y="2956665"/>
                </a:lnTo>
                <a:cubicBezTo>
                  <a:pt x="3530356" y="2953363"/>
                  <a:pt x="3702963" y="2947738"/>
                  <a:pt x="3873204" y="2946761"/>
                </a:cubicBezTo>
                <a:lnTo>
                  <a:pt x="3954468" y="2942353"/>
                </a:lnTo>
                <a:lnTo>
                  <a:pt x="4036867" y="2941454"/>
                </a:lnTo>
                <a:lnTo>
                  <a:pt x="4120412" y="2944063"/>
                </a:lnTo>
                <a:cubicBezTo>
                  <a:pt x="4181074" y="2939880"/>
                  <a:pt x="4241737" y="2935697"/>
                  <a:pt x="4302400" y="2931514"/>
                </a:cubicBezTo>
                <a:lnTo>
                  <a:pt x="4305062" y="2930842"/>
                </a:lnTo>
                <a:lnTo>
                  <a:pt x="4363063" y="2927331"/>
                </a:lnTo>
                <a:close/>
                <a:moveTo>
                  <a:pt x="1493078" y="2920857"/>
                </a:moveTo>
                <a:lnTo>
                  <a:pt x="1557263" y="2926070"/>
                </a:lnTo>
                <a:lnTo>
                  <a:pt x="1565186" y="2930687"/>
                </a:lnTo>
                <a:lnTo>
                  <a:pt x="1437506" y="2942534"/>
                </a:lnTo>
                <a:cubicBezTo>
                  <a:pt x="1387363" y="2943301"/>
                  <a:pt x="1336081" y="2940560"/>
                  <a:pt x="1280153" y="2935449"/>
                </a:cubicBezTo>
                <a:lnTo>
                  <a:pt x="1258838" y="2936138"/>
                </a:lnTo>
                <a:lnTo>
                  <a:pt x="1400339" y="2923574"/>
                </a:lnTo>
                <a:lnTo>
                  <a:pt x="1438401" y="2922431"/>
                </a:lnTo>
                <a:lnTo>
                  <a:pt x="1472129" y="2922323"/>
                </a:lnTo>
                <a:close/>
                <a:moveTo>
                  <a:pt x="1590737" y="2920626"/>
                </a:moveTo>
                <a:lnTo>
                  <a:pt x="1591884" y="2920630"/>
                </a:lnTo>
                <a:lnTo>
                  <a:pt x="1616437" y="2929523"/>
                </a:lnTo>
                <a:cubicBezTo>
                  <a:pt x="1692800" y="2949816"/>
                  <a:pt x="1783861" y="2934793"/>
                  <a:pt x="1853815" y="2935350"/>
                </a:cubicBezTo>
                <a:cubicBezTo>
                  <a:pt x="1933061" y="2940647"/>
                  <a:pt x="2012308" y="2945944"/>
                  <a:pt x="2072970" y="2941760"/>
                </a:cubicBezTo>
                <a:cubicBezTo>
                  <a:pt x="2166243" y="2942503"/>
                  <a:pt x="2245489" y="2947800"/>
                  <a:pt x="2338762" y="2948543"/>
                </a:cubicBezTo>
                <a:cubicBezTo>
                  <a:pt x="2506724" y="2940548"/>
                  <a:pt x="2679242" y="2946587"/>
                  <a:pt x="2851761" y="2952627"/>
                </a:cubicBezTo>
                <a:lnTo>
                  <a:pt x="2956435" y="2955282"/>
                </a:lnTo>
                <a:lnTo>
                  <a:pt x="2898008" y="2956276"/>
                </a:lnTo>
                <a:cubicBezTo>
                  <a:pt x="2815293" y="2956711"/>
                  <a:pt x="2732803" y="2956345"/>
                  <a:pt x="2651189" y="2955696"/>
                </a:cubicBezTo>
                <a:lnTo>
                  <a:pt x="1898965" y="2960016"/>
                </a:lnTo>
                <a:lnTo>
                  <a:pt x="1876955" y="2958864"/>
                </a:lnTo>
                <a:lnTo>
                  <a:pt x="1815460" y="2960496"/>
                </a:lnTo>
                <a:lnTo>
                  <a:pt x="1787608" y="2960656"/>
                </a:lnTo>
                <a:lnTo>
                  <a:pt x="1704437" y="2952825"/>
                </a:lnTo>
                <a:cubicBezTo>
                  <a:pt x="1658940" y="2955962"/>
                  <a:pt x="1610879" y="2951205"/>
                  <a:pt x="1572090" y="2934711"/>
                </a:cubicBezTo>
                <a:lnTo>
                  <a:pt x="1565186" y="2930687"/>
                </a:lnTo>
                <a:lnTo>
                  <a:pt x="1588024" y="2928568"/>
                </a:lnTo>
                <a:close/>
                <a:moveTo>
                  <a:pt x="1547666" y="2920477"/>
                </a:moveTo>
                <a:lnTo>
                  <a:pt x="1585439" y="2920608"/>
                </a:lnTo>
                <a:lnTo>
                  <a:pt x="1585745" y="2921550"/>
                </a:lnTo>
                <a:cubicBezTo>
                  <a:pt x="1586885" y="2925059"/>
                  <a:pt x="1588024" y="2928568"/>
                  <a:pt x="1588024" y="2928568"/>
                </a:cubicBezTo>
                <a:lnTo>
                  <a:pt x="1557263" y="2926070"/>
                </a:lnTo>
                <a:close/>
                <a:moveTo>
                  <a:pt x="1135687" y="2920300"/>
                </a:moveTo>
                <a:lnTo>
                  <a:pt x="1236460" y="2921363"/>
                </a:lnTo>
                <a:lnTo>
                  <a:pt x="1168297" y="2925226"/>
                </a:lnTo>
                <a:cubicBezTo>
                  <a:pt x="1042326" y="2931222"/>
                  <a:pt x="916354" y="2937218"/>
                  <a:pt x="792455" y="2929451"/>
                </a:cubicBezTo>
                <a:lnTo>
                  <a:pt x="740018" y="2923973"/>
                </a:lnTo>
                <a:lnTo>
                  <a:pt x="893739" y="2921290"/>
                </a:lnTo>
                <a:cubicBezTo>
                  <a:pt x="977106" y="2921371"/>
                  <a:pt x="1058720" y="2922021"/>
                  <a:pt x="1135687" y="2920300"/>
                </a:cubicBezTo>
                <a:close/>
                <a:moveTo>
                  <a:pt x="2408939" y="2919939"/>
                </a:moveTo>
                <a:lnTo>
                  <a:pt x="2701463" y="2922915"/>
                </a:lnTo>
                <a:lnTo>
                  <a:pt x="2534776" y="2931439"/>
                </a:lnTo>
                <a:cubicBezTo>
                  <a:pt x="2366815" y="2939434"/>
                  <a:pt x="2202448" y="2934626"/>
                  <a:pt x="2037512" y="2928063"/>
                </a:cubicBezTo>
                <a:lnTo>
                  <a:pt x="1873587" y="2921609"/>
                </a:lnTo>
                <a:lnTo>
                  <a:pt x="1895895" y="2921687"/>
                </a:lnTo>
                <a:cubicBezTo>
                  <a:pt x="2066135" y="2920709"/>
                  <a:pt x="2236375" y="2919731"/>
                  <a:pt x="2408939" y="2919939"/>
                </a:cubicBezTo>
                <a:close/>
                <a:moveTo>
                  <a:pt x="1269180" y="2919509"/>
                </a:moveTo>
                <a:lnTo>
                  <a:pt x="1375882" y="2919880"/>
                </a:lnTo>
                <a:lnTo>
                  <a:pt x="1500842" y="2920314"/>
                </a:lnTo>
                <a:lnTo>
                  <a:pt x="1493078" y="2920857"/>
                </a:lnTo>
                <a:lnTo>
                  <a:pt x="1492473" y="2920808"/>
                </a:lnTo>
                <a:lnTo>
                  <a:pt x="1438401" y="2922431"/>
                </a:lnTo>
                <a:lnTo>
                  <a:pt x="1361286" y="2922680"/>
                </a:lnTo>
                <a:lnTo>
                  <a:pt x="1236460" y="2921363"/>
                </a:lnTo>
                <a:close/>
                <a:moveTo>
                  <a:pt x="1584589" y="2917988"/>
                </a:moveTo>
                <a:lnTo>
                  <a:pt x="1590863" y="2920260"/>
                </a:lnTo>
                <a:lnTo>
                  <a:pt x="1590737" y="2920626"/>
                </a:lnTo>
                <a:lnTo>
                  <a:pt x="1585439" y="2920608"/>
                </a:lnTo>
                <a:close/>
                <a:moveTo>
                  <a:pt x="1542398" y="2917407"/>
                </a:moveTo>
                <a:lnTo>
                  <a:pt x="1547666" y="2920477"/>
                </a:lnTo>
                <a:lnTo>
                  <a:pt x="1500842" y="2920314"/>
                </a:lnTo>
                <a:close/>
                <a:moveTo>
                  <a:pt x="1590137" y="2915033"/>
                </a:moveTo>
                <a:lnTo>
                  <a:pt x="1789161" y="2918285"/>
                </a:lnTo>
                <a:lnTo>
                  <a:pt x="1873587" y="2921609"/>
                </a:lnTo>
                <a:lnTo>
                  <a:pt x="1591884" y="2920630"/>
                </a:lnTo>
                <a:lnTo>
                  <a:pt x="1590863" y="2920260"/>
                </a:lnTo>
                <a:lnTo>
                  <a:pt x="1591005" y="2919843"/>
                </a:lnTo>
                <a:close/>
                <a:moveTo>
                  <a:pt x="1578941" y="2914850"/>
                </a:moveTo>
                <a:lnTo>
                  <a:pt x="1583594" y="2914926"/>
                </a:lnTo>
                <a:lnTo>
                  <a:pt x="1584589" y="2917988"/>
                </a:lnTo>
                <a:lnTo>
                  <a:pt x="1579647" y="2916198"/>
                </a:lnTo>
                <a:lnTo>
                  <a:pt x="1577617" y="2914943"/>
                </a:lnTo>
                <a:close/>
                <a:moveTo>
                  <a:pt x="1583467" y="2914533"/>
                </a:moveTo>
                <a:cubicBezTo>
                  <a:pt x="1586973" y="2913395"/>
                  <a:pt x="1589012" y="2913702"/>
                  <a:pt x="1590096" y="2914805"/>
                </a:cubicBezTo>
                <a:lnTo>
                  <a:pt x="1590137" y="2915033"/>
                </a:lnTo>
                <a:lnTo>
                  <a:pt x="1583594" y="2914926"/>
                </a:lnTo>
                <a:close/>
                <a:moveTo>
                  <a:pt x="1536830" y="2914162"/>
                </a:moveTo>
                <a:lnTo>
                  <a:pt x="1577427" y="2914825"/>
                </a:lnTo>
                <a:lnTo>
                  <a:pt x="1577617" y="2914943"/>
                </a:lnTo>
                <a:lnTo>
                  <a:pt x="1542398" y="2917407"/>
                </a:lnTo>
                <a:close/>
                <a:moveTo>
                  <a:pt x="1575364" y="2913549"/>
                </a:moveTo>
                <a:lnTo>
                  <a:pt x="1583467" y="2914533"/>
                </a:lnTo>
                <a:lnTo>
                  <a:pt x="1578941" y="2914850"/>
                </a:lnTo>
                <a:lnTo>
                  <a:pt x="1577427" y="2914825"/>
                </a:lnTo>
                <a:close/>
                <a:moveTo>
                  <a:pt x="4384972" y="2909743"/>
                </a:moveTo>
                <a:lnTo>
                  <a:pt x="4379649" y="2912007"/>
                </a:lnTo>
                <a:lnTo>
                  <a:pt x="4305062" y="2930842"/>
                </a:lnTo>
                <a:lnTo>
                  <a:pt x="4150173" y="2940217"/>
                </a:lnTo>
                <a:lnTo>
                  <a:pt x="4036867" y="2941454"/>
                </a:lnTo>
                <a:lnTo>
                  <a:pt x="3995099" y="2940149"/>
                </a:lnTo>
                <a:lnTo>
                  <a:pt x="3954468" y="2942353"/>
                </a:lnTo>
                <a:lnTo>
                  <a:pt x="3933867" y="2942578"/>
                </a:lnTo>
                <a:cubicBezTo>
                  <a:pt x="3849886" y="2946575"/>
                  <a:pt x="3768272" y="2945925"/>
                  <a:pt x="3687842" y="2942952"/>
                </a:cubicBezTo>
                <a:lnTo>
                  <a:pt x="3593607" y="2937601"/>
                </a:lnTo>
                <a:lnTo>
                  <a:pt x="3661906" y="2932466"/>
                </a:lnTo>
                <a:lnTo>
                  <a:pt x="3773360" y="2919947"/>
                </a:lnTo>
                <a:lnTo>
                  <a:pt x="3844234" y="2923200"/>
                </a:lnTo>
                <a:cubicBezTo>
                  <a:pt x="3928170" y="2925035"/>
                  <a:pt x="4013291" y="2924546"/>
                  <a:pt x="4097272" y="2920549"/>
                </a:cubicBezTo>
                <a:cubicBezTo>
                  <a:pt x="4157934" y="2916365"/>
                  <a:pt x="4232624" y="2907628"/>
                  <a:pt x="4297843" y="2917480"/>
                </a:cubicBezTo>
                <a:close/>
                <a:moveTo>
                  <a:pt x="1536461" y="2908825"/>
                </a:moveTo>
                <a:lnTo>
                  <a:pt x="1545481" y="2909920"/>
                </a:lnTo>
                <a:lnTo>
                  <a:pt x="1536830" y="2914162"/>
                </a:lnTo>
                <a:close/>
                <a:moveTo>
                  <a:pt x="3008483" y="2907214"/>
                </a:moveTo>
                <a:lnTo>
                  <a:pt x="3598298" y="2911910"/>
                </a:lnTo>
                <a:lnTo>
                  <a:pt x="3658948" y="2914695"/>
                </a:lnTo>
                <a:lnTo>
                  <a:pt x="3630908" y="2916836"/>
                </a:lnTo>
                <a:lnTo>
                  <a:pt x="3481733" y="2931248"/>
                </a:lnTo>
                <a:lnTo>
                  <a:pt x="3448920" y="2929385"/>
                </a:lnTo>
                <a:cubicBezTo>
                  <a:pt x="3276401" y="2923345"/>
                  <a:pt x="3103882" y="2917306"/>
                  <a:pt x="2935920" y="2925301"/>
                </a:cubicBezTo>
                <a:lnTo>
                  <a:pt x="2701463" y="2922915"/>
                </a:lnTo>
                <a:close/>
                <a:moveTo>
                  <a:pt x="1546300" y="2895573"/>
                </a:moveTo>
                <a:lnTo>
                  <a:pt x="1575364" y="2913549"/>
                </a:lnTo>
                <a:lnTo>
                  <a:pt x="1545481" y="2909920"/>
                </a:lnTo>
                <a:lnTo>
                  <a:pt x="1548534" y="2908423"/>
                </a:lnTo>
                <a:cubicBezTo>
                  <a:pt x="1549718" y="2906099"/>
                  <a:pt x="1548579" y="2902590"/>
                  <a:pt x="1546300" y="2895573"/>
                </a:cubicBezTo>
                <a:close/>
                <a:moveTo>
                  <a:pt x="1546300" y="2895573"/>
                </a:moveTo>
                <a:cubicBezTo>
                  <a:pt x="1889059" y="2900635"/>
                  <a:pt x="2230679" y="2902189"/>
                  <a:pt x="2572299" y="2903742"/>
                </a:cubicBezTo>
                <a:lnTo>
                  <a:pt x="2674902" y="2904559"/>
                </a:lnTo>
                <a:lnTo>
                  <a:pt x="2404337" y="2911737"/>
                </a:lnTo>
                <a:cubicBezTo>
                  <a:pt x="2124519" y="2909509"/>
                  <a:pt x="1826118" y="2897801"/>
                  <a:pt x="1546300" y="2895573"/>
                </a:cubicBezTo>
                <a:close/>
                <a:moveTo>
                  <a:pt x="294594" y="2865211"/>
                </a:moveTo>
                <a:lnTo>
                  <a:pt x="315173" y="2876440"/>
                </a:lnTo>
                <a:lnTo>
                  <a:pt x="330203" y="2881261"/>
                </a:lnTo>
                <a:lnTo>
                  <a:pt x="340648" y="2889985"/>
                </a:lnTo>
                <a:cubicBezTo>
                  <a:pt x="355802" y="2900093"/>
                  <a:pt x="372062" y="2908388"/>
                  <a:pt x="389506" y="2914360"/>
                </a:cubicBezTo>
                <a:cubicBezTo>
                  <a:pt x="431408" y="2924026"/>
                  <a:pt x="472170" y="2930183"/>
                  <a:pt x="513546" y="2932262"/>
                </a:cubicBezTo>
                <a:lnTo>
                  <a:pt x="551650" y="2930303"/>
                </a:lnTo>
                <a:lnTo>
                  <a:pt x="631490" y="2937356"/>
                </a:lnTo>
                <a:cubicBezTo>
                  <a:pt x="667985" y="2939324"/>
                  <a:pt x="704124" y="2940195"/>
                  <a:pt x="739101" y="2940473"/>
                </a:cubicBezTo>
                <a:lnTo>
                  <a:pt x="794242" y="2943845"/>
                </a:lnTo>
                <a:lnTo>
                  <a:pt x="711048" y="2949582"/>
                </a:lnTo>
                <a:cubicBezTo>
                  <a:pt x="631801" y="2944285"/>
                  <a:pt x="557112" y="2953022"/>
                  <a:pt x="477866" y="2947725"/>
                </a:cubicBezTo>
                <a:cubicBezTo>
                  <a:pt x="412646" y="2937874"/>
                  <a:pt x="342870" y="2913988"/>
                  <a:pt x="296589" y="2866960"/>
                </a:cubicBezTo>
                <a:close/>
                <a:moveTo>
                  <a:pt x="284233" y="2837751"/>
                </a:moveTo>
                <a:lnTo>
                  <a:pt x="346989" y="2870715"/>
                </a:lnTo>
                <a:cubicBezTo>
                  <a:pt x="415001" y="2896628"/>
                  <a:pt x="488954" y="2908007"/>
                  <a:pt x="561790" y="2912961"/>
                </a:cubicBezTo>
                <a:lnTo>
                  <a:pt x="612445" y="2914669"/>
                </a:lnTo>
                <a:lnTo>
                  <a:pt x="622688" y="2916216"/>
                </a:lnTo>
                <a:lnTo>
                  <a:pt x="639506" y="2915582"/>
                </a:lnTo>
                <a:lnTo>
                  <a:pt x="669324" y="2916587"/>
                </a:lnTo>
                <a:lnTo>
                  <a:pt x="740018" y="2923973"/>
                </a:lnTo>
                <a:lnTo>
                  <a:pt x="641271" y="2925696"/>
                </a:lnTo>
                <a:lnTo>
                  <a:pt x="551650" y="2930303"/>
                </a:lnTo>
                <a:lnTo>
                  <a:pt x="521743" y="2927661"/>
                </a:lnTo>
                <a:cubicBezTo>
                  <a:pt x="485342" y="2922997"/>
                  <a:pt x="449390" y="2916732"/>
                  <a:pt x="414693" y="2908363"/>
                </a:cubicBezTo>
                <a:lnTo>
                  <a:pt x="330203" y="2881261"/>
                </a:lnTo>
                <a:lnTo>
                  <a:pt x="298432" y="2854726"/>
                </a:lnTo>
                <a:close/>
                <a:moveTo>
                  <a:pt x="138453" y="2809709"/>
                </a:moveTo>
                <a:cubicBezTo>
                  <a:pt x="143010" y="2823743"/>
                  <a:pt x="128983" y="2828297"/>
                  <a:pt x="124426" y="2814263"/>
                </a:cubicBezTo>
                <a:cubicBezTo>
                  <a:pt x="138453" y="2809709"/>
                  <a:pt x="138453" y="2809709"/>
                  <a:pt x="138453" y="2809709"/>
                </a:cubicBezTo>
                <a:close/>
                <a:moveTo>
                  <a:pt x="128210" y="2711762"/>
                </a:moveTo>
                <a:lnTo>
                  <a:pt x="144559" y="2745809"/>
                </a:lnTo>
                <a:lnTo>
                  <a:pt x="138453" y="2809709"/>
                </a:lnTo>
                <a:lnTo>
                  <a:pt x="127211" y="2738821"/>
                </a:lnTo>
                <a:close/>
                <a:moveTo>
                  <a:pt x="147875" y="2711111"/>
                </a:moveTo>
                <a:lnTo>
                  <a:pt x="171234" y="2753977"/>
                </a:lnTo>
                <a:cubicBezTo>
                  <a:pt x="181626" y="2767329"/>
                  <a:pt x="193264" y="2779670"/>
                  <a:pt x="206370" y="2790747"/>
                </a:cubicBezTo>
                <a:lnTo>
                  <a:pt x="243594" y="2815471"/>
                </a:lnTo>
                <a:lnTo>
                  <a:pt x="255617" y="2831055"/>
                </a:lnTo>
                <a:lnTo>
                  <a:pt x="294594" y="2865211"/>
                </a:lnTo>
                <a:lnTo>
                  <a:pt x="232731" y="2831456"/>
                </a:lnTo>
                <a:cubicBezTo>
                  <a:pt x="206040" y="2814913"/>
                  <a:pt x="180532" y="2796045"/>
                  <a:pt x="157392" y="2772531"/>
                </a:cubicBezTo>
                <a:lnTo>
                  <a:pt x="144559" y="2745809"/>
                </a:lnTo>
                <a:close/>
                <a:moveTo>
                  <a:pt x="107234" y="2612857"/>
                </a:moveTo>
                <a:lnTo>
                  <a:pt x="122076" y="2663765"/>
                </a:lnTo>
                <a:lnTo>
                  <a:pt x="129480" y="2677352"/>
                </a:lnTo>
                <a:lnTo>
                  <a:pt x="128210" y="2711762"/>
                </a:lnTo>
                <a:lnTo>
                  <a:pt x="120311" y="2695314"/>
                </a:lnTo>
                <a:close/>
                <a:moveTo>
                  <a:pt x="85922" y="2599831"/>
                </a:moveTo>
                <a:lnTo>
                  <a:pt x="115499" y="2685293"/>
                </a:lnTo>
                <a:lnTo>
                  <a:pt x="120311" y="2695314"/>
                </a:lnTo>
                <a:lnTo>
                  <a:pt x="127211" y="2738821"/>
                </a:lnTo>
                <a:lnTo>
                  <a:pt x="124426" y="2814263"/>
                </a:lnTo>
                <a:cubicBezTo>
                  <a:pt x="109705" y="2756987"/>
                  <a:pt x="98491" y="2698572"/>
                  <a:pt x="89978" y="2639523"/>
                </a:cubicBezTo>
                <a:close/>
                <a:moveTo>
                  <a:pt x="139422" y="2547806"/>
                </a:moveTo>
                <a:lnTo>
                  <a:pt x="232081" y="2763794"/>
                </a:lnTo>
                <a:cubicBezTo>
                  <a:pt x="241284" y="2780198"/>
                  <a:pt x="251363" y="2796318"/>
                  <a:pt x="262396" y="2811643"/>
                </a:cubicBezTo>
                <a:lnTo>
                  <a:pt x="284233" y="2837751"/>
                </a:lnTo>
                <a:lnTo>
                  <a:pt x="250309" y="2819931"/>
                </a:lnTo>
                <a:lnTo>
                  <a:pt x="243594" y="2815471"/>
                </a:lnTo>
                <a:lnTo>
                  <a:pt x="222567" y="2788215"/>
                </a:lnTo>
                <a:cubicBezTo>
                  <a:pt x="202978" y="2757730"/>
                  <a:pt x="188079" y="2723782"/>
                  <a:pt x="176687" y="2688696"/>
                </a:cubicBezTo>
                <a:lnTo>
                  <a:pt x="145163" y="2601595"/>
                </a:lnTo>
                <a:lnTo>
                  <a:pt x="144788" y="2590456"/>
                </a:lnTo>
                <a:close/>
                <a:moveTo>
                  <a:pt x="114890" y="2517953"/>
                </a:moveTo>
                <a:lnTo>
                  <a:pt x="145163" y="2601595"/>
                </a:lnTo>
                <a:lnTo>
                  <a:pt x="148589" y="2703637"/>
                </a:lnTo>
                <a:lnTo>
                  <a:pt x="147875" y="2711111"/>
                </a:lnTo>
                <a:lnTo>
                  <a:pt x="129480" y="2677352"/>
                </a:lnTo>
                <a:lnTo>
                  <a:pt x="129570" y="2674907"/>
                </a:lnTo>
                <a:cubicBezTo>
                  <a:pt x="126989" y="2631142"/>
                  <a:pt x="121470" y="2590271"/>
                  <a:pt x="117091" y="2552908"/>
                </a:cubicBezTo>
                <a:close/>
                <a:moveTo>
                  <a:pt x="4703995" y="2396904"/>
                </a:moveTo>
                <a:lnTo>
                  <a:pt x="4704217" y="2397881"/>
                </a:lnTo>
                <a:lnTo>
                  <a:pt x="4702900" y="2398110"/>
                </a:lnTo>
                <a:close/>
                <a:moveTo>
                  <a:pt x="4715742" y="2395879"/>
                </a:moveTo>
                <a:lnTo>
                  <a:pt x="4716177" y="2396765"/>
                </a:lnTo>
                <a:lnTo>
                  <a:pt x="4713009" y="2410342"/>
                </a:lnTo>
                <a:lnTo>
                  <a:pt x="4707457" y="2412144"/>
                </a:lnTo>
                <a:lnTo>
                  <a:pt x="4704217" y="2397881"/>
                </a:lnTo>
                <a:close/>
                <a:moveTo>
                  <a:pt x="4717120" y="2388383"/>
                </a:moveTo>
                <a:lnTo>
                  <a:pt x="4721483" y="2407590"/>
                </a:lnTo>
                <a:lnTo>
                  <a:pt x="4716177" y="2396765"/>
                </a:lnTo>
                <a:lnTo>
                  <a:pt x="4716926" y="2393555"/>
                </a:lnTo>
                <a:close/>
                <a:moveTo>
                  <a:pt x="4734553" y="2338544"/>
                </a:moveTo>
                <a:lnTo>
                  <a:pt x="4721127" y="2454247"/>
                </a:lnTo>
                <a:cubicBezTo>
                  <a:pt x="4711302" y="2519493"/>
                  <a:pt x="4687450" y="2589294"/>
                  <a:pt x="4659042" y="2645060"/>
                </a:cubicBezTo>
                <a:cubicBezTo>
                  <a:pt x="4644659" y="2696272"/>
                  <a:pt x="4620808" y="2766072"/>
                  <a:pt x="4573816" y="2812358"/>
                </a:cubicBezTo>
                <a:cubicBezTo>
                  <a:pt x="4556194" y="2829715"/>
                  <a:pt x="4538002" y="2845318"/>
                  <a:pt x="4519022" y="2859238"/>
                </a:cubicBezTo>
                <a:lnTo>
                  <a:pt x="4463840" y="2893335"/>
                </a:lnTo>
                <a:lnTo>
                  <a:pt x="4388268" y="2909451"/>
                </a:lnTo>
                <a:lnTo>
                  <a:pt x="4384972" y="2909743"/>
                </a:lnTo>
                <a:lnTo>
                  <a:pt x="4454368" y="2880231"/>
                </a:lnTo>
                <a:cubicBezTo>
                  <a:pt x="4502366" y="2854950"/>
                  <a:pt x="4545763" y="2821467"/>
                  <a:pt x="4578728" y="2779735"/>
                </a:cubicBezTo>
                <a:cubicBezTo>
                  <a:pt x="4607137" y="2723969"/>
                  <a:pt x="4635545" y="2668203"/>
                  <a:pt x="4659397" y="2598403"/>
                </a:cubicBezTo>
                <a:cubicBezTo>
                  <a:pt x="4671323" y="2563503"/>
                  <a:pt x="4683249" y="2528602"/>
                  <a:pt x="4693422" y="2494271"/>
                </a:cubicBezTo>
                <a:lnTo>
                  <a:pt x="4713009" y="2410342"/>
                </a:lnTo>
                <a:lnTo>
                  <a:pt x="4714470" y="2409867"/>
                </a:lnTo>
                <a:cubicBezTo>
                  <a:pt x="4717976" y="2408728"/>
                  <a:pt x="4721483" y="2407590"/>
                  <a:pt x="4721483" y="2407590"/>
                </a:cubicBezTo>
                <a:close/>
                <a:moveTo>
                  <a:pt x="4688536" y="2328846"/>
                </a:moveTo>
                <a:lnTo>
                  <a:pt x="4694117" y="2353415"/>
                </a:lnTo>
                <a:lnTo>
                  <a:pt x="4688671" y="2448302"/>
                </a:lnTo>
                <a:cubicBezTo>
                  <a:pt x="4681126" y="2501172"/>
                  <a:pt x="4667906" y="2552977"/>
                  <a:pt x="4645371" y="2602957"/>
                </a:cubicBezTo>
                <a:cubicBezTo>
                  <a:pt x="4616962" y="2658723"/>
                  <a:pt x="4574527" y="2719043"/>
                  <a:pt x="4522978" y="2751295"/>
                </a:cubicBezTo>
                <a:cubicBezTo>
                  <a:pt x="4471429" y="2783547"/>
                  <a:pt x="4401297" y="2806318"/>
                  <a:pt x="4345191" y="2824536"/>
                </a:cubicBezTo>
                <a:cubicBezTo>
                  <a:pt x="4204926" y="2870079"/>
                  <a:pt x="4055548" y="2887554"/>
                  <a:pt x="3906169" y="2905029"/>
                </a:cubicBezTo>
                <a:lnTo>
                  <a:pt x="3773360" y="2919947"/>
                </a:lnTo>
                <a:lnTo>
                  <a:pt x="3658948" y="2914695"/>
                </a:lnTo>
                <a:lnTo>
                  <a:pt x="3872990" y="2898349"/>
                </a:lnTo>
                <a:cubicBezTo>
                  <a:pt x="3951755" y="2890228"/>
                  <a:pt x="4029951" y="2880352"/>
                  <a:pt x="4111654" y="2869337"/>
                </a:cubicBezTo>
                <a:cubicBezTo>
                  <a:pt x="4181786" y="2846565"/>
                  <a:pt x="4256475" y="2837828"/>
                  <a:pt x="4326608" y="2815056"/>
                </a:cubicBezTo>
                <a:cubicBezTo>
                  <a:pt x="4396740" y="2792284"/>
                  <a:pt x="4466872" y="2769512"/>
                  <a:pt x="4518421" y="2737261"/>
                </a:cubicBezTo>
                <a:cubicBezTo>
                  <a:pt x="4645015" y="2649614"/>
                  <a:pt x="4674135" y="2500533"/>
                  <a:pt x="4689229" y="2356007"/>
                </a:cubicBezTo>
                <a:close/>
                <a:moveTo>
                  <a:pt x="88343" y="2326940"/>
                </a:moveTo>
                <a:lnTo>
                  <a:pt x="105440" y="2427488"/>
                </a:lnTo>
                <a:lnTo>
                  <a:pt x="110317" y="2445326"/>
                </a:lnTo>
                <a:lnTo>
                  <a:pt x="114890" y="2517953"/>
                </a:lnTo>
                <a:lnTo>
                  <a:pt x="101320" y="2480458"/>
                </a:lnTo>
                <a:lnTo>
                  <a:pt x="93881" y="2445595"/>
                </a:lnTo>
                <a:lnTo>
                  <a:pt x="88753" y="2370124"/>
                </a:lnTo>
                <a:close/>
                <a:moveTo>
                  <a:pt x="4719546" y="2323866"/>
                </a:moveTo>
                <a:lnTo>
                  <a:pt x="4717120" y="2388383"/>
                </a:lnTo>
                <a:lnTo>
                  <a:pt x="4713361" y="2371831"/>
                </a:lnTo>
                <a:close/>
                <a:moveTo>
                  <a:pt x="4697550" y="2293602"/>
                </a:moveTo>
                <a:lnTo>
                  <a:pt x="4698921" y="2308257"/>
                </a:lnTo>
                <a:lnTo>
                  <a:pt x="4713361" y="2371831"/>
                </a:lnTo>
                <a:lnTo>
                  <a:pt x="4712369" y="2379521"/>
                </a:lnTo>
                <a:cubicBezTo>
                  <a:pt x="4712369" y="2379521"/>
                  <a:pt x="4713508" y="2383030"/>
                  <a:pt x="4712894" y="2387108"/>
                </a:cubicBezTo>
                <a:lnTo>
                  <a:pt x="4703995" y="2396904"/>
                </a:lnTo>
                <a:lnTo>
                  <a:pt x="4694117" y="2353415"/>
                </a:lnTo>
                <a:close/>
                <a:moveTo>
                  <a:pt x="67541" y="2253087"/>
                </a:moveTo>
                <a:lnTo>
                  <a:pt x="68033" y="2258557"/>
                </a:lnTo>
                <a:cubicBezTo>
                  <a:pt x="68905" y="2297059"/>
                  <a:pt x="72407" y="2334707"/>
                  <a:pt x="78101" y="2371643"/>
                </a:cubicBezTo>
                <a:lnTo>
                  <a:pt x="93881" y="2445595"/>
                </a:lnTo>
                <a:lnTo>
                  <a:pt x="103757" y="2590931"/>
                </a:lnTo>
                <a:lnTo>
                  <a:pt x="107234" y="2612857"/>
                </a:lnTo>
                <a:lnTo>
                  <a:pt x="92249" y="2561458"/>
                </a:lnTo>
                <a:lnTo>
                  <a:pt x="71940" y="2462972"/>
                </a:lnTo>
                <a:lnTo>
                  <a:pt x="71736" y="2460976"/>
                </a:lnTo>
                <a:close/>
                <a:moveTo>
                  <a:pt x="4685913" y="2241330"/>
                </a:moveTo>
                <a:lnTo>
                  <a:pt x="4686648" y="2254792"/>
                </a:lnTo>
                <a:lnTo>
                  <a:pt x="4688536" y="2328846"/>
                </a:lnTo>
                <a:lnTo>
                  <a:pt x="4684895" y="2312812"/>
                </a:lnTo>
                <a:lnTo>
                  <a:pt x="4683034" y="2292917"/>
                </a:lnTo>
                <a:lnTo>
                  <a:pt x="4685383" y="2248658"/>
                </a:lnTo>
                <a:close/>
                <a:moveTo>
                  <a:pt x="4671371" y="2129094"/>
                </a:moveTo>
                <a:lnTo>
                  <a:pt x="4676270" y="2220589"/>
                </a:lnTo>
                <a:lnTo>
                  <a:pt x="4683034" y="2292917"/>
                </a:lnTo>
                <a:lnTo>
                  <a:pt x="4679937" y="2351267"/>
                </a:lnTo>
                <a:cubicBezTo>
                  <a:pt x="4679670" y="2386260"/>
                  <a:pt x="4679404" y="2421253"/>
                  <a:pt x="4674491" y="2453876"/>
                </a:cubicBezTo>
                <a:cubicBezTo>
                  <a:pt x="4664666" y="2519122"/>
                  <a:pt x="4640814" y="2588922"/>
                  <a:pt x="4593822" y="2635209"/>
                </a:cubicBezTo>
                <a:cubicBezTo>
                  <a:pt x="4560856" y="2676940"/>
                  <a:pt x="4495281" y="2713747"/>
                  <a:pt x="4439175" y="2731964"/>
                </a:cubicBezTo>
                <a:cubicBezTo>
                  <a:pt x="4298910" y="2777507"/>
                  <a:pt x="4168115" y="2804462"/>
                  <a:pt x="4018737" y="2821937"/>
                </a:cubicBezTo>
                <a:cubicBezTo>
                  <a:pt x="3850775" y="2829932"/>
                  <a:pt x="3701396" y="2847407"/>
                  <a:pt x="3537991" y="2869436"/>
                </a:cubicBezTo>
                <a:cubicBezTo>
                  <a:pt x="3372308" y="2884448"/>
                  <a:pt x="3205485" y="2895951"/>
                  <a:pt x="3038093" y="2905700"/>
                </a:cubicBezTo>
                <a:lnTo>
                  <a:pt x="3008483" y="2907214"/>
                </a:lnTo>
                <a:lnTo>
                  <a:pt x="2674902" y="2904559"/>
                </a:lnTo>
                <a:lnTo>
                  <a:pt x="2911641" y="2898278"/>
                </a:lnTo>
                <a:cubicBezTo>
                  <a:pt x="3079603" y="2890283"/>
                  <a:pt x="3246426" y="2878780"/>
                  <a:pt x="3412109" y="2863768"/>
                </a:cubicBezTo>
                <a:cubicBezTo>
                  <a:pt x="3575514" y="2841738"/>
                  <a:pt x="3738919" y="2819709"/>
                  <a:pt x="3906881" y="2811714"/>
                </a:cubicBezTo>
                <a:cubicBezTo>
                  <a:pt x="4056259" y="2794240"/>
                  <a:pt x="4205638" y="2776765"/>
                  <a:pt x="4350459" y="2745255"/>
                </a:cubicBezTo>
                <a:cubicBezTo>
                  <a:pt x="4420592" y="2722484"/>
                  <a:pt x="4490724" y="2699712"/>
                  <a:pt x="4551743" y="2648872"/>
                </a:cubicBezTo>
                <a:cubicBezTo>
                  <a:pt x="4603292" y="2616620"/>
                  <a:pt x="4641169" y="2542265"/>
                  <a:pt x="4646438" y="2462985"/>
                </a:cubicBezTo>
                <a:cubicBezTo>
                  <a:pt x="4656263" y="2397739"/>
                  <a:pt x="4666088" y="2332492"/>
                  <a:pt x="4661887" y="2271801"/>
                </a:cubicBezTo>
                <a:close/>
                <a:moveTo>
                  <a:pt x="4695094" y="2120384"/>
                </a:moveTo>
                <a:lnTo>
                  <a:pt x="4694930" y="2124355"/>
                </a:lnTo>
                <a:cubicBezTo>
                  <a:pt x="4695538" y="2178457"/>
                  <a:pt x="4697745" y="2233008"/>
                  <a:pt x="4697915" y="2287252"/>
                </a:cubicBezTo>
                <a:lnTo>
                  <a:pt x="4697550" y="2293602"/>
                </a:lnTo>
                <a:lnTo>
                  <a:pt x="4690296" y="2216035"/>
                </a:lnTo>
                <a:lnTo>
                  <a:pt x="4690597" y="2176555"/>
                </a:lnTo>
                <a:lnTo>
                  <a:pt x="4693856" y="2131492"/>
                </a:lnTo>
                <a:close/>
                <a:moveTo>
                  <a:pt x="4699370" y="2017807"/>
                </a:moveTo>
                <a:lnTo>
                  <a:pt x="4704377" y="2037122"/>
                </a:lnTo>
                <a:lnTo>
                  <a:pt x="4695094" y="2120384"/>
                </a:lnTo>
                <a:close/>
                <a:moveTo>
                  <a:pt x="4707672" y="1990470"/>
                </a:moveTo>
                <a:lnTo>
                  <a:pt x="4729205" y="2082925"/>
                </a:lnTo>
                <a:lnTo>
                  <a:pt x="4737554" y="2184216"/>
                </a:lnTo>
                <a:lnTo>
                  <a:pt x="4719546" y="2323866"/>
                </a:lnTo>
                <a:lnTo>
                  <a:pt x="4724971" y="2179566"/>
                </a:lnTo>
                <a:cubicBezTo>
                  <a:pt x="4723199" y="2144265"/>
                  <a:pt x="4719532" y="2109095"/>
                  <a:pt x="4713460" y="2073978"/>
                </a:cubicBezTo>
                <a:lnTo>
                  <a:pt x="4704377" y="2037122"/>
                </a:lnTo>
                <a:lnTo>
                  <a:pt x="4705745" y="2024851"/>
                </a:lnTo>
                <a:close/>
                <a:moveTo>
                  <a:pt x="4687518" y="1968714"/>
                </a:moveTo>
                <a:lnTo>
                  <a:pt x="4692042" y="1987070"/>
                </a:lnTo>
                <a:lnTo>
                  <a:pt x="4691185" y="2099391"/>
                </a:lnTo>
                <a:lnTo>
                  <a:pt x="4690597" y="2176555"/>
                </a:lnTo>
                <a:lnTo>
                  <a:pt x="4685913" y="2241330"/>
                </a:lnTo>
                <a:lnTo>
                  <a:pt x="4681405" y="2158805"/>
                </a:lnTo>
                <a:cubicBezTo>
                  <a:pt x="4678387" y="2095790"/>
                  <a:pt x="4677693" y="2033960"/>
                  <a:pt x="4687518" y="1968714"/>
                </a:cubicBezTo>
                <a:close/>
                <a:moveTo>
                  <a:pt x="4701544" y="1964159"/>
                </a:moveTo>
                <a:lnTo>
                  <a:pt x="4699370" y="2017807"/>
                </a:lnTo>
                <a:lnTo>
                  <a:pt x="4692042" y="1987070"/>
                </a:lnTo>
                <a:lnTo>
                  <a:pt x="4692075" y="1982748"/>
                </a:lnTo>
                <a:lnTo>
                  <a:pt x="4691343" y="1967471"/>
                </a:lnTo>
                <a:lnTo>
                  <a:pt x="4694531" y="1966436"/>
                </a:lnTo>
                <a:cubicBezTo>
                  <a:pt x="4698038" y="1965298"/>
                  <a:pt x="4701544" y="1964159"/>
                  <a:pt x="4701544" y="1964159"/>
                </a:cubicBezTo>
                <a:close/>
                <a:moveTo>
                  <a:pt x="4690837" y="1956895"/>
                </a:moveTo>
                <a:lnTo>
                  <a:pt x="4691343" y="1967471"/>
                </a:lnTo>
                <a:lnTo>
                  <a:pt x="4687518" y="1968714"/>
                </a:lnTo>
                <a:close/>
                <a:moveTo>
                  <a:pt x="88178" y="1768755"/>
                </a:moveTo>
                <a:lnTo>
                  <a:pt x="89879" y="1841559"/>
                </a:lnTo>
                <a:lnTo>
                  <a:pt x="84549" y="1927401"/>
                </a:lnTo>
                <a:lnTo>
                  <a:pt x="88343" y="2326940"/>
                </a:lnTo>
                <a:lnTo>
                  <a:pt x="86260" y="2314695"/>
                </a:lnTo>
                <a:cubicBezTo>
                  <a:pt x="64187" y="2151208"/>
                  <a:pt x="74724" y="1992648"/>
                  <a:pt x="85261" y="1834087"/>
                </a:cubicBezTo>
                <a:close/>
                <a:moveTo>
                  <a:pt x="96701" y="1731671"/>
                </a:moveTo>
                <a:lnTo>
                  <a:pt x="97105" y="1734716"/>
                </a:lnTo>
                <a:lnTo>
                  <a:pt x="99287" y="1829532"/>
                </a:lnTo>
                <a:cubicBezTo>
                  <a:pt x="107334" y="1997573"/>
                  <a:pt x="115380" y="2165614"/>
                  <a:pt x="123427" y="2333655"/>
                </a:cubicBezTo>
                <a:cubicBezTo>
                  <a:pt x="123071" y="2380312"/>
                  <a:pt x="125083" y="2422322"/>
                  <a:pt x="128848" y="2463763"/>
                </a:cubicBezTo>
                <a:lnTo>
                  <a:pt x="139422" y="2547806"/>
                </a:lnTo>
                <a:lnTo>
                  <a:pt x="136422" y="2540813"/>
                </a:lnTo>
                <a:lnTo>
                  <a:pt x="110317" y="2445326"/>
                </a:lnTo>
                <a:lnTo>
                  <a:pt x="101296" y="2302056"/>
                </a:lnTo>
                <a:cubicBezTo>
                  <a:pt x="97930" y="2217822"/>
                  <a:pt x="96098" y="2133090"/>
                  <a:pt x="94705" y="2048216"/>
                </a:cubicBezTo>
                <a:lnTo>
                  <a:pt x="89879" y="1841559"/>
                </a:lnTo>
                <a:close/>
                <a:moveTo>
                  <a:pt x="94586" y="1625275"/>
                </a:moveTo>
                <a:lnTo>
                  <a:pt x="96944" y="1727746"/>
                </a:lnTo>
                <a:lnTo>
                  <a:pt x="96701" y="1731671"/>
                </a:lnTo>
                <a:lnTo>
                  <a:pt x="95442" y="1722183"/>
                </a:lnTo>
                <a:lnTo>
                  <a:pt x="94136" y="1635340"/>
                </a:lnTo>
                <a:close/>
                <a:moveTo>
                  <a:pt x="78559" y="1596702"/>
                </a:moveTo>
                <a:lnTo>
                  <a:pt x="77214" y="1666046"/>
                </a:lnTo>
                <a:cubicBezTo>
                  <a:pt x="76147" y="1806018"/>
                  <a:pt x="61053" y="1950545"/>
                  <a:pt x="64543" y="2104551"/>
                </a:cubicBezTo>
                <a:lnTo>
                  <a:pt x="67541" y="2253087"/>
                </a:lnTo>
                <a:lnTo>
                  <a:pt x="57083" y="2136789"/>
                </a:lnTo>
                <a:cubicBezTo>
                  <a:pt x="51228" y="2017790"/>
                  <a:pt x="59131" y="1896870"/>
                  <a:pt x="67033" y="1777949"/>
                </a:cubicBezTo>
                <a:close/>
                <a:moveTo>
                  <a:pt x="80352" y="1504188"/>
                </a:moveTo>
                <a:lnTo>
                  <a:pt x="82451" y="1534505"/>
                </a:lnTo>
                <a:lnTo>
                  <a:pt x="82269" y="1538354"/>
                </a:lnTo>
                <a:lnTo>
                  <a:pt x="78559" y="1596702"/>
                </a:lnTo>
                <a:close/>
                <a:moveTo>
                  <a:pt x="89206" y="1391530"/>
                </a:moveTo>
                <a:lnTo>
                  <a:pt x="92854" y="1550014"/>
                </a:lnTo>
                <a:lnTo>
                  <a:pt x="94136" y="1635340"/>
                </a:lnTo>
                <a:lnTo>
                  <a:pt x="88178" y="1768755"/>
                </a:lnTo>
                <a:lnTo>
                  <a:pt x="82838" y="1540108"/>
                </a:lnTo>
                <a:lnTo>
                  <a:pt x="82451" y="1534505"/>
                </a:lnTo>
                <a:close/>
                <a:moveTo>
                  <a:pt x="108249" y="1325701"/>
                </a:moveTo>
                <a:lnTo>
                  <a:pt x="108871" y="1518808"/>
                </a:lnTo>
                <a:cubicBezTo>
                  <a:pt x="115601" y="1754423"/>
                  <a:pt x="140033" y="1990834"/>
                  <a:pt x="180244" y="2222123"/>
                </a:cubicBezTo>
                <a:cubicBezTo>
                  <a:pt x="203029" y="2292294"/>
                  <a:pt x="225813" y="2362466"/>
                  <a:pt x="234571" y="2437192"/>
                </a:cubicBezTo>
                <a:cubicBezTo>
                  <a:pt x="252799" y="2493329"/>
                  <a:pt x="261557" y="2568056"/>
                  <a:pt x="279785" y="2624193"/>
                </a:cubicBezTo>
                <a:cubicBezTo>
                  <a:pt x="283986" y="2684885"/>
                  <a:pt x="306770" y="2755056"/>
                  <a:pt x="353051" y="2802085"/>
                </a:cubicBezTo>
                <a:cubicBezTo>
                  <a:pt x="399332" y="2849114"/>
                  <a:pt x="469108" y="2872999"/>
                  <a:pt x="534328" y="2882851"/>
                </a:cubicBezTo>
                <a:cubicBezTo>
                  <a:pt x="613574" y="2888148"/>
                  <a:pt x="692820" y="2893445"/>
                  <a:pt x="753483" y="2889261"/>
                </a:cubicBezTo>
                <a:cubicBezTo>
                  <a:pt x="846755" y="2890004"/>
                  <a:pt x="926002" y="2895301"/>
                  <a:pt x="1019274" y="2896043"/>
                </a:cubicBezTo>
                <a:cubicBezTo>
                  <a:pt x="1191793" y="2902083"/>
                  <a:pt x="1359755" y="2894088"/>
                  <a:pt x="1546300" y="2895573"/>
                </a:cubicBezTo>
                <a:cubicBezTo>
                  <a:pt x="1539287" y="2897851"/>
                  <a:pt x="1536920" y="2902498"/>
                  <a:pt x="1536305" y="2906575"/>
                </a:cubicBezTo>
                <a:lnTo>
                  <a:pt x="1536461" y="2908825"/>
                </a:lnTo>
                <a:lnTo>
                  <a:pt x="1481320" y="2902128"/>
                </a:lnTo>
                <a:cubicBezTo>
                  <a:pt x="1412680" y="2901144"/>
                  <a:pt x="1343075" y="2912109"/>
                  <a:pt x="1273207" y="2919281"/>
                </a:cubicBezTo>
                <a:lnTo>
                  <a:pt x="1269180" y="2919509"/>
                </a:lnTo>
                <a:lnTo>
                  <a:pt x="855869" y="2918073"/>
                </a:lnTo>
                <a:cubicBezTo>
                  <a:pt x="816246" y="2915424"/>
                  <a:pt x="776623" y="2912776"/>
                  <a:pt x="737570" y="2911882"/>
                </a:cubicBezTo>
                <a:lnTo>
                  <a:pt x="639506" y="2915582"/>
                </a:lnTo>
                <a:lnTo>
                  <a:pt x="612445" y="2914669"/>
                </a:lnTo>
                <a:lnTo>
                  <a:pt x="427029" y="2886662"/>
                </a:lnTo>
                <a:cubicBezTo>
                  <a:pt x="315528" y="2829782"/>
                  <a:pt x="274516" y="2703473"/>
                  <a:pt x="252088" y="2586644"/>
                </a:cubicBezTo>
                <a:cubicBezTo>
                  <a:pt x="204774" y="2369298"/>
                  <a:pt x="157460" y="2151951"/>
                  <a:pt x="123903" y="1936682"/>
                </a:cubicBezTo>
                <a:lnTo>
                  <a:pt x="97105" y="1734716"/>
                </a:lnTo>
                <a:lnTo>
                  <a:pt x="96944" y="1727746"/>
                </a:lnTo>
                <a:lnTo>
                  <a:pt x="99171" y="1691884"/>
                </a:lnTo>
                <a:cubicBezTo>
                  <a:pt x="103256" y="1614927"/>
                  <a:pt x="106157" y="1540294"/>
                  <a:pt x="106690" y="1470308"/>
                </a:cubicBezTo>
                <a:lnTo>
                  <a:pt x="103539" y="1424789"/>
                </a:lnTo>
                <a:lnTo>
                  <a:pt x="107757" y="1330336"/>
                </a:lnTo>
                <a:close/>
                <a:moveTo>
                  <a:pt x="98656" y="1267073"/>
                </a:moveTo>
                <a:lnTo>
                  <a:pt x="97763" y="1341338"/>
                </a:lnTo>
                <a:lnTo>
                  <a:pt x="103539" y="1424789"/>
                </a:lnTo>
                <a:lnTo>
                  <a:pt x="96509" y="1582211"/>
                </a:lnTo>
                <a:lnTo>
                  <a:pt x="94586" y="1625275"/>
                </a:lnTo>
                <a:lnTo>
                  <a:pt x="92854" y="1550014"/>
                </a:lnTo>
                <a:lnTo>
                  <a:pt x="91961" y="1490604"/>
                </a:lnTo>
                <a:close/>
                <a:moveTo>
                  <a:pt x="98952" y="1252917"/>
                </a:moveTo>
                <a:lnTo>
                  <a:pt x="98999" y="1255610"/>
                </a:lnTo>
                <a:lnTo>
                  <a:pt x="98656" y="1267073"/>
                </a:lnTo>
                <a:lnTo>
                  <a:pt x="98814" y="1253913"/>
                </a:lnTo>
                <a:close/>
                <a:moveTo>
                  <a:pt x="96105" y="1092651"/>
                </a:moveTo>
                <a:lnTo>
                  <a:pt x="98877" y="1248713"/>
                </a:lnTo>
                <a:lnTo>
                  <a:pt x="98814" y="1253913"/>
                </a:lnTo>
                <a:lnTo>
                  <a:pt x="94087" y="1288233"/>
                </a:lnTo>
                <a:lnTo>
                  <a:pt x="89206" y="1391530"/>
                </a:lnTo>
                <a:lnTo>
                  <a:pt x="87901" y="1334843"/>
                </a:lnTo>
                <a:lnTo>
                  <a:pt x="85716" y="1311508"/>
                </a:lnTo>
                <a:lnTo>
                  <a:pt x="90241" y="1180883"/>
                </a:lnTo>
                <a:close/>
                <a:moveTo>
                  <a:pt x="4705768" y="1074866"/>
                </a:moveTo>
                <a:lnTo>
                  <a:pt x="4725820" y="1227121"/>
                </a:lnTo>
                <a:lnTo>
                  <a:pt x="4728681" y="1251224"/>
                </a:lnTo>
                <a:lnTo>
                  <a:pt x="4733155" y="1488477"/>
                </a:lnTo>
                <a:cubicBezTo>
                  <a:pt x="4739262" y="1757988"/>
                  <a:pt x="4781075" y="2027784"/>
                  <a:pt x="4743019" y="2293817"/>
                </a:cubicBezTo>
                <a:lnTo>
                  <a:pt x="4734553" y="2338544"/>
                </a:lnTo>
                <a:lnTo>
                  <a:pt x="4735479" y="2330566"/>
                </a:lnTo>
                <a:cubicBezTo>
                  <a:pt x="4738710" y="2289035"/>
                  <a:pt x="4740194" y="2247344"/>
                  <a:pt x="4739344" y="2205927"/>
                </a:cubicBezTo>
                <a:lnTo>
                  <a:pt x="4737554" y="2184216"/>
                </a:lnTo>
                <a:lnTo>
                  <a:pt x="4742808" y="2143473"/>
                </a:lnTo>
                <a:cubicBezTo>
                  <a:pt x="4751142" y="1987082"/>
                  <a:pt x="4738766" y="1832567"/>
                  <a:pt x="4724921" y="1679499"/>
                </a:cubicBezTo>
                <a:lnTo>
                  <a:pt x="4721720" y="1641905"/>
                </a:lnTo>
                <a:lnTo>
                  <a:pt x="4723285" y="1559555"/>
                </a:lnTo>
                <a:cubicBezTo>
                  <a:pt x="4722702" y="1483144"/>
                  <a:pt x="4719785" y="1407006"/>
                  <a:pt x="4713662" y="1330697"/>
                </a:cubicBezTo>
                <a:lnTo>
                  <a:pt x="4705610" y="1266544"/>
                </a:lnTo>
                <a:close/>
                <a:moveTo>
                  <a:pt x="112331" y="1069237"/>
                </a:moveTo>
                <a:lnTo>
                  <a:pt x="110345" y="1170208"/>
                </a:lnTo>
                <a:lnTo>
                  <a:pt x="98952" y="1252917"/>
                </a:lnTo>
                <a:lnTo>
                  <a:pt x="98877" y="1248713"/>
                </a:lnTo>
                <a:lnTo>
                  <a:pt x="99355" y="1208952"/>
                </a:lnTo>
                <a:cubicBezTo>
                  <a:pt x="101989" y="1169312"/>
                  <a:pt x="104624" y="1129672"/>
                  <a:pt x="109011" y="1089462"/>
                </a:cubicBezTo>
                <a:close/>
                <a:moveTo>
                  <a:pt x="4724962" y="1063035"/>
                </a:moveTo>
                <a:lnTo>
                  <a:pt x="4784348" y="1502882"/>
                </a:lnTo>
                <a:cubicBezTo>
                  <a:pt x="4787838" y="1656889"/>
                  <a:pt x="4781858" y="1829484"/>
                  <a:pt x="4785347" y="1983490"/>
                </a:cubicBezTo>
                <a:cubicBezTo>
                  <a:pt x="4793394" y="2151531"/>
                  <a:pt x="4815467" y="2315018"/>
                  <a:pt x="4804930" y="2473579"/>
                </a:cubicBezTo>
                <a:cubicBezTo>
                  <a:pt x="4813333" y="2594962"/>
                  <a:pt x="4784213" y="2744043"/>
                  <a:pt x="4671645" y="2827135"/>
                </a:cubicBezTo>
                <a:cubicBezTo>
                  <a:pt x="4608259" y="2882622"/>
                  <a:pt x="4524167" y="2901200"/>
                  <a:pt x="4442739" y="2914550"/>
                </a:cubicBezTo>
                <a:lnTo>
                  <a:pt x="4396877" y="2921907"/>
                </a:lnTo>
                <a:lnTo>
                  <a:pt x="4459495" y="2896020"/>
                </a:lnTo>
                <a:lnTo>
                  <a:pt x="4463840" y="2893335"/>
                </a:lnTo>
                <a:lnTo>
                  <a:pt x="4475275" y="2890896"/>
                </a:lnTo>
                <a:cubicBezTo>
                  <a:pt x="4535937" y="2886713"/>
                  <a:pt x="4592043" y="2868495"/>
                  <a:pt x="4643592" y="2836244"/>
                </a:cubicBezTo>
                <a:cubicBezTo>
                  <a:pt x="4695141" y="2803992"/>
                  <a:pt x="4723550" y="2748226"/>
                  <a:pt x="4751958" y="2692460"/>
                </a:cubicBezTo>
                <a:cubicBezTo>
                  <a:pt x="4809132" y="2534270"/>
                  <a:pt x="4801085" y="2366229"/>
                  <a:pt x="4779012" y="2202743"/>
                </a:cubicBezTo>
                <a:cubicBezTo>
                  <a:pt x="4770965" y="2034702"/>
                  <a:pt x="4767476" y="1880696"/>
                  <a:pt x="4759429" y="1712655"/>
                </a:cubicBezTo>
                <a:cubicBezTo>
                  <a:pt x="4764698" y="1633374"/>
                  <a:pt x="4761813" y="1552863"/>
                  <a:pt x="4754853" y="1471735"/>
                </a:cubicBezTo>
                <a:lnTo>
                  <a:pt x="4728681" y="1251224"/>
                </a:lnTo>
                <a:lnTo>
                  <a:pt x="4725267" y="1070222"/>
                </a:lnTo>
                <a:close/>
                <a:moveTo>
                  <a:pt x="22227" y="862102"/>
                </a:moveTo>
                <a:lnTo>
                  <a:pt x="28118" y="904092"/>
                </a:lnTo>
                <a:lnTo>
                  <a:pt x="21532" y="1017026"/>
                </a:lnTo>
                <a:cubicBezTo>
                  <a:pt x="29578" y="1185067"/>
                  <a:pt x="33068" y="1339073"/>
                  <a:pt x="27088" y="1511668"/>
                </a:cubicBezTo>
                <a:cubicBezTo>
                  <a:pt x="34068" y="1819681"/>
                  <a:pt x="12994" y="2136803"/>
                  <a:pt x="71167" y="2459221"/>
                </a:cubicBezTo>
                <a:lnTo>
                  <a:pt x="71940" y="2462972"/>
                </a:lnTo>
                <a:lnTo>
                  <a:pt x="85922" y="2599831"/>
                </a:lnTo>
                <a:lnTo>
                  <a:pt x="84126" y="2594639"/>
                </a:lnTo>
                <a:cubicBezTo>
                  <a:pt x="52583" y="2449741"/>
                  <a:pt x="35067" y="2300289"/>
                  <a:pt x="17551" y="2150837"/>
                </a:cubicBezTo>
                <a:cubicBezTo>
                  <a:pt x="14061" y="1996831"/>
                  <a:pt x="10571" y="1842824"/>
                  <a:pt x="16552" y="1670229"/>
                </a:cubicBezTo>
                <a:cubicBezTo>
                  <a:pt x="13062" y="1516223"/>
                  <a:pt x="9572" y="1362216"/>
                  <a:pt x="15552" y="1189621"/>
                </a:cubicBezTo>
                <a:cubicBezTo>
                  <a:pt x="6794" y="1114895"/>
                  <a:pt x="12063" y="1035614"/>
                  <a:pt x="17331" y="956334"/>
                </a:cubicBezTo>
                <a:close/>
                <a:moveTo>
                  <a:pt x="39026" y="817079"/>
                </a:moveTo>
                <a:lnTo>
                  <a:pt x="41538" y="839876"/>
                </a:lnTo>
                <a:lnTo>
                  <a:pt x="85716" y="1311508"/>
                </a:lnTo>
                <a:lnTo>
                  <a:pt x="82019" y="1418202"/>
                </a:lnTo>
                <a:lnTo>
                  <a:pt x="80352" y="1504188"/>
                </a:lnTo>
                <a:lnTo>
                  <a:pt x="66034" y="1297341"/>
                </a:lnTo>
                <a:cubicBezTo>
                  <a:pt x="59643" y="1217968"/>
                  <a:pt x="53252" y="1138595"/>
                  <a:pt x="49229" y="1054574"/>
                </a:cubicBezTo>
                <a:cubicBezTo>
                  <a:pt x="42572" y="1010194"/>
                  <a:pt x="37053" y="969323"/>
                  <a:pt x="31535" y="928451"/>
                </a:cubicBezTo>
                <a:lnTo>
                  <a:pt x="28118" y="904092"/>
                </a:lnTo>
                <a:lnTo>
                  <a:pt x="28909" y="890519"/>
                </a:lnTo>
                <a:close/>
                <a:moveTo>
                  <a:pt x="130739" y="762960"/>
                </a:moveTo>
                <a:lnTo>
                  <a:pt x="134811" y="840619"/>
                </a:lnTo>
                <a:cubicBezTo>
                  <a:pt x="138834" y="924639"/>
                  <a:pt x="138212" y="1006290"/>
                  <a:pt x="133513" y="1087324"/>
                </a:cubicBezTo>
                <a:lnTo>
                  <a:pt x="108249" y="1325701"/>
                </a:lnTo>
                <a:lnTo>
                  <a:pt x="108113" y="1283678"/>
                </a:lnTo>
                <a:lnTo>
                  <a:pt x="110345" y="1170208"/>
                </a:lnTo>
                <a:lnTo>
                  <a:pt x="111984" y="1158310"/>
                </a:lnTo>
                <a:cubicBezTo>
                  <a:pt x="115232" y="1114592"/>
                  <a:pt x="116727" y="1071443"/>
                  <a:pt x="119362" y="1031803"/>
                </a:cubicBezTo>
                <a:lnTo>
                  <a:pt x="119305" y="1026755"/>
                </a:lnTo>
                <a:lnTo>
                  <a:pt x="129187" y="966557"/>
                </a:lnTo>
                <a:cubicBezTo>
                  <a:pt x="127264" y="912882"/>
                  <a:pt x="128848" y="858069"/>
                  <a:pt x="130432" y="803256"/>
                </a:cubicBezTo>
                <a:close/>
                <a:moveTo>
                  <a:pt x="112063" y="700055"/>
                </a:moveTo>
                <a:lnTo>
                  <a:pt x="116583" y="784481"/>
                </a:lnTo>
                <a:cubicBezTo>
                  <a:pt x="113949" y="824122"/>
                  <a:pt x="115961" y="866132"/>
                  <a:pt x="117973" y="908142"/>
                </a:cubicBezTo>
                <a:lnTo>
                  <a:pt x="119305" y="1026755"/>
                </a:lnTo>
                <a:lnTo>
                  <a:pt x="112331" y="1069237"/>
                </a:lnTo>
                <a:lnTo>
                  <a:pt x="112873" y="1041666"/>
                </a:lnTo>
                <a:lnTo>
                  <a:pt x="108469" y="859210"/>
                </a:lnTo>
                <a:lnTo>
                  <a:pt x="109214" y="833416"/>
                </a:lnTo>
                <a:cubicBezTo>
                  <a:pt x="109481" y="798423"/>
                  <a:pt x="109748" y="763430"/>
                  <a:pt x="112382" y="723790"/>
                </a:cubicBezTo>
                <a:close/>
                <a:moveTo>
                  <a:pt x="111436" y="653496"/>
                </a:moveTo>
                <a:lnTo>
                  <a:pt x="112063" y="700055"/>
                </a:lnTo>
                <a:lnTo>
                  <a:pt x="110782" y="676134"/>
                </a:lnTo>
                <a:close/>
                <a:moveTo>
                  <a:pt x="125614" y="582255"/>
                </a:moveTo>
                <a:lnTo>
                  <a:pt x="131677" y="639955"/>
                </a:lnTo>
                <a:lnTo>
                  <a:pt x="130739" y="762960"/>
                </a:lnTo>
                <a:lnTo>
                  <a:pt x="123614" y="627059"/>
                </a:lnTo>
                <a:close/>
                <a:moveTo>
                  <a:pt x="107315" y="508343"/>
                </a:moveTo>
                <a:lnTo>
                  <a:pt x="113449" y="583818"/>
                </a:lnTo>
                <a:lnTo>
                  <a:pt x="111436" y="653496"/>
                </a:lnTo>
                <a:lnTo>
                  <a:pt x="111219" y="637386"/>
                </a:lnTo>
                <a:cubicBezTo>
                  <a:pt x="110795" y="606981"/>
                  <a:pt x="109725" y="575331"/>
                  <a:pt x="106178" y="543515"/>
                </a:cubicBezTo>
                <a:lnTo>
                  <a:pt x="105352" y="539578"/>
                </a:lnTo>
                <a:close/>
                <a:moveTo>
                  <a:pt x="105598" y="451138"/>
                </a:moveTo>
                <a:lnTo>
                  <a:pt x="109894" y="467295"/>
                </a:lnTo>
                <a:lnTo>
                  <a:pt x="107315" y="508343"/>
                </a:lnTo>
                <a:lnTo>
                  <a:pt x="104389" y="472344"/>
                </a:lnTo>
                <a:close/>
                <a:moveTo>
                  <a:pt x="85934" y="447979"/>
                </a:moveTo>
                <a:lnTo>
                  <a:pt x="86278" y="448651"/>
                </a:lnTo>
                <a:lnTo>
                  <a:pt x="105352" y="539578"/>
                </a:lnTo>
                <a:lnTo>
                  <a:pt x="104336" y="555749"/>
                </a:lnTo>
                <a:cubicBezTo>
                  <a:pt x="108715" y="593112"/>
                  <a:pt x="109587" y="631614"/>
                  <a:pt x="110460" y="670115"/>
                </a:cubicBezTo>
                <a:lnTo>
                  <a:pt x="110782" y="676134"/>
                </a:lnTo>
                <a:lnTo>
                  <a:pt x="110282" y="693444"/>
                </a:lnTo>
                <a:cubicBezTo>
                  <a:pt x="110015" y="728437"/>
                  <a:pt x="109748" y="763430"/>
                  <a:pt x="107114" y="803070"/>
                </a:cubicBezTo>
                <a:lnTo>
                  <a:pt x="108469" y="859210"/>
                </a:lnTo>
                <a:lnTo>
                  <a:pt x="106046" y="943042"/>
                </a:lnTo>
                <a:lnTo>
                  <a:pt x="96105" y="1092651"/>
                </a:lnTo>
                <a:lnTo>
                  <a:pt x="94512" y="1003025"/>
                </a:lnTo>
                <a:cubicBezTo>
                  <a:pt x="91059" y="920759"/>
                  <a:pt x="88175" y="840248"/>
                  <a:pt x="93443" y="760967"/>
                </a:cubicBezTo>
                <a:cubicBezTo>
                  <a:pt x="98712" y="681687"/>
                  <a:pt x="94510" y="620995"/>
                  <a:pt x="85752" y="546269"/>
                </a:cubicBezTo>
                <a:close/>
                <a:moveTo>
                  <a:pt x="48147" y="374135"/>
                </a:moveTo>
                <a:lnTo>
                  <a:pt x="53687" y="384962"/>
                </a:lnTo>
                <a:lnTo>
                  <a:pt x="43985" y="413903"/>
                </a:lnTo>
                <a:cubicBezTo>
                  <a:pt x="34216" y="462162"/>
                  <a:pt x="38155" y="519060"/>
                  <a:pt x="34203" y="578521"/>
                </a:cubicBezTo>
                <a:cubicBezTo>
                  <a:pt x="38405" y="639212"/>
                  <a:pt x="42605" y="699904"/>
                  <a:pt x="46807" y="760596"/>
                </a:cubicBezTo>
                <a:lnTo>
                  <a:pt x="39026" y="817079"/>
                </a:lnTo>
                <a:lnTo>
                  <a:pt x="19039" y="635697"/>
                </a:lnTo>
                <a:lnTo>
                  <a:pt x="19032" y="628049"/>
                </a:lnTo>
                <a:cubicBezTo>
                  <a:pt x="18181" y="596328"/>
                  <a:pt x="17111" y="564678"/>
                  <a:pt x="17640" y="533478"/>
                </a:cubicBezTo>
                <a:lnTo>
                  <a:pt x="21420" y="491168"/>
                </a:lnTo>
                <a:lnTo>
                  <a:pt x="30143" y="428610"/>
                </a:lnTo>
                <a:close/>
                <a:moveTo>
                  <a:pt x="47874" y="360796"/>
                </a:moveTo>
                <a:lnTo>
                  <a:pt x="52254" y="361709"/>
                </a:lnTo>
                <a:lnTo>
                  <a:pt x="48147" y="374135"/>
                </a:lnTo>
                <a:lnTo>
                  <a:pt x="45614" y="369186"/>
                </a:lnTo>
                <a:close/>
                <a:moveTo>
                  <a:pt x="59870" y="347174"/>
                </a:moveTo>
                <a:cubicBezTo>
                  <a:pt x="63946" y="347790"/>
                  <a:pt x="68592" y="350160"/>
                  <a:pt x="68592" y="350160"/>
                </a:cubicBezTo>
                <a:lnTo>
                  <a:pt x="90298" y="402896"/>
                </a:lnTo>
                <a:lnTo>
                  <a:pt x="85939" y="445368"/>
                </a:lnTo>
                <a:lnTo>
                  <a:pt x="85934" y="447979"/>
                </a:lnTo>
                <a:lnTo>
                  <a:pt x="53687" y="384962"/>
                </a:lnTo>
                <a:lnTo>
                  <a:pt x="59123" y="368748"/>
                </a:lnTo>
                <a:cubicBezTo>
                  <a:pt x="59123" y="368748"/>
                  <a:pt x="57983" y="365240"/>
                  <a:pt x="55091" y="362300"/>
                </a:cubicBezTo>
                <a:lnTo>
                  <a:pt x="52254" y="361709"/>
                </a:lnTo>
                <a:lnTo>
                  <a:pt x="54565" y="354714"/>
                </a:lnTo>
                <a:cubicBezTo>
                  <a:pt x="52287" y="347697"/>
                  <a:pt x="55794" y="346558"/>
                  <a:pt x="59870" y="347174"/>
                </a:cubicBezTo>
                <a:close/>
                <a:moveTo>
                  <a:pt x="134089" y="323579"/>
                </a:moveTo>
                <a:lnTo>
                  <a:pt x="133456" y="406668"/>
                </a:lnTo>
                <a:lnTo>
                  <a:pt x="125614" y="582255"/>
                </a:lnTo>
                <a:lnTo>
                  <a:pt x="115914" y="489934"/>
                </a:lnTo>
                <a:lnTo>
                  <a:pt x="109894" y="467295"/>
                </a:lnTo>
                <a:lnTo>
                  <a:pt x="110307" y="460726"/>
                </a:lnTo>
                <a:lnTo>
                  <a:pt x="108055" y="415365"/>
                </a:lnTo>
                <a:lnTo>
                  <a:pt x="119785" y="364565"/>
                </a:lnTo>
                <a:close/>
                <a:moveTo>
                  <a:pt x="127388" y="259234"/>
                </a:moveTo>
                <a:lnTo>
                  <a:pt x="122820" y="272435"/>
                </a:lnTo>
                <a:cubicBezTo>
                  <a:pt x="115584" y="303873"/>
                  <a:pt x="110671" y="336496"/>
                  <a:pt x="105759" y="369119"/>
                </a:cubicBezTo>
                <a:lnTo>
                  <a:pt x="108055" y="415365"/>
                </a:lnTo>
                <a:lnTo>
                  <a:pt x="107501" y="417762"/>
                </a:lnTo>
                <a:lnTo>
                  <a:pt x="105598" y="451138"/>
                </a:lnTo>
                <a:lnTo>
                  <a:pt x="97283" y="419868"/>
                </a:lnTo>
                <a:lnTo>
                  <a:pt x="90298" y="402896"/>
                </a:lnTo>
                <a:lnTo>
                  <a:pt x="96645" y="341051"/>
                </a:lnTo>
                <a:cubicBezTo>
                  <a:pt x="102697" y="311936"/>
                  <a:pt x="112518" y="285477"/>
                  <a:pt x="125599" y="261594"/>
                </a:cubicBezTo>
                <a:close/>
                <a:moveTo>
                  <a:pt x="4364100" y="192225"/>
                </a:moveTo>
                <a:lnTo>
                  <a:pt x="4453473" y="245089"/>
                </a:lnTo>
                <a:cubicBezTo>
                  <a:pt x="4480120" y="267464"/>
                  <a:pt x="4503830" y="292733"/>
                  <a:pt x="4525047" y="320023"/>
                </a:cubicBezTo>
                <a:lnTo>
                  <a:pt x="4569090" y="387754"/>
                </a:lnTo>
                <a:lnTo>
                  <a:pt x="4606261" y="466120"/>
                </a:lnTo>
                <a:lnTo>
                  <a:pt x="4622395" y="504839"/>
                </a:lnTo>
                <a:lnTo>
                  <a:pt x="4663641" y="665538"/>
                </a:lnTo>
                <a:cubicBezTo>
                  <a:pt x="4674856" y="723952"/>
                  <a:pt x="4683440" y="783220"/>
                  <a:pt x="4691740" y="841611"/>
                </a:cubicBezTo>
                <a:lnTo>
                  <a:pt x="4696749" y="874034"/>
                </a:lnTo>
                <a:lnTo>
                  <a:pt x="4705811" y="1022240"/>
                </a:lnTo>
                <a:lnTo>
                  <a:pt x="4705768" y="1074866"/>
                </a:lnTo>
                <a:lnTo>
                  <a:pt x="4699368" y="1026272"/>
                </a:lnTo>
                <a:cubicBezTo>
                  <a:pt x="4689382" y="959701"/>
                  <a:pt x="4679396" y="893131"/>
                  <a:pt x="4672916" y="825422"/>
                </a:cubicBezTo>
                <a:cubicBezTo>
                  <a:pt x="4650487" y="708593"/>
                  <a:pt x="4637528" y="573175"/>
                  <a:pt x="4587046" y="465455"/>
                </a:cubicBezTo>
                <a:cubicBezTo>
                  <a:pt x="4545767" y="374139"/>
                  <a:pt x="4488709" y="287947"/>
                  <a:pt x="4407880" y="222562"/>
                </a:cubicBezTo>
                <a:lnTo>
                  <a:pt x="4368720" y="197113"/>
                </a:lnTo>
                <a:close/>
                <a:moveTo>
                  <a:pt x="4305101" y="168724"/>
                </a:moveTo>
                <a:lnTo>
                  <a:pt x="4356209" y="188983"/>
                </a:lnTo>
                <a:lnTo>
                  <a:pt x="4368720" y="197113"/>
                </a:lnTo>
                <a:lnTo>
                  <a:pt x="4412097" y="243009"/>
                </a:lnTo>
                <a:cubicBezTo>
                  <a:pt x="4428838" y="264723"/>
                  <a:pt x="4443826" y="287006"/>
                  <a:pt x="4457674" y="305780"/>
                </a:cubicBezTo>
                <a:cubicBezTo>
                  <a:pt x="4540766" y="418426"/>
                  <a:pt x="4567751" y="549290"/>
                  <a:pt x="4608763" y="675599"/>
                </a:cubicBezTo>
                <a:cubicBezTo>
                  <a:pt x="4640306" y="820497"/>
                  <a:pt x="4671849" y="965394"/>
                  <a:pt x="4684808" y="1100812"/>
                </a:cubicBezTo>
                <a:lnTo>
                  <a:pt x="4705610" y="1266544"/>
                </a:lnTo>
                <a:lnTo>
                  <a:pt x="4705458" y="1450928"/>
                </a:lnTo>
                <a:lnTo>
                  <a:pt x="4721720" y="1641905"/>
                </a:lnTo>
                <a:lnTo>
                  <a:pt x="4718904" y="1790051"/>
                </a:lnTo>
                <a:lnTo>
                  <a:pt x="4707672" y="1990470"/>
                </a:lnTo>
                <a:lnTo>
                  <a:pt x="4701544" y="1964159"/>
                </a:lnTo>
                <a:cubicBezTo>
                  <a:pt x="4699266" y="1957142"/>
                  <a:pt x="4694620" y="1954772"/>
                  <a:pt x="4691114" y="1955911"/>
                </a:cubicBezTo>
                <a:lnTo>
                  <a:pt x="4690837" y="1956895"/>
                </a:lnTo>
                <a:lnTo>
                  <a:pt x="4687500" y="1887206"/>
                </a:lnTo>
                <a:lnTo>
                  <a:pt x="4692993" y="1805009"/>
                </a:lnTo>
                <a:cubicBezTo>
                  <a:pt x="4703932" y="1574566"/>
                  <a:pt x="4700473" y="1340070"/>
                  <a:pt x="4670781" y="1105366"/>
                </a:cubicBezTo>
                <a:cubicBezTo>
                  <a:pt x="4653265" y="955914"/>
                  <a:pt x="4621723" y="811017"/>
                  <a:pt x="4590180" y="666119"/>
                </a:cubicBezTo>
                <a:lnTo>
                  <a:pt x="4587139" y="656458"/>
                </a:lnTo>
                <a:lnTo>
                  <a:pt x="4572308" y="563324"/>
                </a:lnTo>
                <a:cubicBezTo>
                  <a:pt x="4551802" y="500170"/>
                  <a:pt x="4526650" y="434645"/>
                  <a:pt x="4492118" y="376045"/>
                </a:cubicBezTo>
                <a:lnTo>
                  <a:pt x="4469554" y="345083"/>
                </a:lnTo>
                <a:lnTo>
                  <a:pt x="4439091" y="296300"/>
                </a:lnTo>
                <a:cubicBezTo>
                  <a:pt x="4409115" y="251734"/>
                  <a:pt x="4374405" y="216463"/>
                  <a:pt x="4336143" y="188162"/>
                </a:cubicBezTo>
                <a:close/>
                <a:moveTo>
                  <a:pt x="4301438" y="149051"/>
                </a:moveTo>
                <a:lnTo>
                  <a:pt x="4371210" y="176776"/>
                </a:lnTo>
                <a:cubicBezTo>
                  <a:pt x="4428143" y="202893"/>
                  <a:pt x="4481526" y="235980"/>
                  <a:pt x="4527806" y="283009"/>
                </a:cubicBezTo>
                <a:cubicBezTo>
                  <a:pt x="4606341" y="381620"/>
                  <a:pt x="4665936" y="517409"/>
                  <a:pt x="4692922" y="648273"/>
                </a:cubicBezTo>
                <a:cubicBezTo>
                  <a:pt x="4704048" y="718352"/>
                  <a:pt x="4711382" y="788692"/>
                  <a:pt x="4716310" y="859086"/>
                </a:cubicBezTo>
                <a:lnTo>
                  <a:pt x="4724962" y="1063035"/>
                </a:lnTo>
                <a:lnTo>
                  <a:pt x="4718129" y="1012423"/>
                </a:lnTo>
                <a:lnTo>
                  <a:pt x="4696749" y="874034"/>
                </a:lnTo>
                <a:lnTo>
                  <a:pt x="4692658" y="807134"/>
                </a:lnTo>
                <a:cubicBezTo>
                  <a:pt x="4685549" y="735994"/>
                  <a:pt x="4675300" y="665630"/>
                  <a:pt x="4660668" y="596690"/>
                </a:cubicBezTo>
                <a:lnTo>
                  <a:pt x="4622395" y="504839"/>
                </a:lnTo>
                <a:lnTo>
                  <a:pt x="4619763" y="494587"/>
                </a:lnTo>
                <a:lnTo>
                  <a:pt x="4606261" y="466120"/>
                </a:lnTo>
                <a:lnTo>
                  <a:pt x="4581662" y="407087"/>
                </a:lnTo>
                <a:lnTo>
                  <a:pt x="4569090" y="387754"/>
                </a:lnTo>
                <a:lnTo>
                  <a:pt x="4546034" y="339146"/>
                </a:lnTo>
                <a:cubicBezTo>
                  <a:pt x="4504488" y="282823"/>
                  <a:pt x="4454701" y="236933"/>
                  <a:pt x="4398426" y="200906"/>
                </a:cubicBezTo>
                <a:lnTo>
                  <a:pt x="4310408" y="154740"/>
                </a:lnTo>
                <a:close/>
                <a:moveTo>
                  <a:pt x="4037547" y="128058"/>
                </a:moveTo>
                <a:lnTo>
                  <a:pt x="4056638" y="135413"/>
                </a:lnTo>
                <a:cubicBezTo>
                  <a:pt x="4160252" y="165765"/>
                  <a:pt x="4268601" y="177126"/>
                  <a:pt x="4355644" y="230312"/>
                </a:cubicBezTo>
                <a:cubicBezTo>
                  <a:pt x="4384658" y="248040"/>
                  <a:pt x="4410143" y="269823"/>
                  <a:pt x="4432692" y="294500"/>
                </a:cubicBezTo>
                <a:lnTo>
                  <a:pt x="4469554" y="345083"/>
                </a:lnTo>
                <a:lnTo>
                  <a:pt x="4490063" y="377924"/>
                </a:lnTo>
                <a:cubicBezTo>
                  <a:pt x="4504705" y="407349"/>
                  <a:pt x="4517292" y="438653"/>
                  <a:pt x="4528706" y="470823"/>
                </a:cubicBezTo>
                <a:lnTo>
                  <a:pt x="4587139" y="656458"/>
                </a:lnTo>
                <a:lnTo>
                  <a:pt x="4604020" y="762466"/>
                </a:lnTo>
                <a:cubicBezTo>
                  <a:pt x="4612253" y="829605"/>
                  <a:pt x="4618733" y="897314"/>
                  <a:pt x="4625213" y="965023"/>
                </a:cubicBezTo>
                <a:cubicBezTo>
                  <a:pt x="4633259" y="1133064"/>
                  <a:pt x="4659889" y="1310584"/>
                  <a:pt x="4667935" y="1478625"/>
                </a:cubicBezTo>
                <a:lnTo>
                  <a:pt x="4687500" y="1887206"/>
                </a:lnTo>
                <a:lnTo>
                  <a:pt x="4677693" y="2033960"/>
                </a:lnTo>
                <a:lnTo>
                  <a:pt x="4671371" y="2129094"/>
                </a:lnTo>
                <a:lnTo>
                  <a:pt x="4670146" y="2106223"/>
                </a:lnTo>
                <a:cubicBezTo>
                  <a:pt x="4669273" y="2067721"/>
                  <a:pt x="4668401" y="2029220"/>
                  <a:pt x="4664022" y="1991856"/>
                </a:cubicBezTo>
                <a:cubicBezTo>
                  <a:pt x="4670002" y="1819261"/>
                  <a:pt x="4661955" y="1651220"/>
                  <a:pt x="4653909" y="1483180"/>
                </a:cubicBezTo>
                <a:cubicBezTo>
                  <a:pt x="4631836" y="1319693"/>
                  <a:pt x="4623789" y="1151652"/>
                  <a:pt x="4597160" y="974132"/>
                </a:cubicBezTo>
                <a:cubicBezTo>
                  <a:pt x="4584200" y="838714"/>
                  <a:pt x="4585268" y="698742"/>
                  <a:pt x="4539699" y="558398"/>
                </a:cubicBezTo>
                <a:cubicBezTo>
                  <a:pt x="4512713" y="427535"/>
                  <a:pt x="4453117" y="291746"/>
                  <a:pt x="4323034" y="225386"/>
                </a:cubicBezTo>
                <a:cubicBezTo>
                  <a:pt x="4213198" y="179601"/>
                  <a:pt x="4095839" y="183770"/>
                  <a:pt x="3990467" y="138021"/>
                </a:cubicBezTo>
                <a:lnTo>
                  <a:pt x="3977219" y="131167"/>
                </a:lnTo>
                <a:close/>
                <a:moveTo>
                  <a:pt x="3506020" y="127945"/>
                </a:moveTo>
                <a:lnTo>
                  <a:pt x="3750083" y="132170"/>
                </a:lnTo>
                <a:cubicBezTo>
                  <a:pt x="3673115" y="133890"/>
                  <a:pt x="3595008" y="132102"/>
                  <a:pt x="3516332" y="128559"/>
                </a:cubicBezTo>
                <a:close/>
                <a:moveTo>
                  <a:pt x="3968294" y="126550"/>
                </a:moveTo>
                <a:lnTo>
                  <a:pt x="3977219" y="131167"/>
                </a:lnTo>
                <a:lnTo>
                  <a:pt x="3959377" y="132087"/>
                </a:lnTo>
                <a:cubicBezTo>
                  <a:pt x="3889992" y="133284"/>
                  <a:pt x="3820037" y="132727"/>
                  <a:pt x="3750083" y="132170"/>
                </a:cubicBezTo>
                <a:cubicBezTo>
                  <a:pt x="3820037" y="132727"/>
                  <a:pt x="3888853" y="129775"/>
                  <a:pt x="3957668" y="126824"/>
                </a:cubicBezTo>
                <a:close/>
                <a:moveTo>
                  <a:pt x="4134717" y="124602"/>
                </a:moveTo>
                <a:lnTo>
                  <a:pt x="4198689" y="132680"/>
                </a:lnTo>
                <a:lnTo>
                  <a:pt x="4283726" y="155339"/>
                </a:lnTo>
                <a:lnTo>
                  <a:pt x="4305101" y="168724"/>
                </a:lnTo>
                <a:lnTo>
                  <a:pt x="4273425" y="156167"/>
                </a:lnTo>
                <a:cubicBezTo>
                  <a:pt x="4243182" y="146594"/>
                  <a:pt x="4212632" y="139061"/>
                  <a:pt x="4181491" y="132688"/>
                </a:cubicBezTo>
                <a:close/>
                <a:moveTo>
                  <a:pt x="4127806" y="123407"/>
                </a:moveTo>
                <a:lnTo>
                  <a:pt x="4134717" y="124602"/>
                </a:lnTo>
                <a:lnTo>
                  <a:pt x="4125994" y="123500"/>
                </a:lnTo>
                <a:close/>
                <a:moveTo>
                  <a:pt x="4119337" y="122660"/>
                </a:moveTo>
                <a:lnTo>
                  <a:pt x="4125994" y="123500"/>
                </a:lnTo>
                <a:lnTo>
                  <a:pt x="4037547" y="128058"/>
                </a:lnTo>
                <a:lnTo>
                  <a:pt x="4029537" y="124973"/>
                </a:lnTo>
                <a:close/>
                <a:moveTo>
                  <a:pt x="4211889" y="121849"/>
                </a:moveTo>
                <a:cubicBezTo>
                  <a:pt x="4245638" y="130283"/>
                  <a:pt x="4278204" y="141041"/>
                  <a:pt x="4309366" y="154193"/>
                </a:cubicBezTo>
                <a:lnTo>
                  <a:pt x="4310408" y="154740"/>
                </a:lnTo>
                <a:lnTo>
                  <a:pt x="4355999" y="183654"/>
                </a:lnTo>
                <a:lnTo>
                  <a:pt x="4364100" y="192225"/>
                </a:lnTo>
                <a:lnTo>
                  <a:pt x="4363516" y="191880"/>
                </a:lnTo>
                <a:lnTo>
                  <a:pt x="4356209" y="188983"/>
                </a:lnTo>
                <a:lnTo>
                  <a:pt x="4318833" y="164694"/>
                </a:lnTo>
                <a:lnTo>
                  <a:pt x="4283726" y="155339"/>
                </a:lnTo>
                <a:lnTo>
                  <a:pt x="4276236" y="150649"/>
                </a:lnTo>
                <a:cubicBezTo>
                  <a:pt x="4255477" y="139693"/>
                  <a:pt x="4233979" y="130190"/>
                  <a:pt x="4211889" y="121849"/>
                </a:cubicBezTo>
                <a:close/>
                <a:moveTo>
                  <a:pt x="4165253" y="121477"/>
                </a:moveTo>
                <a:lnTo>
                  <a:pt x="4127806" y="123407"/>
                </a:lnTo>
                <a:lnTo>
                  <a:pt x="4122946" y="122567"/>
                </a:lnTo>
                <a:close/>
                <a:moveTo>
                  <a:pt x="4162499" y="112996"/>
                </a:moveTo>
                <a:lnTo>
                  <a:pt x="4169771" y="114299"/>
                </a:lnTo>
                <a:lnTo>
                  <a:pt x="4165253" y="121477"/>
                </a:lnTo>
                <a:close/>
                <a:moveTo>
                  <a:pt x="3946562" y="110229"/>
                </a:moveTo>
                <a:lnTo>
                  <a:pt x="3954585" y="110614"/>
                </a:lnTo>
                <a:lnTo>
                  <a:pt x="3998477" y="113008"/>
                </a:lnTo>
                <a:lnTo>
                  <a:pt x="4029537" y="124973"/>
                </a:lnTo>
                <a:lnTo>
                  <a:pt x="3968294" y="126550"/>
                </a:lnTo>
                <a:lnTo>
                  <a:pt x="3946098" y="115067"/>
                </a:lnTo>
                <a:cubicBezTo>
                  <a:pt x="3946098" y="115067"/>
                  <a:pt x="3946098" y="115067"/>
                  <a:pt x="3945528" y="113312"/>
                </a:cubicBezTo>
                <a:lnTo>
                  <a:pt x="3944579" y="110388"/>
                </a:lnTo>
                <a:close/>
                <a:moveTo>
                  <a:pt x="4172775" y="109529"/>
                </a:moveTo>
                <a:lnTo>
                  <a:pt x="4178411" y="110308"/>
                </a:lnTo>
                <a:lnTo>
                  <a:pt x="4211889" y="121849"/>
                </a:lnTo>
                <a:lnTo>
                  <a:pt x="4169771" y="114299"/>
                </a:lnTo>
                <a:close/>
                <a:moveTo>
                  <a:pt x="3962054" y="108986"/>
                </a:moveTo>
                <a:lnTo>
                  <a:pt x="3960124" y="110512"/>
                </a:lnTo>
                <a:lnTo>
                  <a:pt x="3959690" y="109176"/>
                </a:lnTo>
                <a:close/>
                <a:moveTo>
                  <a:pt x="3903702" y="108174"/>
                </a:moveTo>
                <a:lnTo>
                  <a:pt x="3944495" y="110130"/>
                </a:lnTo>
                <a:lnTo>
                  <a:pt x="3944579" y="110388"/>
                </a:lnTo>
                <a:lnTo>
                  <a:pt x="3923092" y="112113"/>
                </a:lnTo>
                <a:cubicBezTo>
                  <a:pt x="3845823" y="115143"/>
                  <a:pt x="3768867" y="115405"/>
                  <a:pt x="3691921" y="114209"/>
                </a:cubicBezTo>
                <a:lnTo>
                  <a:pt x="3508939" y="108943"/>
                </a:lnTo>
                <a:lnTo>
                  <a:pt x="3659881" y="111038"/>
                </a:lnTo>
                <a:close/>
                <a:moveTo>
                  <a:pt x="3984681" y="107693"/>
                </a:moveTo>
                <a:lnTo>
                  <a:pt x="4086006" y="116181"/>
                </a:lnTo>
                <a:lnTo>
                  <a:pt x="4122946" y="122567"/>
                </a:lnTo>
                <a:lnTo>
                  <a:pt x="4119337" y="122660"/>
                </a:lnTo>
                <a:lnTo>
                  <a:pt x="4076671" y="117273"/>
                </a:lnTo>
                <a:lnTo>
                  <a:pt x="3998477" y="113008"/>
                </a:lnTo>
                <a:close/>
                <a:moveTo>
                  <a:pt x="3983557" y="107260"/>
                </a:moveTo>
                <a:lnTo>
                  <a:pt x="3984681" y="107693"/>
                </a:lnTo>
                <a:lnTo>
                  <a:pt x="3981490" y="107426"/>
                </a:lnTo>
                <a:close/>
                <a:moveTo>
                  <a:pt x="3965698" y="106103"/>
                </a:moveTo>
                <a:lnTo>
                  <a:pt x="3981490" y="107426"/>
                </a:lnTo>
                <a:lnTo>
                  <a:pt x="3962054" y="108986"/>
                </a:lnTo>
                <a:close/>
                <a:moveTo>
                  <a:pt x="3955838" y="105277"/>
                </a:moveTo>
                <a:lnTo>
                  <a:pt x="3958497" y="105500"/>
                </a:lnTo>
                <a:lnTo>
                  <a:pt x="3959555" y="108758"/>
                </a:lnTo>
                <a:lnTo>
                  <a:pt x="3959690" y="109176"/>
                </a:lnTo>
                <a:lnTo>
                  <a:pt x="3946562" y="110229"/>
                </a:lnTo>
                <a:lnTo>
                  <a:pt x="3944495" y="110130"/>
                </a:lnTo>
                <a:lnTo>
                  <a:pt x="3943163" y="106028"/>
                </a:lnTo>
                <a:close/>
                <a:moveTo>
                  <a:pt x="3967624" y="104579"/>
                </a:moveTo>
                <a:lnTo>
                  <a:pt x="3965698" y="106103"/>
                </a:lnTo>
                <a:lnTo>
                  <a:pt x="3958497" y="105500"/>
                </a:lnTo>
                <a:lnTo>
                  <a:pt x="3958376" y="105127"/>
                </a:lnTo>
                <a:close/>
                <a:moveTo>
                  <a:pt x="4159511" y="103793"/>
                </a:moveTo>
                <a:lnTo>
                  <a:pt x="4171473" y="107916"/>
                </a:lnTo>
                <a:lnTo>
                  <a:pt x="4172925" y="109290"/>
                </a:lnTo>
                <a:lnTo>
                  <a:pt x="4172775" y="109529"/>
                </a:lnTo>
                <a:lnTo>
                  <a:pt x="4160837" y="107877"/>
                </a:lnTo>
                <a:lnTo>
                  <a:pt x="4160696" y="107443"/>
                </a:lnTo>
                <a:close/>
                <a:moveTo>
                  <a:pt x="3970563" y="102254"/>
                </a:moveTo>
                <a:lnTo>
                  <a:pt x="3975400" y="104118"/>
                </a:lnTo>
                <a:lnTo>
                  <a:pt x="3967624" y="104579"/>
                </a:lnTo>
                <a:close/>
                <a:moveTo>
                  <a:pt x="4006948" y="102249"/>
                </a:moveTo>
                <a:lnTo>
                  <a:pt x="4031962" y="103375"/>
                </a:lnTo>
                <a:lnTo>
                  <a:pt x="3983557" y="107260"/>
                </a:lnTo>
                <a:lnTo>
                  <a:pt x="3975400" y="104118"/>
                </a:lnTo>
                <a:close/>
                <a:moveTo>
                  <a:pt x="3966948" y="100862"/>
                </a:moveTo>
                <a:lnTo>
                  <a:pt x="3972155" y="100995"/>
                </a:lnTo>
                <a:lnTo>
                  <a:pt x="3970563" y="102254"/>
                </a:lnTo>
                <a:close/>
                <a:moveTo>
                  <a:pt x="3942609" y="100241"/>
                </a:moveTo>
                <a:lnTo>
                  <a:pt x="3956908" y="100606"/>
                </a:lnTo>
                <a:lnTo>
                  <a:pt x="3958376" y="105127"/>
                </a:lnTo>
                <a:lnTo>
                  <a:pt x="3955838" y="105277"/>
                </a:lnTo>
                <a:lnTo>
                  <a:pt x="3942558" y="104165"/>
                </a:lnTo>
                <a:lnTo>
                  <a:pt x="3941541" y="101032"/>
                </a:lnTo>
                <a:close/>
                <a:moveTo>
                  <a:pt x="4092924" y="98482"/>
                </a:moveTo>
                <a:lnTo>
                  <a:pt x="4160837" y="107877"/>
                </a:lnTo>
                <a:lnTo>
                  <a:pt x="4162499" y="112996"/>
                </a:lnTo>
                <a:lnTo>
                  <a:pt x="4152724" y="111244"/>
                </a:lnTo>
                <a:cubicBezTo>
                  <a:pt x="4134013" y="108835"/>
                  <a:pt x="4116098" y="107380"/>
                  <a:pt x="4098324" y="106363"/>
                </a:cubicBezTo>
                <a:lnTo>
                  <a:pt x="4031962" y="103375"/>
                </a:lnTo>
                <a:close/>
                <a:moveTo>
                  <a:pt x="3955567" y="96478"/>
                </a:moveTo>
                <a:lnTo>
                  <a:pt x="3966948" y="100862"/>
                </a:lnTo>
                <a:lnTo>
                  <a:pt x="3956908" y="100606"/>
                </a:lnTo>
                <a:close/>
                <a:moveTo>
                  <a:pt x="4128371" y="95054"/>
                </a:moveTo>
                <a:lnTo>
                  <a:pt x="4130102" y="95498"/>
                </a:lnTo>
                <a:lnTo>
                  <a:pt x="4092924" y="98482"/>
                </a:lnTo>
                <a:lnTo>
                  <a:pt x="4086203" y="97553"/>
                </a:lnTo>
                <a:close/>
                <a:moveTo>
                  <a:pt x="4156139" y="93409"/>
                </a:moveTo>
                <a:lnTo>
                  <a:pt x="4159511" y="103793"/>
                </a:lnTo>
                <a:lnTo>
                  <a:pt x="4151054" y="100878"/>
                </a:lnTo>
                <a:lnTo>
                  <a:pt x="4130102" y="95498"/>
                </a:lnTo>
                <a:close/>
                <a:moveTo>
                  <a:pt x="4000987" y="85764"/>
                </a:moveTo>
                <a:lnTo>
                  <a:pt x="4086203" y="97553"/>
                </a:lnTo>
                <a:lnTo>
                  <a:pt x="4006948" y="102249"/>
                </a:lnTo>
                <a:lnTo>
                  <a:pt x="3988177" y="101404"/>
                </a:lnTo>
                <a:lnTo>
                  <a:pt x="3972155" y="100995"/>
                </a:lnTo>
                <a:lnTo>
                  <a:pt x="3984291" y="91394"/>
                </a:lnTo>
                <a:close/>
                <a:moveTo>
                  <a:pt x="1928487" y="84245"/>
                </a:moveTo>
                <a:lnTo>
                  <a:pt x="2151850" y="91315"/>
                </a:lnTo>
                <a:lnTo>
                  <a:pt x="2155334" y="91478"/>
                </a:lnTo>
                <a:lnTo>
                  <a:pt x="2165625" y="91751"/>
                </a:lnTo>
                <a:lnTo>
                  <a:pt x="2280647" y="95392"/>
                </a:lnTo>
                <a:lnTo>
                  <a:pt x="2319463" y="95833"/>
                </a:lnTo>
                <a:lnTo>
                  <a:pt x="2657769" y="104810"/>
                </a:lnTo>
                <a:lnTo>
                  <a:pt x="2914515" y="104503"/>
                </a:lnTo>
                <a:lnTo>
                  <a:pt x="3036689" y="107826"/>
                </a:lnTo>
                <a:cubicBezTo>
                  <a:pt x="3118303" y="108476"/>
                  <a:pt x="3199916" y="109126"/>
                  <a:pt x="3279163" y="114423"/>
                </a:cubicBezTo>
                <a:lnTo>
                  <a:pt x="3506020" y="127945"/>
                </a:lnTo>
                <a:lnTo>
                  <a:pt x="3500597" y="127851"/>
                </a:lnTo>
                <a:cubicBezTo>
                  <a:pt x="3418983" y="127201"/>
                  <a:pt x="3337369" y="126551"/>
                  <a:pt x="3251110" y="123532"/>
                </a:cubicBezTo>
                <a:cubicBezTo>
                  <a:pt x="3083147" y="131526"/>
                  <a:pt x="2910629" y="125487"/>
                  <a:pt x="2742667" y="133482"/>
                </a:cubicBezTo>
                <a:cubicBezTo>
                  <a:pt x="2397629" y="121403"/>
                  <a:pt x="2066618" y="104769"/>
                  <a:pt x="1721581" y="92690"/>
                </a:cubicBezTo>
                <a:lnTo>
                  <a:pt x="1699190" y="91792"/>
                </a:lnTo>
                <a:lnTo>
                  <a:pt x="1782243" y="88507"/>
                </a:lnTo>
                <a:close/>
                <a:moveTo>
                  <a:pt x="434896" y="81985"/>
                </a:moveTo>
                <a:lnTo>
                  <a:pt x="410772" y="87066"/>
                </a:lnTo>
                <a:lnTo>
                  <a:pt x="335622" y="108926"/>
                </a:lnTo>
                <a:lnTo>
                  <a:pt x="331605" y="109620"/>
                </a:lnTo>
                <a:lnTo>
                  <a:pt x="326625" y="111543"/>
                </a:lnTo>
                <a:lnTo>
                  <a:pt x="317579" y="114175"/>
                </a:lnTo>
                <a:lnTo>
                  <a:pt x="301294" y="121324"/>
                </a:lnTo>
                <a:lnTo>
                  <a:pt x="236882" y="146194"/>
                </a:lnTo>
                <a:cubicBezTo>
                  <a:pt x="205278" y="162274"/>
                  <a:pt x="177136" y="183047"/>
                  <a:pt x="162932" y="210930"/>
                </a:cubicBezTo>
                <a:lnTo>
                  <a:pt x="162163" y="213364"/>
                </a:lnTo>
                <a:lnTo>
                  <a:pt x="127388" y="259234"/>
                </a:lnTo>
                <a:lnTo>
                  <a:pt x="147516" y="201071"/>
                </a:lnTo>
                <a:lnTo>
                  <a:pt x="159093" y="188663"/>
                </a:lnTo>
                <a:cubicBezTo>
                  <a:pt x="181608" y="169959"/>
                  <a:pt x="206506" y="154118"/>
                  <a:pt x="233420" y="141501"/>
                </a:cubicBezTo>
                <a:lnTo>
                  <a:pt x="330354" y="98945"/>
                </a:lnTo>
                <a:lnTo>
                  <a:pt x="384249" y="86709"/>
                </a:lnTo>
                <a:close/>
                <a:moveTo>
                  <a:pt x="2291256" y="80311"/>
                </a:moveTo>
                <a:lnTo>
                  <a:pt x="2431010" y="80947"/>
                </a:lnTo>
                <a:lnTo>
                  <a:pt x="2728996" y="91379"/>
                </a:lnTo>
                <a:cubicBezTo>
                  <a:pt x="2901515" y="97418"/>
                  <a:pt x="3055450" y="93978"/>
                  <a:pt x="3227969" y="100017"/>
                </a:cubicBezTo>
                <a:cubicBezTo>
                  <a:pt x="3306077" y="101806"/>
                  <a:pt x="3383592" y="104756"/>
                  <a:pt x="3460816" y="107558"/>
                </a:cubicBezTo>
                <a:lnTo>
                  <a:pt x="3508939" y="108943"/>
                </a:lnTo>
                <a:lnTo>
                  <a:pt x="3167306" y="104200"/>
                </a:lnTo>
                <a:lnTo>
                  <a:pt x="2914515" y="104503"/>
                </a:lnTo>
                <a:lnTo>
                  <a:pt x="2794216" y="101230"/>
                </a:lnTo>
                <a:lnTo>
                  <a:pt x="2319463" y="95833"/>
                </a:lnTo>
                <a:lnTo>
                  <a:pt x="2165625" y="91751"/>
                </a:lnTo>
                <a:lnTo>
                  <a:pt x="2151850" y="91315"/>
                </a:lnTo>
                <a:lnTo>
                  <a:pt x="1972965" y="82948"/>
                </a:lnTo>
                <a:lnTo>
                  <a:pt x="2035682" y="81120"/>
                </a:lnTo>
                <a:cubicBezTo>
                  <a:pt x="2120588" y="79973"/>
                  <a:pt x="2205851" y="79923"/>
                  <a:pt x="2291256" y="80311"/>
                </a:cubicBezTo>
                <a:close/>
                <a:moveTo>
                  <a:pt x="545236" y="79113"/>
                </a:moveTo>
                <a:lnTo>
                  <a:pt x="473728" y="89199"/>
                </a:lnTo>
                <a:cubicBezTo>
                  <a:pt x="339270" y="113828"/>
                  <a:pt x="212930" y="163456"/>
                  <a:pt x="152165" y="271785"/>
                </a:cubicBezTo>
                <a:lnTo>
                  <a:pt x="134089" y="323579"/>
                </a:lnTo>
                <a:lnTo>
                  <a:pt x="134256" y="301689"/>
                </a:lnTo>
                <a:lnTo>
                  <a:pt x="162163" y="213364"/>
                </a:lnTo>
                <a:lnTo>
                  <a:pt x="174110" y="197604"/>
                </a:lnTo>
                <a:cubicBezTo>
                  <a:pt x="193201" y="178800"/>
                  <a:pt x="215041" y="162497"/>
                  <a:pt x="239123" y="148618"/>
                </a:cubicBezTo>
                <a:lnTo>
                  <a:pt x="301294" y="121324"/>
                </a:lnTo>
                <a:lnTo>
                  <a:pt x="326625" y="111543"/>
                </a:lnTo>
                <a:lnTo>
                  <a:pt x="335622" y="108926"/>
                </a:lnTo>
                <a:lnTo>
                  <a:pt x="441717" y="90593"/>
                </a:lnTo>
                <a:close/>
                <a:moveTo>
                  <a:pt x="770271" y="75785"/>
                </a:moveTo>
                <a:cubicBezTo>
                  <a:pt x="921750" y="88656"/>
                  <a:pt x="1073318" y="89862"/>
                  <a:pt x="1225500" y="86991"/>
                </a:cubicBezTo>
                <a:lnTo>
                  <a:pt x="1440595" y="80776"/>
                </a:lnTo>
                <a:lnTo>
                  <a:pt x="1485688" y="83230"/>
                </a:lnTo>
                <a:lnTo>
                  <a:pt x="1699190" y="91792"/>
                </a:lnTo>
                <a:lnTo>
                  <a:pt x="1278972" y="108414"/>
                </a:lnTo>
                <a:cubicBezTo>
                  <a:pt x="1111624" y="112331"/>
                  <a:pt x="944890" y="112170"/>
                  <a:pt x="779385" y="103853"/>
                </a:cubicBezTo>
                <a:cubicBezTo>
                  <a:pt x="760801" y="94373"/>
                  <a:pt x="756244" y="80339"/>
                  <a:pt x="770271" y="75785"/>
                </a:cubicBezTo>
                <a:close/>
                <a:moveTo>
                  <a:pt x="1742777" y="72182"/>
                </a:moveTo>
                <a:lnTo>
                  <a:pt x="1972965" y="82948"/>
                </a:lnTo>
                <a:lnTo>
                  <a:pt x="1928487" y="84245"/>
                </a:lnTo>
                <a:lnTo>
                  <a:pt x="1763660" y="79027"/>
                </a:lnTo>
                <a:lnTo>
                  <a:pt x="1658549" y="74478"/>
                </a:lnTo>
                <a:lnTo>
                  <a:pt x="1684414" y="73730"/>
                </a:lnTo>
                <a:close/>
                <a:moveTo>
                  <a:pt x="679270" y="66518"/>
                </a:moveTo>
                <a:lnTo>
                  <a:pt x="553964" y="78145"/>
                </a:lnTo>
                <a:lnTo>
                  <a:pt x="545236" y="79113"/>
                </a:lnTo>
                <a:lnTo>
                  <a:pt x="575195" y="74888"/>
                </a:lnTo>
                <a:cubicBezTo>
                  <a:pt x="608926" y="71329"/>
                  <a:pt x="642267" y="68805"/>
                  <a:pt x="674319" y="66791"/>
                </a:cubicBezTo>
                <a:close/>
                <a:moveTo>
                  <a:pt x="4037015" y="62669"/>
                </a:moveTo>
                <a:cubicBezTo>
                  <a:pt x="4096198" y="60269"/>
                  <a:pt x="4160874" y="84114"/>
                  <a:pt x="4207332" y="107814"/>
                </a:cubicBezTo>
                <a:cubicBezTo>
                  <a:pt x="4232929" y="115017"/>
                  <a:pt x="4259665" y="125729"/>
                  <a:pt x="4285217" y="138764"/>
                </a:cubicBezTo>
                <a:lnTo>
                  <a:pt x="4301438" y="149051"/>
                </a:lnTo>
                <a:lnTo>
                  <a:pt x="4283589" y="141958"/>
                </a:lnTo>
                <a:cubicBezTo>
                  <a:pt x="4253791" y="131514"/>
                  <a:pt x="4223548" y="121942"/>
                  <a:pt x="4193306" y="112369"/>
                </a:cubicBezTo>
                <a:lnTo>
                  <a:pt x="4178411" y="110308"/>
                </a:lnTo>
                <a:lnTo>
                  <a:pt x="4171473" y="107916"/>
                </a:lnTo>
                <a:lnTo>
                  <a:pt x="4156139" y="93409"/>
                </a:lnTo>
                <a:lnTo>
                  <a:pt x="4128371" y="95054"/>
                </a:lnTo>
                <a:lnTo>
                  <a:pt x="4081013" y="82895"/>
                </a:lnTo>
                <a:cubicBezTo>
                  <a:pt x="4057433" y="78917"/>
                  <a:pt x="4034268" y="77711"/>
                  <a:pt x="4013470" y="81556"/>
                </a:cubicBezTo>
                <a:lnTo>
                  <a:pt x="4000987" y="85764"/>
                </a:lnTo>
                <a:lnTo>
                  <a:pt x="3996463" y="85139"/>
                </a:lnTo>
                <a:lnTo>
                  <a:pt x="3965698" y="83134"/>
                </a:lnTo>
                <a:lnTo>
                  <a:pt x="3970150" y="79835"/>
                </a:lnTo>
                <a:cubicBezTo>
                  <a:pt x="3990548" y="68788"/>
                  <a:pt x="4013342" y="63629"/>
                  <a:pt x="4037015" y="62669"/>
                </a:cubicBezTo>
                <a:close/>
                <a:moveTo>
                  <a:pt x="2191717" y="60272"/>
                </a:moveTo>
                <a:cubicBezTo>
                  <a:pt x="2361958" y="59294"/>
                  <a:pt x="2533337" y="61825"/>
                  <a:pt x="2705856" y="67864"/>
                </a:cubicBezTo>
                <a:cubicBezTo>
                  <a:pt x="3046337" y="65909"/>
                  <a:pt x="3391375" y="77988"/>
                  <a:pt x="3722386" y="94622"/>
                </a:cubicBezTo>
                <a:cubicBezTo>
                  <a:pt x="3769022" y="94993"/>
                  <a:pt x="3812152" y="96503"/>
                  <a:pt x="3855281" y="98013"/>
                </a:cubicBezTo>
                <a:lnTo>
                  <a:pt x="3875166" y="98520"/>
                </a:lnTo>
                <a:lnTo>
                  <a:pt x="3942558" y="104165"/>
                </a:lnTo>
                <a:lnTo>
                  <a:pt x="3943163" y="106028"/>
                </a:lnTo>
                <a:lnTo>
                  <a:pt x="3907746" y="108127"/>
                </a:lnTo>
                <a:lnTo>
                  <a:pt x="3903702" y="108174"/>
                </a:lnTo>
                <a:lnTo>
                  <a:pt x="3834242" y="104844"/>
                </a:lnTo>
                <a:cubicBezTo>
                  <a:pt x="3661723" y="98805"/>
                  <a:pt x="3489204" y="92765"/>
                  <a:pt x="3316685" y="86725"/>
                </a:cubicBezTo>
                <a:cubicBezTo>
                  <a:pt x="3144166" y="80686"/>
                  <a:pt x="2976204" y="88681"/>
                  <a:pt x="2803685" y="82641"/>
                </a:cubicBezTo>
                <a:lnTo>
                  <a:pt x="2431010" y="80947"/>
                </a:lnTo>
                <a:lnTo>
                  <a:pt x="2211440" y="73260"/>
                </a:lnTo>
                <a:cubicBezTo>
                  <a:pt x="2129826" y="72610"/>
                  <a:pt x="2046767" y="70491"/>
                  <a:pt x="1962984" y="67637"/>
                </a:cubicBezTo>
                <a:lnTo>
                  <a:pt x="1943398" y="66860"/>
                </a:lnTo>
                <a:close/>
                <a:moveTo>
                  <a:pt x="640746" y="56878"/>
                </a:moveTo>
                <a:lnTo>
                  <a:pt x="595474" y="62728"/>
                </a:lnTo>
                <a:cubicBezTo>
                  <a:pt x="554623" y="68235"/>
                  <a:pt x="513771" y="73742"/>
                  <a:pt x="476427" y="78111"/>
                </a:cubicBezTo>
                <a:lnTo>
                  <a:pt x="434896" y="81985"/>
                </a:lnTo>
                <a:lnTo>
                  <a:pt x="502157" y="67818"/>
                </a:lnTo>
                <a:cubicBezTo>
                  <a:pt x="532510" y="62810"/>
                  <a:pt x="562853" y="59260"/>
                  <a:pt x="593475" y="57317"/>
                </a:cubicBezTo>
                <a:close/>
                <a:moveTo>
                  <a:pt x="1022730" y="53444"/>
                </a:moveTo>
                <a:lnTo>
                  <a:pt x="1196569" y="56376"/>
                </a:lnTo>
                <a:lnTo>
                  <a:pt x="1304451" y="59151"/>
                </a:lnTo>
                <a:lnTo>
                  <a:pt x="1658549" y="74478"/>
                </a:lnTo>
                <a:lnTo>
                  <a:pt x="1440595" y="80776"/>
                </a:lnTo>
                <a:lnTo>
                  <a:pt x="1247198" y="70250"/>
                </a:lnTo>
                <a:cubicBezTo>
                  <a:pt x="1087522" y="61979"/>
                  <a:pt x="926663" y="56033"/>
                  <a:pt x="765714" y="61750"/>
                </a:cubicBezTo>
                <a:lnTo>
                  <a:pt x="679270" y="66518"/>
                </a:lnTo>
                <a:lnTo>
                  <a:pt x="779740" y="57196"/>
                </a:lnTo>
                <a:cubicBezTo>
                  <a:pt x="860215" y="54337"/>
                  <a:pt x="941259" y="53233"/>
                  <a:pt x="1022730" y="53444"/>
                </a:cubicBezTo>
                <a:close/>
                <a:moveTo>
                  <a:pt x="960020" y="39384"/>
                </a:moveTo>
                <a:cubicBezTo>
                  <a:pt x="1041064" y="38279"/>
                  <a:pt x="1122678" y="38929"/>
                  <a:pt x="1208937" y="41949"/>
                </a:cubicBezTo>
                <a:cubicBezTo>
                  <a:pt x="1372164" y="43248"/>
                  <a:pt x="1541176" y="50426"/>
                  <a:pt x="1710189" y="57604"/>
                </a:cubicBezTo>
                <a:lnTo>
                  <a:pt x="1943398" y="66860"/>
                </a:lnTo>
                <a:lnTo>
                  <a:pt x="1742777" y="72182"/>
                </a:lnTo>
                <a:lnTo>
                  <a:pt x="1659387" y="68282"/>
                </a:lnTo>
                <a:lnTo>
                  <a:pt x="1304451" y="59151"/>
                </a:lnTo>
                <a:lnTo>
                  <a:pt x="1268283" y="57586"/>
                </a:lnTo>
                <a:lnTo>
                  <a:pt x="1196569" y="56376"/>
                </a:lnTo>
                <a:lnTo>
                  <a:pt x="1166857" y="55612"/>
                </a:lnTo>
                <a:cubicBezTo>
                  <a:pt x="1008365" y="45018"/>
                  <a:pt x="835846" y="38979"/>
                  <a:pt x="686468" y="56453"/>
                </a:cubicBezTo>
                <a:lnTo>
                  <a:pt x="640746" y="56878"/>
                </a:lnTo>
                <a:lnTo>
                  <a:pt x="714521" y="47345"/>
                </a:lnTo>
                <a:cubicBezTo>
                  <a:pt x="798502" y="43347"/>
                  <a:pt x="878976" y="40488"/>
                  <a:pt x="960020" y="39384"/>
                </a:cubicBezTo>
                <a:close/>
                <a:moveTo>
                  <a:pt x="1288539" y="588"/>
                </a:moveTo>
                <a:cubicBezTo>
                  <a:pt x="1629019" y="-1367"/>
                  <a:pt x="1955474" y="1232"/>
                  <a:pt x="2300511" y="13311"/>
                </a:cubicBezTo>
                <a:cubicBezTo>
                  <a:pt x="2459004" y="23905"/>
                  <a:pt x="2631522" y="29944"/>
                  <a:pt x="2804041" y="35984"/>
                </a:cubicBezTo>
                <a:cubicBezTo>
                  <a:pt x="2962533" y="46578"/>
                  <a:pt x="3135052" y="52617"/>
                  <a:pt x="3307572" y="58657"/>
                </a:cubicBezTo>
                <a:cubicBezTo>
                  <a:pt x="3475534" y="50662"/>
                  <a:pt x="3634026" y="61256"/>
                  <a:pt x="3792518" y="71850"/>
                </a:cubicBezTo>
                <a:lnTo>
                  <a:pt x="3965698" y="83134"/>
                </a:lnTo>
                <a:lnTo>
                  <a:pt x="3942609" y="100241"/>
                </a:lnTo>
                <a:lnTo>
                  <a:pt x="3875166" y="98520"/>
                </a:lnTo>
                <a:lnTo>
                  <a:pt x="3862864" y="97490"/>
                </a:lnTo>
                <a:cubicBezTo>
                  <a:pt x="3787695" y="92808"/>
                  <a:pt x="3713094" y="89881"/>
                  <a:pt x="3643140" y="89324"/>
                </a:cubicBezTo>
                <a:cubicBezTo>
                  <a:pt x="3484647" y="78731"/>
                  <a:pt x="3312128" y="72691"/>
                  <a:pt x="3139609" y="66652"/>
                </a:cubicBezTo>
                <a:cubicBezTo>
                  <a:pt x="2794572" y="54573"/>
                  <a:pt x="2463560" y="37939"/>
                  <a:pt x="2118523" y="25860"/>
                </a:cubicBezTo>
                <a:cubicBezTo>
                  <a:pt x="1792069" y="23261"/>
                  <a:pt x="1465615" y="20662"/>
                  <a:pt x="1139160" y="18063"/>
                </a:cubicBezTo>
                <a:cubicBezTo>
                  <a:pt x="985225" y="21504"/>
                  <a:pt x="831289" y="24944"/>
                  <a:pt x="681911" y="42419"/>
                </a:cubicBezTo>
                <a:cubicBezTo>
                  <a:pt x="607222" y="51156"/>
                  <a:pt x="532532" y="59894"/>
                  <a:pt x="443817" y="73186"/>
                </a:cubicBezTo>
                <a:cubicBezTo>
                  <a:pt x="406472" y="77554"/>
                  <a:pt x="370267" y="85432"/>
                  <a:pt x="335201" y="96817"/>
                </a:cubicBezTo>
                <a:lnTo>
                  <a:pt x="330354" y="98945"/>
                </a:lnTo>
                <a:lnTo>
                  <a:pt x="284969" y="109249"/>
                </a:lnTo>
                <a:cubicBezTo>
                  <a:pt x="242889" y="122912"/>
                  <a:pt x="186783" y="141129"/>
                  <a:pt x="153818" y="182861"/>
                </a:cubicBezTo>
                <a:lnTo>
                  <a:pt x="147516" y="201071"/>
                </a:lnTo>
                <a:lnTo>
                  <a:pt x="99065" y="252999"/>
                </a:lnTo>
                <a:cubicBezTo>
                  <a:pt x="81683" y="277065"/>
                  <a:pt x="67052" y="303633"/>
                  <a:pt x="55538" y="332339"/>
                </a:cubicBezTo>
                <a:lnTo>
                  <a:pt x="47874" y="360796"/>
                </a:lnTo>
                <a:lnTo>
                  <a:pt x="40539" y="359268"/>
                </a:lnTo>
                <a:lnTo>
                  <a:pt x="45614" y="369186"/>
                </a:lnTo>
                <a:lnTo>
                  <a:pt x="30714" y="424514"/>
                </a:lnTo>
                <a:lnTo>
                  <a:pt x="30143" y="428610"/>
                </a:lnTo>
                <a:lnTo>
                  <a:pt x="25846" y="441609"/>
                </a:lnTo>
                <a:lnTo>
                  <a:pt x="21420" y="491168"/>
                </a:lnTo>
                <a:lnTo>
                  <a:pt x="16375" y="527344"/>
                </a:lnTo>
                <a:cubicBezTo>
                  <a:pt x="14799" y="562035"/>
                  <a:pt x="15989" y="597040"/>
                  <a:pt x="18637" y="632056"/>
                </a:cubicBezTo>
                <a:lnTo>
                  <a:pt x="19039" y="635697"/>
                </a:lnTo>
                <a:lnTo>
                  <a:pt x="19110" y="723047"/>
                </a:lnTo>
                <a:cubicBezTo>
                  <a:pt x="23489" y="760410"/>
                  <a:pt x="24361" y="798912"/>
                  <a:pt x="23480" y="837983"/>
                </a:cubicBezTo>
                <a:lnTo>
                  <a:pt x="22227" y="862102"/>
                </a:lnTo>
                <a:lnTo>
                  <a:pt x="13841" y="802328"/>
                </a:lnTo>
                <a:cubicBezTo>
                  <a:pt x="5083" y="727602"/>
                  <a:pt x="-3675" y="652875"/>
                  <a:pt x="1593" y="573595"/>
                </a:cubicBezTo>
                <a:cubicBezTo>
                  <a:pt x="-2252" y="466246"/>
                  <a:pt x="21955" y="349788"/>
                  <a:pt x="83330" y="252290"/>
                </a:cubicBezTo>
                <a:cubicBezTo>
                  <a:pt x="158731" y="150238"/>
                  <a:pt x="261829" y="85735"/>
                  <a:pt x="378597" y="63334"/>
                </a:cubicBezTo>
                <a:cubicBezTo>
                  <a:pt x="686824" y="9796"/>
                  <a:pt x="994694" y="2915"/>
                  <a:pt x="1288539" y="5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chenying0907 456"/>
          <p:cNvSpPr>
            <a:spLocks noEditPoints="1"/>
          </p:cNvSpPr>
          <p:nvPr/>
        </p:nvSpPr>
        <p:spPr bwMode="auto">
          <a:xfrm>
            <a:off x="117688" y="4234743"/>
            <a:ext cx="1008111" cy="936103"/>
          </a:xfrm>
          <a:custGeom>
            <a:avLst/>
            <a:gdLst>
              <a:gd name="T0" fmla="*/ 40 w 249"/>
              <a:gd name="T1" fmla="*/ 3 h 262"/>
              <a:gd name="T2" fmla="*/ 53 w 249"/>
              <a:gd name="T3" fmla="*/ 72 h 262"/>
              <a:gd name="T4" fmla="*/ 3 w 249"/>
              <a:gd name="T5" fmla="*/ 103 h 262"/>
              <a:gd name="T6" fmla="*/ 64 w 249"/>
              <a:gd name="T7" fmla="*/ 122 h 262"/>
              <a:gd name="T8" fmla="*/ 78 w 249"/>
              <a:gd name="T9" fmla="*/ 181 h 262"/>
              <a:gd name="T10" fmla="*/ 107 w 249"/>
              <a:gd name="T11" fmla="*/ 259 h 262"/>
              <a:gd name="T12" fmla="*/ 137 w 249"/>
              <a:gd name="T13" fmla="*/ 168 h 262"/>
              <a:gd name="T14" fmla="*/ 174 w 249"/>
              <a:gd name="T15" fmla="*/ 135 h 262"/>
              <a:gd name="T16" fmla="*/ 226 w 249"/>
              <a:gd name="T17" fmla="*/ 149 h 262"/>
              <a:gd name="T18" fmla="*/ 244 w 249"/>
              <a:gd name="T19" fmla="*/ 160 h 262"/>
              <a:gd name="T20" fmla="*/ 178 w 249"/>
              <a:gd name="T21" fmla="*/ 97 h 262"/>
              <a:gd name="T22" fmla="*/ 170 w 249"/>
              <a:gd name="T23" fmla="*/ 91 h 262"/>
              <a:gd name="T24" fmla="*/ 178 w 249"/>
              <a:gd name="T25" fmla="*/ 76 h 262"/>
              <a:gd name="T26" fmla="*/ 182 w 249"/>
              <a:gd name="T27" fmla="*/ 68 h 262"/>
              <a:gd name="T28" fmla="*/ 203 w 249"/>
              <a:gd name="T29" fmla="*/ 22 h 262"/>
              <a:gd name="T30" fmla="*/ 174 w 249"/>
              <a:gd name="T31" fmla="*/ 29 h 262"/>
              <a:gd name="T32" fmla="*/ 78 w 249"/>
              <a:gd name="T33" fmla="*/ 27 h 262"/>
              <a:gd name="T34" fmla="*/ 45 w 249"/>
              <a:gd name="T35" fmla="*/ 1 h 262"/>
              <a:gd name="T36" fmla="*/ 55 w 249"/>
              <a:gd name="T37" fmla="*/ 81 h 262"/>
              <a:gd name="T38" fmla="*/ 15 w 249"/>
              <a:gd name="T39" fmla="*/ 105 h 262"/>
              <a:gd name="T40" fmla="*/ 127 w 249"/>
              <a:gd name="T41" fmla="*/ 172 h 262"/>
              <a:gd name="T42" fmla="*/ 83 w 249"/>
              <a:gd name="T43" fmla="*/ 172 h 262"/>
              <a:gd name="T44" fmla="*/ 78 w 249"/>
              <a:gd name="T45" fmla="*/ 154 h 262"/>
              <a:gd name="T46" fmla="*/ 70 w 249"/>
              <a:gd name="T47" fmla="*/ 123 h 262"/>
              <a:gd name="T48" fmla="*/ 78 w 249"/>
              <a:gd name="T49" fmla="*/ 124 h 262"/>
              <a:gd name="T50" fmla="*/ 129 w 249"/>
              <a:gd name="T51" fmla="*/ 168 h 262"/>
              <a:gd name="T52" fmla="*/ 178 w 249"/>
              <a:gd name="T53" fmla="*/ 105 h 262"/>
              <a:gd name="T54" fmla="*/ 178 w 249"/>
              <a:gd name="T55" fmla="*/ 128 h 262"/>
              <a:gd name="T56" fmla="*/ 155 w 249"/>
              <a:gd name="T57" fmla="*/ 124 h 262"/>
              <a:gd name="T58" fmla="*/ 174 w 249"/>
              <a:gd name="T59" fmla="*/ 102 h 262"/>
              <a:gd name="T60" fmla="*/ 178 w 249"/>
              <a:gd name="T61" fmla="*/ 36 h 262"/>
              <a:gd name="T62" fmla="*/ 178 w 249"/>
              <a:gd name="T63" fmla="*/ 60 h 262"/>
              <a:gd name="T64" fmla="*/ 174 w 249"/>
              <a:gd name="T65" fmla="*/ 68 h 262"/>
              <a:gd name="T66" fmla="*/ 164 w 249"/>
              <a:gd name="T67" fmla="*/ 87 h 262"/>
              <a:gd name="T68" fmla="*/ 137 w 249"/>
              <a:gd name="T69" fmla="*/ 68 h 262"/>
              <a:gd name="T70" fmla="*/ 174 w 249"/>
              <a:gd name="T71" fmla="*/ 37 h 262"/>
              <a:gd name="T72" fmla="*/ 131 w 249"/>
              <a:gd name="T73" fmla="*/ 72 h 262"/>
              <a:gd name="T74" fmla="*/ 147 w 249"/>
              <a:gd name="T75" fmla="*/ 123 h 262"/>
              <a:gd name="T76" fmla="*/ 74 w 249"/>
              <a:gd name="T77" fmla="*/ 115 h 262"/>
              <a:gd name="T78" fmla="*/ 60 w 249"/>
              <a:gd name="T79" fmla="*/ 79 h 262"/>
              <a:gd name="T80" fmla="*/ 83 w 249"/>
              <a:gd name="T81" fmla="*/ 68 h 262"/>
              <a:gd name="T82" fmla="*/ 125 w 249"/>
              <a:gd name="T83" fmla="*/ 68 h 262"/>
              <a:gd name="T84" fmla="*/ 78 w 249"/>
              <a:gd name="T85" fmla="*/ 62 h 262"/>
              <a:gd name="T86" fmla="*/ 64 w 249"/>
              <a:gd name="T87" fmla="*/ 68 h 262"/>
              <a:gd name="T88" fmla="*/ 58 w 249"/>
              <a:gd name="T89" fmla="*/ 68 h 262"/>
              <a:gd name="T90" fmla="*/ 48 w 249"/>
              <a:gd name="T91" fmla="*/ 19 h 262"/>
              <a:gd name="T92" fmla="*/ 74 w 249"/>
              <a:gd name="T93" fmla="*/ 32 h 262"/>
              <a:gd name="T94" fmla="*/ 102 w 249"/>
              <a:gd name="T95" fmla="*/ 52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9" h="262">
                <a:moveTo>
                  <a:pt x="45" y="1"/>
                </a:moveTo>
                <a:cubicBezTo>
                  <a:pt x="43" y="0"/>
                  <a:pt x="40" y="1"/>
                  <a:pt x="40" y="3"/>
                </a:cubicBezTo>
                <a:cubicBezTo>
                  <a:pt x="44" y="25"/>
                  <a:pt x="47" y="47"/>
                  <a:pt x="52" y="68"/>
                </a:cubicBezTo>
                <a:cubicBezTo>
                  <a:pt x="52" y="69"/>
                  <a:pt x="52" y="71"/>
                  <a:pt x="53" y="72"/>
                </a:cubicBezTo>
                <a:cubicBezTo>
                  <a:pt x="53" y="73"/>
                  <a:pt x="53" y="73"/>
                  <a:pt x="53" y="74"/>
                </a:cubicBezTo>
                <a:cubicBezTo>
                  <a:pt x="36" y="82"/>
                  <a:pt x="19" y="92"/>
                  <a:pt x="3" y="103"/>
                </a:cubicBezTo>
                <a:cubicBezTo>
                  <a:pt x="0" y="105"/>
                  <a:pt x="1" y="109"/>
                  <a:pt x="5" y="110"/>
                </a:cubicBezTo>
                <a:cubicBezTo>
                  <a:pt x="24" y="116"/>
                  <a:pt x="44" y="120"/>
                  <a:pt x="64" y="122"/>
                </a:cubicBezTo>
                <a:cubicBezTo>
                  <a:pt x="67" y="137"/>
                  <a:pt x="70" y="151"/>
                  <a:pt x="74" y="165"/>
                </a:cubicBezTo>
                <a:cubicBezTo>
                  <a:pt x="75" y="170"/>
                  <a:pt x="77" y="176"/>
                  <a:pt x="78" y="181"/>
                </a:cubicBezTo>
                <a:cubicBezTo>
                  <a:pt x="85" y="207"/>
                  <a:pt x="92" y="233"/>
                  <a:pt x="100" y="259"/>
                </a:cubicBezTo>
                <a:cubicBezTo>
                  <a:pt x="101" y="262"/>
                  <a:pt x="106" y="262"/>
                  <a:pt x="107" y="259"/>
                </a:cubicBezTo>
                <a:cubicBezTo>
                  <a:pt x="116" y="230"/>
                  <a:pt x="125" y="201"/>
                  <a:pt x="136" y="172"/>
                </a:cubicBezTo>
                <a:cubicBezTo>
                  <a:pt x="136" y="171"/>
                  <a:pt x="137" y="169"/>
                  <a:pt x="137" y="168"/>
                </a:cubicBezTo>
                <a:cubicBezTo>
                  <a:pt x="142" y="156"/>
                  <a:pt x="146" y="144"/>
                  <a:pt x="151" y="132"/>
                </a:cubicBezTo>
                <a:cubicBezTo>
                  <a:pt x="159" y="133"/>
                  <a:pt x="167" y="134"/>
                  <a:pt x="174" y="135"/>
                </a:cubicBezTo>
                <a:cubicBezTo>
                  <a:pt x="175" y="136"/>
                  <a:pt x="177" y="136"/>
                  <a:pt x="178" y="136"/>
                </a:cubicBezTo>
                <a:cubicBezTo>
                  <a:pt x="194" y="139"/>
                  <a:pt x="210" y="143"/>
                  <a:pt x="226" y="149"/>
                </a:cubicBezTo>
                <a:cubicBezTo>
                  <a:pt x="228" y="150"/>
                  <a:pt x="229" y="149"/>
                  <a:pt x="231" y="147"/>
                </a:cubicBezTo>
                <a:cubicBezTo>
                  <a:pt x="235" y="151"/>
                  <a:pt x="239" y="156"/>
                  <a:pt x="244" y="160"/>
                </a:cubicBezTo>
                <a:cubicBezTo>
                  <a:pt x="246" y="162"/>
                  <a:pt x="249" y="158"/>
                  <a:pt x="247" y="156"/>
                </a:cubicBezTo>
                <a:cubicBezTo>
                  <a:pt x="225" y="134"/>
                  <a:pt x="202" y="115"/>
                  <a:pt x="178" y="97"/>
                </a:cubicBezTo>
                <a:cubicBezTo>
                  <a:pt x="177" y="96"/>
                  <a:pt x="175" y="95"/>
                  <a:pt x="174" y="94"/>
                </a:cubicBezTo>
                <a:cubicBezTo>
                  <a:pt x="173" y="93"/>
                  <a:pt x="171" y="92"/>
                  <a:pt x="170" y="91"/>
                </a:cubicBezTo>
                <a:cubicBezTo>
                  <a:pt x="171" y="89"/>
                  <a:pt x="173" y="86"/>
                  <a:pt x="174" y="83"/>
                </a:cubicBezTo>
                <a:cubicBezTo>
                  <a:pt x="175" y="81"/>
                  <a:pt x="177" y="78"/>
                  <a:pt x="178" y="76"/>
                </a:cubicBezTo>
                <a:cubicBezTo>
                  <a:pt x="179" y="74"/>
                  <a:pt x="179" y="73"/>
                  <a:pt x="180" y="72"/>
                </a:cubicBezTo>
                <a:cubicBezTo>
                  <a:pt x="181" y="71"/>
                  <a:pt x="181" y="69"/>
                  <a:pt x="182" y="68"/>
                </a:cubicBezTo>
                <a:cubicBezTo>
                  <a:pt x="190" y="55"/>
                  <a:pt x="198" y="41"/>
                  <a:pt x="206" y="29"/>
                </a:cubicBezTo>
                <a:cubicBezTo>
                  <a:pt x="208" y="26"/>
                  <a:pt x="207" y="22"/>
                  <a:pt x="203" y="22"/>
                </a:cubicBezTo>
                <a:cubicBezTo>
                  <a:pt x="195" y="24"/>
                  <a:pt x="186" y="26"/>
                  <a:pt x="178" y="28"/>
                </a:cubicBezTo>
                <a:cubicBezTo>
                  <a:pt x="177" y="28"/>
                  <a:pt x="175" y="29"/>
                  <a:pt x="174" y="29"/>
                </a:cubicBezTo>
                <a:cubicBezTo>
                  <a:pt x="152" y="35"/>
                  <a:pt x="130" y="41"/>
                  <a:pt x="109" y="49"/>
                </a:cubicBezTo>
                <a:cubicBezTo>
                  <a:pt x="99" y="42"/>
                  <a:pt x="88" y="34"/>
                  <a:pt x="78" y="27"/>
                </a:cubicBezTo>
                <a:cubicBezTo>
                  <a:pt x="77" y="26"/>
                  <a:pt x="75" y="25"/>
                  <a:pt x="74" y="24"/>
                </a:cubicBezTo>
                <a:cubicBezTo>
                  <a:pt x="64" y="17"/>
                  <a:pt x="54" y="9"/>
                  <a:pt x="45" y="1"/>
                </a:cubicBezTo>
                <a:close/>
                <a:moveTo>
                  <a:pt x="15" y="105"/>
                </a:moveTo>
                <a:cubicBezTo>
                  <a:pt x="27" y="96"/>
                  <a:pt x="41" y="88"/>
                  <a:pt x="55" y="81"/>
                </a:cubicBezTo>
                <a:cubicBezTo>
                  <a:pt x="57" y="92"/>
                  <a:pt x="59" y="103"/>
                  <a:pt x="62" y="114"/>
                </a:cubicBezTo>
                <a:cubicBezTo>
                  <a:pt x="46" y="112"/>
                  <a:pt x="30" y="109"/>
                  <a:pt x="15" y="105"/>
                </a:cubicBezTo>
                <a:close/>
                <a:moveTo>
                  <a:pt x="129" y="168"/>
                </a:moveTo>
                <a:cubicBezTo>
                  <a:pt x="128" y="169"/>
                  <a:pt x="128" y="171"/>
                  <a:pt x="127" y="172"/>
                </a:cubicBezTo>
                <a:cubicBezTo>
                  <a:pt x="119" y="196"/>
                  <a:pt x="111" y="220"/>
                  <a:pt x="103" y="245"/>
                </a:cubicBezTo>
                <a:cubicBezTo>
                  <a:pt x="96" y="220"/>
                  <a:pt x="89" y="196"/>
                  <a:pt x="83" y="172"/>
                </a:cubicBezTo>
                <a:cubicBezTo>
                  <a:pt x="82" y="171"/>
                  <a:pt x="82" y="169"/>
                  <a:pt x="82" y="168"/>
                </a:cubicBezTo>
                <a:cubicBezTo>
                  <a:pt x="80" y="163"/>
                  <a:pt x="79" y="159"/>
                  <a:pt x="78" y="154"/>
                </a:cubicBezTo>
                <a:cubicBezTo>
                  <a:pt x="77" y="149"/>
                  <a:pt x="75" y="144"/>
                  <a:pt x="74" y="138"/>
                </a:cubicBezTo>
                <a:cubicBezTo>
                  <a:pt x="73" y="133"/>
                  <a:pt x="71" y="128"/>
                  <a:pt x="70" y="123"/>
                </a:cubicBezTo>
                <a:cubicBezTo>
                  <a:pt x="71" y="123"/>
                  <a:pt x="73" y="123"/>
                  <a:pt x="74" y="124"/>
                </a:cubicBezTo>
                <a:cubicBezTo>
                  <a:pt x="75" y="124"/>
                  <a:pt x="77" y="124"/>
                  <a:pt x="78" y="124"/>
                </a:cubicBezTo>
                <a:cubicBezTo>
                  <a:pt x="100" y="127"/>
                  <a:pt x="122" y="128"/>
                  <a:pt x="144" y="131"/>
                </a:cubicBezTo>
                <a:cubicBezTo>
                  <a:pt x="138" y="143"/>
                  <a:pt x="134" y="156"/>
                  <a:pt x="129" y="168"/>
                </a:cubicBezTo>
                <a:close/>
                <a:moveTo>
                  <a:pt x="174" y="102"/>
                </a:moveTo>
                <a:cubicBezTo>
                  <a:pt x="175" y="103"/>
                  <a:pt x="177" y="104"/>
                  <a:pt x="178" y="105"/>
                </a:cubicBezTo>
                <a:cubicBezTo>
                  <a:pt x="192" y="115"/>
                  <a:pt x="206" y="126"/>
                  <a:pt x="220" y="138"/>
                </a:cubicBezTo>
                <a:cubicBezTo>
                  <a:pt x="206" y="133"/>
                  <a:pt x="192" y="130"/>
                  <a:pt x="178" y="128"/>
                </a:cubicBezTo>
                <a:cubicBezTo>
                  <a:pt x="177" y="127"/>
                  <a:pt x="175" y="127"/>
                  <a:pt x="174" y="127"/>
                </a:cubicBezTo>
                <a:cubicBezTo>
                  <a:pt x="168" y="126"/>
                  <a:pt x="161" y="125"/>
                  <a:pt x="155" y="124"/>
                </a:cubicBezTo>
                <a:cubicBezTo>
                  <a:pt x="159" y="115"/>
                  <a:pt x="163" y="106"/>
                  <a:pt x="167" y="97"/>
                </a:cubicBezTo>
                <a:cubicBezTo>
                  <a:pt x="169" y="99"/>
                  <a:pt x="172" y="100"/>
                  <a:pt x="174" y="102"/>
                </a:cubicBezTo>
                <a:close/>
                <a:moveTo>
                  <a:pt x="174" y="37"/>
                </a:moveTo>
                <a:cubicBezTo>
                  <a:pt x="175" y="36"/>
                  <a:pt x="177" y="36"/>
                  <a:pt x="178" y="36"/>
                </a:cubicBezTo>
                <a:cubicBezTo>
                  <a:pt x="184" y="34"/>
                  <a:pt x="189" y="33"/>
                  <a:pt x="195" y="32"/>
                </a:cubicBezTo>
                <a:cubicBezTo>
                  <a:pt x="189" y="41"/>
                  <a:pt x="183" y="50"/>
                  <a:pt x="178" y="60"/>
                </a:cubicBezTo>
                <a:cubicBezTo>
                  <a:pt x="177" y="62"/>
                  <a:pt x="175" y="65"/>
                  <a:pt x="174" y="67"/>
                </a:cubicBezTo>
                <a:cubicBezTo>
                  <a:pt x="174" y="68"/>
                  <a:pt x="174" y="68"/>
                  <a:pt x="174" y="68"/>
                </a:cubicBezTo>
                <a:cubicBezTo>
                  <a:pt x="173" y="69"/>
                  <a:pt x="172" y="71"/>
                  <a:pt x="171" y="72"/>
                </a:cubicBezTo>
                <a:cubicBezTo>
                  <a:pt x="169" y="77"/>
                  <a:pt x="166" y="82"/>
                  <a:pt x="164" y="87"/>
                </a:cubicBezTo>
                <a:cubicBezTo>
                  <a:pt x="157" y="82"/>
                  <a:pt x="150" y="77"/>
                  <a:pt x="142" y="72"/>
                </a:cubicBezTo>
                <a:cubicBezTo>
                  <a:pt x="140" y="71"/>
                  <a:pt x="139" y="69"/>
                  <a:pt x="137" y="68"/>
                </a:cubicBezTo>
                <a:cubicBezTo>
                  <a:pt x="130" y="63"/>
                  <a:pt x="123" y="59"/>
                  <a:pt x="117" y="54"/>
                </a:cubicBezTo>
                <a:cubicBezTo>
                  <a:pt x="136" y="47"/>
                  <a:pt x="155" y="42"/>
                  <a:pt x="174" y="37"/>
                </a:cubicBezTo>
                <a:close/>
                <a:moveTo>
                  <a:pt x="125" y="68"/>
                </a:moveTo>
                <a:cubicBezTo>
                  <a:pt x="127" y="69"/>
                  <a:pt x="129" y="71"/>
                  <a:pt x="131" y="72"/>
                </a:cubicBezTo>
                <a:cubicBezTo>
                  <a:pt x="141" y="79"/>
                  <a:pt x="151" y="86"/>
                  <a:pt x="161" y="93"/>
                </a:cubicBezTo>
                <a:cubicBezTo>
                  <a:pt x="156" y="103"/>
                  <a:pt x="151" y="113"/>
                  <a:pt x="147" y="123"/>
                </a:cubicBezTo>
                <a:cubicBezTo>
                  <a:pt x="124" y="120"/>
                  <a:pt x="101" y="119"/>
                  <a:pt x="78" y="116"/>
                </a:cubicBezTo>
                <a:cubicBezTo>
                  <a:pt x="77" y="116"/>
                  <a:pt x="75" y="116"/>
                  <a:pt x="74" y="115"/>
                </a:cubicBezTo>
                <a:cubicBezTo>
                  <a:pt x="72" y="115"/>
                  <a:pt x="70" y="115"/>
                  <a:pt x="68" y="115"/>
                </a:cubicBezTo>
                <a:cubicBezTo>
                  <a:pt x="65" y="103"/>
                  <a:pt x="63" y="91"/>
                  <a:pt x="60" y="79"/>
                </a:cubicBezTo>
                <a:cubicBezTo>
                  <a:pt x="65" y="76"/>
                  <a:pt x="69" y="74"/>
                  <a:pt x="74" y="72"/>
                </a:cubicBezTo>
                <a:cubicBezTo>
                  <a:pt x="77" y="71"/>
                  <a:pt x="80" y="69"/>
                  <a:pt x="83" y="68"/>
                </a:cubicBezTo>
                <a:cubicBezTo>
                  <a:pt x="91" y="64"/>
                  <a:pt x="100" y="60"/>
                  <a:pt x="109" y="57"/>
                </a:cubicBezTo>
                <a:cubicBezTo>
                  <a:pt x="114" y="61"/>
                  <a:pt x="120" y="64"/>
                  <a:pt x="125" y="68"/>
                </a:cubicBezTo>
                <a:close/>
                <a:moveTo>
                  <a:pt x="102" y="52"/>
                </a:moveTo>
                <a:cubicBezTo>
                  <a:pt x="94" y="55"/>
                  <a:pt x="86" y="58"/>
                  <a:pt x="78" y="62"/>
                </a:cubicBezTo>
                <a:cubicBezTo>
                  <a:pt x="77" y="62"/>
                  <a:pt x="75" y="63"/>
                  <a:pt x="74" y="63"/>
                </a:cubicBezTo>
                <a:cubicBezTo>
                  <a:pt x="71" y="65"/>
                  <a:pt x="67" y="66"/>
                  <a:pt x="64" y="68"/>
                </a:cubicBezTo>
                <a:cubicBezTo>
                  <a:pt x="62" y="69"/>
                  <a:pt x="60" y="70"/>
                  <a:pt x="58" y="71"/>
                </a:cubicBezTo>
                <a:cubicBezTo>
                  <a:pt x="58" y="70"/>
                  <a:pt x="58" y="69"/>
                  <a:pt x="58" y="68"/>
                </a:cubicBezTo>
                <a:cubicBezTo>
                  <a:pt x="57" y="63"/>
                  <a:pt x="56" y="58"/>
                  <a:pt x="55" y="53"/>
                </a:cubicBezTo>
                <a:cubicBezTo>
                  <a:pt x="52" y="41"/>
                  <a:pt x="50" y="30"/>
                  <a:pt x="48" y="19"/>
                </a:cubicBezTo>
                <a:cubicBezTo>
                  <a:pt x="47" y="8"/>
                  <a:pt x="46" y="10"/>
                  <a:pt x="54" y="16"/>
                </a:cubicBezTo>
                <a:cubicBezTo>
                  <a:pt x="61" y="22"/>
                  <a:pt x="67" y="27"/>
                  <a:pt x="74" y="32"/>
                </a:cubicBezTo>
                <a:cubicBezTo>
                  <a:pt x="75" y="33"/>
                  <a:pt x="77" y="34"/>
                  <a:pt x="78" y="35"/>
                </a:cubicBezTo>
                <a:cubicBezTo>
                  <a:pt x="86" y="41"/>
                  <a:pt x="94" y="46"/>
                  <a:pt x="102" y="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8" name="椭圆 31"/>
          <p:cNvSpPr/>
          <p:nvPr/>
        </p:nvSpPr>
        <p:spPr>
          <a:xfrm>
            <a:off x="323530" y="4437113"/>
            <a:ext cx="8424934" cy="2218482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591" y="connsiteY0-592"/>
              </a:cxn>
              <a:cxn ang="0">
                <a:pos x="connsiteX1-593" y="connsiteY1-594"/>
              </a:cxn>
              <a:cxn ang="0">
                <a:pos x="connsiteX2-595" y="connsiteY2-596"/>
              </a:cxn>
              <a:cxn ang="0">
                <a:pos x="connsiteX3-597" y="connsiteY3-598"/>
              </a:cxn>
              <a:cxn ang="0">
                <a:pos x="connsiteX4-599" y="connsiteY4-60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方正静蕾简体" panose="02000000000000000000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nimBg="1"/>
      <p:bldP spid="50180" grpId="0" animBg="1"/>
      <p:bldP spid="5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矩形 221203"/>
          <p:cNvSpPr/>
          <p:nvPr/>
        </p:nvSpPr>
        <p:spPr>
          <a:xfrm>
            <a:off x="207450" y="916057"/>
            <a:ext cx="659447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典型外作用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8371" name="矩形 221204"/>
          <p:cNvSpPr/>
          <p:nvPr/>
        </p:nvSpPr>
        <p:spPr>
          <a:xfrm>
            <a:off x="132360" y="1333004"/>
            <a:ext cx="8701334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典型：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）容易实现；（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）有代表性；（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）便于分析计算。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72" name="矩形 221226"/>
          <p:cNvSpPr/>
          <p:nvPr/>
        </p:nvSpPr>
        <p:spPr>
          <a:xfrm>
            <a:off x="-60162" y="2155181"/>
            <a:ext cx="1914524" cy="46037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阶跃函数：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3" name="Object 5"/>
          <p:cNvGraphicFramePr/>
          <p:nvPr/>
        </p:nvGraphicFramePr>
        <p:xfrm>
          <a:off x="1746177" y="2009774"/>
          <a:ext cx="273685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" r:id="rId1" imgW="1460500" imgH="457200" progId="Equation.3">
                  <p:embed/>
                </p:oleObj>
              </mc:Choice>
              <mc:Fallback>
                <p:oleObj name="" r:id="rId1" imgW="14605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46177" y="2009774"/>
                        <a:ext cx="2736850" cy="804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4" name="组合 221236"/>
          <p:cNvGrpSpPr/>
          <p:nvPr/>
        </p:nvGrpSpPr>
        <p:grpSpPr>
          <a:xfrm>
            <a:off x="5524500" y="1616075"/>
            <a:ext cx="3311525" cy="1873250"/>
            <a:chOff x="0" y="0"/>
            <a:chExt cx="2086" cy="1180"/>
          </a:xfrm>
        </p:grpSpPr>
        <p:sp>
          <p:nvSpPr>
            <p:cNvPr id="58389" name="直接连接符 221232"/>
            <p:cNvSpPr/>
            <p:nvPr/>
          </p:nvSpPr>
          <p:spPr>
            <a:xfrm>
              <a:off x="0" y="907"/>
              <a:ext cx="1996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0" name="直接连接符 221233"/>
            <p:cNvSpPr/>
            <p:nvPr/>
          </p:nvSpPr>
          <p:spPr>
            <a:xfrm flipV="1">
              <a:off x="0" y="136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1" name="矩形 221234"/>
            <p:cNvSpPr/>
            <p:nvPr/>
          </p:nvSpPr>
          <p:spPr>
            <a:xfrm>
              <a:off x="1814" y="862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8392" name="矩形 221235"/>
            <p:cNvSpPr/>
            <p:nvPr/>
          </p:nvSpPr>
          <p:spPr>
            <a:xfrm>
              <a:off x="0" y="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u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75" name="直接连接符 221237"/>
          <p:cNvSpPr/>
          <p:nvPr/>
        </p:nvSpPr>
        <p:spPr>
          <a:xfrm>
            <a:off x="5524500" y="2192338"/>
            <a:ext cx="2808288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76" name="矩形 221238"/>
          <p:cNvSpPr/>
          <p:nvPr/>
        </p:nvSpPr>
        <p:spPr>
          <a:xfrm>
            <a:off x="5164138" y="190341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8377" name="矩形 221239"/>
          <p:cNvSpPr/>
          <p:nvPr/>
        </p:nvSpPr>
        <p:spPr>
          <a:xfrm>
            <a:off x="363538" y="3140968"/>
            <a:ext cx="42148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单位阶跃函数：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78" name="矩形 221240"/>
          <p:cNvSpPr/>
          <p:nvPr/>
        </p:nvSpPr>
        <p:spPr>
          <a:xfrm>
            <a:off x="-47405" y="4474979"/>
            <a:ext cx="1828742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斜坡函数：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9" name="Object 15"/>
          <p:cNvGraphicFramePr/>
          <p:nvPr/>
        </p:nvGraphicFramePr>
        <p:xfrm>
          <a:off x="1869962" y="4209008"/>
          <a:ext cx="2971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" r:id="rId3" imgW="2970530" imgH="1091565" progId="Equation.3">
                  <p:embed/>
                </p:oleObj>
              </mc:Choice>
              <mc:Fallback>
                <p:oleObj name="" r:id="rId3" imgW="2970530" imgH="109156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9962" y="4209008"/>
                        <a:ext cx="29718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80" name="组合 221242"/>
          <p:cNvGrpSpPr/>
          <p:nvPr/>
        </p:nvGrpSpPr>
        <p:grpSpPr>
          <a:xfrm>
            <a:off x="5237163" y="3846513"/>
            <a:ext cx="3311525" cy="1873250"/>
            <a:chOff x="0" y="0"/>
            <a:chExt cx="2086" cy="1180"/>
          </a:xfrm>
        </p:grpSpPr>
        <p:sp>
          <p:nvSpPr>
            <p:cNvPr id="58385" name="直接连接符 221243"/>
            <p:cNvSpPr/>
            <p:nvPr/>
          </p:nvSpPr>
          <p:spPr>
            <a:xfrm>
              <a:off x="0" y="907"/>
              <a:ext cx="1996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6" name="直接连接符 221244"/>
            <p:cNvSpPr/>
            <p:nvPr/>
          </p:nvSpPr>
          <p:spPr>
            <a:xfrm flipV="1">
              <a:off x="0" y="136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7" name="矩形 221245"/>
            <p:cNvSpPr/>
            <p:nvPr/>
          </p:nvSpPr>
          <p:spPr>
            <a:xfrm>
              <a:off x="1814" y="862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8388" name="矩形 221246"/>
            <p:cNvSpPr/>
            <p:nvPr/>
          </p:nvSpPr>
          <p:spPr>
            <a:xfrm>
              <a:off x="0" y="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u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81" name="矩形 221247"/>
          <p:cNvSpPr/>
          <p:nvPr/>
        </p:nvSpPr>
        <p:spPr>
          <a:xfrm>
            <a:off x="6100763" y="442436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8382" name="直接连接符 221248"/>
          <p:cNvSpPr/>
          <p:nvPr/>
        </p:nvSpPr>
        <p:spPr>
          <a:xfrm flipV="1">
            <a:off x="5237163" y="4279900"/>
            <a:ext cx="3095625" cy="1008063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83" name="矩形 221249"/>
          <p:cNvSpPr/>
          <p:nvPr/>
        </p:nvSpPr>
        <p:spPr>
          <a:xfrm>
            <a:off x="363538" y="5840314"/>
            <a:ext cx="320035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单位斜坡函数：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8384" name="文本框 176131"/>
          <p:cNvSpPr txBox="1"/>
          <p:nvPr/>
        </p:nvSpPr>
        <p:spPr>
          <a:xfrm>
            <a:off x="582499" y="228898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矩形 230405"/>
          <p:cNvSpPr/>
          <p:nvPr/>
        </p:nvSpPr>
        <p:spPr>
          <a:xfrm>
            <a:off x="73831" y="1362075"/>
            <a:ext cx="176368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脉冲函数：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395" name="Object 3"/>
          <p:cNvGraphicFramePr/>
          <p:nvPr/>
        </p:nvGraphicFramePr>
        <p:xfrm>
          <a:off x="2003840" y="1046807"/>
          <a:ext cx="2857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" r:id="rId1" imgW="2856230" imgH="1091565" progId="Equation.3">
                  <p:embed/>
                </p:oleObj>
              </mc:Choice>
              <mc:Fallback>
                <p:oleObj name="" r:id="rId1" imgW="2856230" imgH="109156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3840" y="1046807"/>
                        <a:ext cx="28575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396" name="组合 230427"/>
          <p:cNvGrpSpPr/>
          <p:nvPr/>
        </p:nvGrpSpPr>
        <p:grpSpPr>
          <a:xfrm>
            <a:off x="5580112" y="1911350"/>
            <a:ext cx="1728788" cy="1441450"/>
            <a:chOff x="0" y="0"/>
            <a:chExt cx="1089" cy="908"/>
          </a:xfrm>
        </p:grpSpPr>
        <p:sp>
          <p:nvSpPr>
            <p:cNvPr id="59421" name="直接连接符 230408"/>
            <p:cNvSpPr/>
            <p:nvPr/>
          </p:nvSpPr>
          <p:spPr>
            <a:xfrm>
              <a:off x="0" y="771"/>
              <a:ext cx="771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2" name="直接连接符 230409"/>
            <p:cNvSpPr/>
            <p:nvPr/>
          </p:nvSpPr>
          <p:spPr>
            <a:xfrm flipV="1">
              <a:off x="0" y="0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3" name="矩形 230410"/>
            <p:cNvSpPr/>
            <p:nvPr/>
          </p:nvSpPr>
          <p:spPr>
            <a:xfrm>
              <a:off x="817" y="59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397" name="矩形 230411"/>
          <p:cNvSpPr/>
          <p:nvPr/>
        </p:nvSpPr>
        <p:spPr>
          <a:xfrm>
            <a:off x="5580112" y="1695450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398" name="矩形 230414"/>
          <p:cNvSpPr/>
          <p:nvPr/>
        </p:nvSpPr>
        <p:spPr>
          <a:xfrm>
            <a:off x="501493" y="3055765"/>
            <a:ext cx="3278392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单位脉冲函数：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R=1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9399" name="矩形 230415"/>
          <p:cNvSpPr/>
          <p:nvPr/>
        </p:nvSpPr>
        <p:spPr>
          <a:xfrm>
            <a:off x="73831" y="3954139"/>
            <a:ext cx="183387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正弦函数：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400" name="Object 11"/>
          <p:cNvGraphicFramePr/>
          <p:nvPr/>
        </p:nvGraphicFramePr>
        <p:xfrm>
          <a:off x="347663" y="4714106"/>
          <a:ext cx="4597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" r:id="rId3" imgW="4595495" imgH="1091565" progId="Equation.3">
                  <p:embed/>
                </p:oleObj>
              </mc:Choice>
              <mc:Fallback>
                <p:oleObj name="" r:id="rId3" imgW="4595495" imgH="109156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663" y="4714106"/>
                        <a:ext cx="45974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直接连接符 230418"/>
          <p:cNvSpPr/>
          <p:nvPr/>
        </p:nvSpPr>
        <p:spPr>
          <a:xfrm>
            <a:off x="5796136" y="5372919"/>
            <a:ext cx="3168650" cy="0"/>
          </a:xfrm>
          <a:prstGeom prst="line">
            <a:avLst/>
          </a:prstGeom>
          <a:ln w="1905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02" name="直接连接符 230419"/>
          <p:cNvSpPr/>
          <p:nvPr/>
        </p:nvSpPr>
        <p:spPr>
          <a:xfrm flipV="1">
            <a:off x="5796136" y="4148956"/>
            <a:ext cx="0" cy="2376488"/>
          </a:xfrm>
          <a:prstGeom prst="line">
            <a:avLst/>
          </a:prstGeom>
          <a:ln w="1905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03" name="矩形 230420"/>
          <p:cNvSpPr/>
          <p:nvPr/>
        </p:nvSpPr>
        <p:spPr>
          <a:xfrm>
            <a:off x="8675861" y="5301481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04" name="矩形 230421"/>
          <p:cNvSpPr/>
          <p:nvPr/>
        </p:nvSpPr>
        <p:spPr>
          <a:xfrm>
            <a:off x="5796136" y="3933056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05" name="矩形 230425"/>
          <p:cNvSpPr/>
          <p:nvPr/>
        </p:nvSpPr>
        <p:spPr>
          <a:xfrm>
            <a:off x="677863" y="2338214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满足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406" name="Object 17"/>
          <p:cNvGraphicFramePr/>
          <p:nvPr/>
        </p:nvGraphicFramePr>
        <p:xfrm>
          <a:off x="1547813" y="2204864"/>
          <a:ext cx="219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" r:id="rId5" imgW="2197100" imgH="723900" progId="Equation.3">
                  <p:embed/>
                </p:oleObj>
              </mc:Choice>
              <mc:Fallback>
                <p:oleObj name="" r:id="rId5" imgW="2197100" imgH="723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813" y="2204864"/>
                        <a:ext cx="21971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7" name="直接连接符 230428"/>
          <p:cNvSpPr/>
          <p:nvPr/>
        </p:nvSpPr>
        <p:spPr>
          <a:xfrm flipV="1">
            <a:off x="5580112" y="2200275"/>
            <a:ext cx="0" cy="935038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9408" name="组合 230429"/>
          <p:cNvGrpSpPr/>
          <p:nvPr/>
        </p:nvGrpSpPr>
        <p:grpSpPr>
          <a:xfrm>
            <a:off x="7380312" y="1984375"/>
            <a:ext cx="1728788" cy="1441450"/>
            <a:chOff x="0" y="0"/>
            <a:chExt cx="1089" cy="908"/>
          </a:xfrm>
        </p:grpSpPr>
        <p:sp>
          <p:nvSpPr>
            <p:cNvPr id="59418" name="直接连接符 230430"/>
            <p:cNvSpPr/>
            <p:nvPr/>
          </p:nvSpPr>
          <p:spPr>
            <a:xfrm>
              <a:off x="0" y="771"/>
              <a:ext cx="771" cy="0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19" name="直接连接符 230431"/>
            <p:cNvSpPr/>
            <p:nvPr/>
          </p:nvSpPr>
          <p:spPr>
            <a:xfrm flipV="1">
              <a:off x="0" y="0"/>
              <a:ext cx="0" cy="771"/>
            </a:xfrm>
            <a:prstGeom prst="line">
              <a:avLst/>
            </a:prstGeom>
            <a:ln w="19050" cap="flat" cmpd="sng">
              <a:solidFill>
                <a:srgbClr val="00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0" name="矩形 230432"/>
            <p:cNvSpPr/>
            <p:nvPr/>
          </p:nvSpPr>
          <p:spPr>
            <a:xfrm>
              <a:off x="817" y="590"/>
              <a:ext cx="27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409" name="矩形 230433"/>
          <p:cNvSpPr/>
          <p:nvPr/>
        </p:nvSpPr>
        <p:spPr>
          <a:xfrm>
            <a:off x="7453337" y="1624013"/>
            <a:ext cx="43180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</a:rPr>
              <a:t>u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9410" name="直接连接符 230434"/>
          <p:cNvSpPr/>
          <p:nvPr/>
        </p:nvSpPr>
        <p:spPr>
          <a:xfrm>
            <a:off x="7380312" y="2290420"/>
            <a:ext cx="144463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1" name="直接连接符 230435"/>
          <p:cNvSpPr/>
          <p:nvPr/>
        </p:nvSpPr>
        <p:spPr>
          <a:xfrm>
            <a:off x="7524775" y="2271713"/>
            <a:ext cx="0" cy="936625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2" name="直接连接符 230436"/>
          <p:cNvSpPr/>
          <p:nvPr/>
        </p:nvSpPr>
        <p:spPr>
          <a:xfrm flipH="1">
            <a:off x="7380312" y="22717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3" name="直接连接符 230437"/>
          <p:cNvSpPr/>
          <p:nvPr/>
        </p:nvSpPr>
        <p:spPr>
          <a:xfrm flipH="1">
            <a:off x="7380312" y="24876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4" name="直接连接符 230438"/>
          <p:cNvSpPr/>
          <p:nvPr/>
        </p:nvSpPr>
        <p:spPr>
          <a:xfrm flipH="1">
            <a:off x="7380312" y="27035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5" name="直接连接符 230439"/>
          <p:cNvSpPr/>
          <p:nvPr/>
        </p:nvSpPr>
        <p:spPr>
          <a:xfrm flipH="1">
            <a:off x="7380312" y="2919413"/>
            <a:ext cx="144463" cy="144462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6" name="任意多边形 230442"/>
          <p:cNvSpPr/>
          <p:nvPr/>
        </p:nvSpPr>
        <p:spPr>
          <a:xfrm>
            <a:off x="5796136" y="4580756"/>
            <a:ext cx="2303462" cy="16557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451" h="1043">
                <a:moveTo>
                  <a:pt x="0" y="181"/>
                </a:moveTo>
                <a:cubicBezTo>
                  <a:pt x="75" y="90"/>
                  <a:pt x="151" y="0"/>
                  <a:pt x="226" y="0"/>
                </a:cubicBezTo>
                <a:cubicBezTo>
                  <a:pt x="301" y="0"/>
                  <a:pt x="370" y="60"/>
                  <a:pt x="453" y="181"/>
                </a:cubicBezTo>
                <a:cubicBezTo>
                  <a:pt x="536" y="302"/>
                  <a:pt x="649" y="598"/>
                  <a:pt x="725" y="726"/>
                </a:cubicBezTo>
                <a:cubicBezTo>
                  <a:pt x="801" y="854"/>
                  <a:pt x="854" y="899"/>
                  <a:pt x="907" y="952"/>
                </a:cubicBezTo>
                <a:cubicBezTo>
                  <a:pt x="960" y="1005"/>
                  <a:pt x="990" y="1043"/>
                  <a:pt x="1043" y="1043"/>
                </a:cubicBezTo>
                <a:cubicBezTo>
                  <a:pt x="1096" y="1043"/>
                  <a:pt x="1171" y="1020"/>
                  <a:pt x="1224" y="952"/>
                </a:cubicBezTo>
                <a:cubicBezTo>
                  <a:pt x="1277" y="884"/>
                  <a:pt x="1322" y="756"/>
                  <a:pt x="1360" y="635"/>
                </a:cubicBezTo>
                <a:cubicBezTo>
                  <a:pt x="1398" y="514"/>
                  <a:pt x="1436" y="295"/>
                  <a:pt x="1451" y="227"/>
                </a:cubicBezTo>
              </a:path>
            </a:pathLst>
          </a:custGeom>
          <a:noFill/>
          <a:ln w="9525" cap="flat" cmpd="sng">
            <a:solidFill>
              <a:schemeClr val="accent2">
                <a:alpha val="10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417" name="文本框 176131"/>
          <p:cNvSpPr txBox="1"/>
          <p:nvPr/>
        </p:nvSpPr>
        <p:spPr>
          <a:xfrm>
            <a:off x="569575" y="201999"/>
            <a:ext cx="8518525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第三节 对自动控制系统的基本要求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PA" val="v3.0.0"/>
</p:tagLst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jpeg"/></Relationships>
</file>

<file path=ppt/theme/theme1.xml><?xml version="1.0" encoding="utf-8"?>
<a:theme xmlns:a="http://schemas.openxmlformats.org/drawingml/2006/main" name="Diseño predeterminado">
  <a:themeElements>
    <a:clrScheme name="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1_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redeterminado">
  <a:themeElements>
    <a:clrScheme name="1_Diseño predeterminado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1_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redeterminado">
  <a:themeElements>
    <a:clrScheme name="2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2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redeterminado">
  <a:themeElements>
    <a:clrScheme name="3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3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iseño predeterminado">
  <a:themeElements>
    <a:clrScheme name="4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4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Diseño predeterminado">
  <a:themeElements>
    <a:clrScheme name="5_Diseño predeterminado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5_Diseño predeterminado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FFFF"/>
        </a:hlink>
        <a:folHlink>
          <a:srgbClr val="66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iseño predeterminad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Default Design">
  <a:themeElements>
    <a:clrScheme name="2_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3933</Words>
  <Application>WPS 演示</Application>
  <PresentationFormat>全屏显示(4:3)</PresentationFormat>
  <Paragraphs>569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42</vt:i4>
      </vt:variant>
    </vt:vector>
  </HeadingPairs>
  <TitlesOfParts>
    <vt:vector size="84" baseType="lpstr">
      <vt:lpstr>Arial</vt:lpstr>
      <vt:lpstr>宋体</vt:lpstr>
      <vt:lpstr>Wingdings</vt:lpstr>
      <vt:lpstr>Times New Roman</vt:lpstr>
      <vt:lpstr>Candara</vt:lpstr>
      <vt:lpstr>华文新魏</vt:lpstr>
      <vt:lpstr>Symbol</vt:lpstr>
      <vt:lpstr>Franklin Gothic Book</vt:lpstr>
      <vt:lpstr>华文琥珀</vt:lpstr>
      <vt:lpstr>黑体</vt:lpstr>
      <vt:lpstr>方正静蕾简体</vt:lpstr>
      <vt:lpstr>华文行楷</vt:lpstr>
      <vt:lpstr>楷体_GB2312</vt:lpstr>
      <vt:lpstr>新宋体</vt:lpstr>
      <vt:lpstr>_x000B__x000C_</vt:lpstr>
      <vt:lpstr>Segoe Print</vt:lpstr>
      <vt:lpstr>华文细黑</vt:lpstr>
      <vt:lpstr>微软雅黑</vt:lpstr>
      <vt:lpstr>Arial Unicode MS</vt:lpstr>
      <vt:lpstr>等线</vt:lpstr>
      <vt:lpstr>仿宋_GB2312</vt:lpstr>
      <vt:lpstr>仿宋</vt:lpstr>
      <vt:lpstr>Tahoma</vt:lpstr>
      <vt:lpstr>华文楷体</vt:lpstr>
      <vt:lpstr>Diseño predeterminado</vt:lpstr>
      <vt:lpstr>1_Default Design</vt:lpstr>
      <vt:lpstr>1_Diseño predeterminado</vt:lpstr>
      <vt:lpstr>2_Diseño predeterminado</vt:lpstr>
      <vt:lpstr>3_Diseño predeterminado</vt:lpstr>
      <vt:lpstr>4_Diseño predeterminado</vt:lpstr>
      <vt:lpstr>5_Diseño predeterminado</vt:lpstr>
      <vt:lpstr>2_Default Design</vt:lpstr>
      <vt:lpstr>波形</vt:lpstr>
      <vt:lpstr>Visio.Drawing.6</vt:lpstr>
      <vt:lpstr>Visio.Drawing.6</vt:lpstr>
      <vt:lpstr>图像.文件</vt:lpstr>
      <vt:lpstr>图像.文件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课程学习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hj</dc:creator>
  <cp:lastModifiedBy>俊杰</cp:lastModifiedBy>
  <cp:revision>393</cp:revision>
  <dcterms:created xsi:type="dcterms:W3CDTF">2004-09-24T22:50:00Z</dcterms:created>
  <dcterms:modified xsi:type="dcterms:W3CDTF">2022-02-02T12:20:18Z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A8335E79849D4DBD866EE6D49557926D</vt:lpwstr>
  </property>
</Properties>
</file>